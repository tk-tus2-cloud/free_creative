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ectionLst>
    <p:section id="256" name="01_カバー・タイトルページ">
      <p:sldIdLst>
        <p:sldId id="2147483186" r:id="rId5"/>
      </p:sldIdLst>
    </p:section>
    <p:section id="257" name="02_エグゼクティブサマリー">
      <p:sldIdLst>
        <p:sldId id="2147483197" r:id="rId6"/>
        <p:sldId id="2147483573" r:id="rId7"/>
        <p:sldId id="2147483272" r:id="rId8"/>
        <p:sldId id="2147483195" r:id="rId9"/>
      </p:sldIdLst>
    </p:section>
    <p:section id="258" name="03_戦略・目標設定">
      <p:sldIdLst>
        <p:sldId id="2147483196" r:id="rId10"/>
        <p:sldId id="2147483280" r:id="rId11"/>
        <p:sldId id="2147483278" r:id="rId12"/>
        <p:sldId id="2147483266" r:id="rId13"/>
        <p:sldId id="2147483264" r:id="rId14"/>
        <p:sldId id="2147483267" r:id="rId15"/>
        <p:sldId id="2147483575" r:id="rId16"/>
        <p:sldId id="2147483325" r:id="rId17"/>
        <p:sldId id="2147483304" r:id="rId18"/>
        <p:sldId id="2147483569" r:id="rId19"/>
        <p:sldId id="2147483306" r:id="rId20"/>
        <p:sldId id="2147483566" r:id="rId21"/>
      </p:sldIdLst>
    </p:section>
    <p:section id="259" name="05-1_営業プレゼン向け事例">
      <p:sldIdLst>
        <p:sldId id="2147483341" r:id="rId23"/>
        <p:sldId id="2147483203" r:id="rId28"/>
        <p:sldId id="576" r:id="rId30"/>
        <p:sldId id="2147483548" r:id="rId35"/>
        <p:sldId id="2147483193" r:id="rId39"/>
        <p:sldId id="2147483328" r:id="rId41"/>
        <p:sldId id="2147483561" r:id="rId48"/>
        <p:sldId id="341" r:id="rId54"/>
        <p:sldId id="336" r:id="rId55"/>
        <p:sldId id="344" r:id="rId57"/>
        <p:sldId id="332" r:id="rId58"/>
        <p:sldId id="2147483592" r:id="rId61"/>
        <p:sldId id="258" r:id="rId70"/>
        <p:sldId id="2147483631" r:id="rId71"/>
        <p:sldId id="261" r:id="rId74"/>
        <p:sldId id="269" r:id="rId78"/>
        <p:sldId id="275" r:id="rId83"/>
        <p:sldId id="2147483640" r:id="rId88"/>
        <p:sldId id="282" r:id="rId94"/>
        <p:sldId id="283" r:id="rId95"/>
        <p:sldId id="284" r:id="rId96"/>
        <p:sldId id="296" r:id="rId98"/>
        <p:sldId id="2147483377" r:id="rId104"/>
        <p:sldId id="313" r:id="rId105"/>
        <p:sldId id="329" r:id="rId121"/>
        <p:sldId id="2147483597" r:id="rId122"/>
        <p:sldId id="285" r:id="rId142"/>
        <p:sldId id="286" r:id="rId143"/>
        <p:sldId id="287" r:id="rId144"/>
        <p:sldId id="292" r:id="rId148"/>
        <p:sldId id="2147483622" r:id="rId152"/>
        <p:sldId id="302" r:id="rId153"/>
        <p:sldId id="347" r:id="rId164"/>
        <p:sldId id="352" r:id="rId169"/>
        <p:sldId id="358" r:id="rId175"/>
        <p:sldId id="366" r:id="rId183"/>
        <p:sldId id="367" r:id="rId184"/>
        <p:sldId id="371" r:id="rId187"/>
        <p:sldId id="383" r:id="rId197"/>
        <p:sldId id="389" r:id="rId203"/>
        <p:sldId id="391" r:id="rId207"/>
        <p:sldId id="392" r:id="rId208"/>
        <p:sldId id="393" r:id="rId209"/>
        <p:sldId id="2147483623" r:id="rId210"/>
        <p:sldId id="394" r:id="rId214"/>
        <p:sldId id="405" r:id="rId227"/>
        <p:sldId id="408" r:id="rId230"/>
        <p:sldId id="2147483645" r:id="rId231"/>
        <p:sldId id="414" r:id="rId239"/>
        <p:sldId id="417" r:id="rId242"/>
        <p:sldId id="424" r:id="rId249"/>
        <p:sldId id="2147483614" r:id="rId251"/>
        <p:sldId id="426" r:id="rId253"/>
        <p:sldId id="427" r:id="rId254"/>
        <p:sldId id="428" r:id="rId255"/>
        <p:sldId id="431" r:id="rId259"/>
        <p:sldId id="433" r:id="rId261"/>
        <p:sldId id="438" r:id="rId268"/>
        <p:sldId id="444" r:id="rId276"/>
        <p:sldId id="448" r:id="rId280"/>
        <p:sldId id="449" r:id="rId281"/>
        <p:sldId id="451" r:id="rId283"/>
        <p:sldId id="452" r:id="rId285"/>
        <p:sldId id="459" r:id="rId293"/>
        <p:sldId id="460" r:id="rId294"/>
        <p:sldId id="2147483599" r:id="rId295"/>
        <p:sldId id="461" r:id="rId298"/>
        <p:sldId id="463" r:id="rId300"/>
        <p:sldId id="467" r:id="rId304"/>
        <p:sldId id="470" r:id="rId307"/>
        <p:sldId id="473" r:id="rId310"/>
        <p:sldId id="474" r:id="rId311"/>
        <p:sldId id="475" r:id="rId312"/>
        <p:sldId id="479" r:id="rId316"/>
        <p:sldId id="480" r:id="rId317"/>
        <p:sldId id="482" r:id="rId319"/>
      </p:sldIdLst>
    </p:section>
    <p:section id="260" name="05-2_戦略・分析向け事例">
      <p:sldIdLst>
        <p:sldId id="2147483343" r:id="rId25"/>
        <p:sldId id="2147483556" r:id="rId34"/>
        <p:sldId id="299" r:id="rId101"/>
        <p:sldId id="300" r:id="rId102"/>
        <p:sldId id="342" r:id="rId132"/>
        <p:sldId id="289" r:id="rId146"/>
        <p:sldId id="349" r:id="rId166"/>
        <p:sldId id="365" r:id="rId182"/>
        <p:sldId id="381" r:id="rId195"/>
        <p:sldId id="384" r:id="rId198"/>
        <p:sldId id="398" r:id="rId218"/>
        <p:sldId id="400" r:id="rId220"/>
        <p:sldId id="2147483642" r:id="rId226"/>
        <p:sldId id="412" r:id="rId236"/>
        <p:sldId id="415" r:id="rId240"/>
        <p:sldId id="416" r:id="rId241"/>
        <p:sldId id="2147483619" r:id="rId258"/>
        <p:sldId id="437" r:id="rId267"/>
        <p:sldId id="443" r:id="rId275"/>
      </p:sldIdLst>
    </p:section>
    <p:section id="261" name="05-3_詳細分析・洞察事例">
      <p:sldIdLst>
        <p:sldId id="274" r:id="rId82"/>
        <p:sldId id="307" r:id="rId158"/>
        <p:sldId id="362" r:id="rId179"/>
        <p:sldId id="364" r:id="rId181"/>
        <p:sldId id="385" r:id="rId199"/>
        <p:sldId id="2147483630" r:id="rId206"/>
        <p:sldId id="2147483637" r:id="rId237"/>
        <p:sldId id="421" r:id="rId246"/>
      </p:sldIdLst>
    </p:section>
    <p:section id="262" name="05-4_汎用事例">
      <p:sldIdLst>
        <p:sldId id="2147483337" r:id="rId22"/>
        <p:sldId id="2147483342" r:id="rId24"/>
        <p:sldId id="2147483311" r:id="rId26"/>
        <p:sldId id="2147483202" r:id="rId27"/>
        <p:sldId id="2147483210" r:id="rId29"/>
        <p:sldId id="2147483262" r:id="rId31"/>
        <p:sldId id="377" r:id="rId32"/>
        <p:sldId id="378" r:id="rId33"/>
        <p:sldId id="2147483555" r:id="rId36"/>
        <p:sldId id="2147483552" r:id="rId37"/>
        <p:sldId id="2147483545" r:id="rId38"/>
        <p:sldId id="2147483546" r:id="rId40"/>
        <p:sldId id="2147483399" r:id="rId42"/>
        <p:sldId id="2147483554" r:id="rId43"/>
        <p:sldId id="2147483189" r:id="rId44"/>
        <p:sldId id="2147483557" r:id="rId45"/>
        <p:sldId id="2147483222" r:id="rId46"/>
        <p:sldId id="2147483224" r:id="rId47"/>
        <p:sldId id="2147483578" r:id="rId49"/>
        <p:sldId id="2147483223" r:id="rId50"/>
        <p:sldId id="2147483583" r:id="rId51"/>
        <p:sldId id="2147483584" r:id="rId52"/>
        <p:sldId id="2147483585" r:id="rId53"/>
        <p:sldId id="337" r:id="rId56"/>
        <p:sldId id="2147483589" r:id="rId59"/>
        <p:sldId id="2147483588" r:id="rId60"/>
        <p:sldId id="2147483593" r:id="rId62"/>
        <p:sldId id="2147483627" r:id="rId63"/>
        <p:sldId id="2147483628" r:id="rId64"/>
        <p:sldId id="2147483629" r:id="rId65"/>
        <p:sldId id="2147483639" r:id="rId66"/>
        <p:sldId id="256" r:id="rId67"/>
        <p:sldId id="2147483644" r:id="rId68"/>
        <p:sldId id="2147483646" r:id="rId69"/>
        <p:sldId id="2147483632" r:id="rId72"/>
        <p:sldId id="370" r:id="rId73"/>
        <p:sldId id="266" r:id="rId75"/>
        <p:sldId id="267" r:id="rId76"/>
        <p:sldId id="268" r:id="rId77"/>
        <p:sldId id="270" r:id="rId79"/>
        <p:sldId id="272" r:id="rId80"/>
        <p:sldId id="273" r:id="rId81"/>
        <p:sldId id="276" r:id="rId84"/>
        <p:sldId id="2147483643" r:id="rId85"/>
        <p:sldId id="277" r:id="rId86"/>
        <p:sldId id="2147483641" r:id="rId87"/>
        <p:sldId id="280" r:id="rId89"/>
        <p:sldId id="2147483611" r:id="rId90"/>
        <p:sldId id="2147483615" r:id="rId91"/>
        <p:sldId id="2147483613" r:id="rId92"/>
        <p:sldId id="2147483616" r:id="rId93"/>
        <p:sldId id="294" r:id="rId97"/>
        <p:sldId id="297" r:id="rId99"/>
        <p:sldId id="298" r:id="rId100"/>
        <p:sldId id="301" r:id="rId103"/>
        <p:sldId id="314" r:id="rId106"/>
        <p:sldId id="315" r:id="rId107"/>
        <p:sldId id="316" r:id="rId108"/>
        <p:sldId id="317" r:id="rId109"/>
        <p:sldId id="318" r:id="rId110"/>
        <p:sldId id="319" r:id="rId111"/>
        <p:sldId id="320" r:id="rId112"/>
        <p:sldId id="321" r:id="rId113"/>
        <p:sldId id="322" r:id="rId114"/>
        <p:sldId id="323" r:id="rId115"/>
        <p:sldId id="324" r:id="rId116"/>
        <p:sldId id="325" r:id="rId117"/>
        <p:sldId id="326" r:id="rId118"/>
        <p:sldId id="2147483595" r:id="rId119"/>
        <p:sldId id="328" r:id="rId120"/>
        <p:sldId id="330" r:id="rId123"/>
        <p:sldId id="331" r:id="rId124"/>
        <p:sldId id="327" r:id="rId125"/>
        <p:sldId id="333" r:id="rId126"/>
        <p:sldId id="334" r:id="rId127"/>
        <p:sldId id="335" r:id="rId128"/>
        <p:sldId id="338" r:id="rId129"/>
        <p:sldId id="339" r:id="rId130"/>
        <p:sldId id="340" r:id="rId131"/>
        <p:sldId id="343" r:id="rId133"/>
        <p:sldId id="345" r:id="rId134"/>
        <p:sldId id="346" r:id="rId135"/>
        <p:sldId id="290" r:id="rId136"/>
        <p:sldId id="278" r:id="rId137"/>
        <p:sldId id="279" r:id="rId138"/>
        <p:sldId id="271" r:id="rId139"/>
        <p:sldId id="2147483191" r:id="rId140"/>
        <p:sldId id="281" r:id="rId141"/>
        <p:sldId id="288" r:id="rId145"/>
        <p:sldId id="291" r:id="rId147"/>
        <p:sldId id="293" r:id="rId149"/>
        <p:sldId id="295" r:id="rId150"/>
        <p:sldId id="2147483621" r:id="rId151"/>
        <p:sldId id="303" r:id="rId154"/>
        <p:sldId id="304" r:id="rId155"/>
        <p:sldId id="305" r:id="rId156"/>
        <p:sldId id="306" r:id="rId157"/>
        <p:sldId id="308" r:id="rId159"/>
        <p:sldId id="309" r:id="rId160"/>
        <p:sldId id="310" r:id="rId161"/>
        <p:sldId id="311" r:id="rId162"/>
        <p:sldId id="312" r:id="rId163"/>
        <p:sldId id="348" r:id="rId165"/>
        <p:sldId id="350" r:id="rId167"/>
        <p:sldId id="351" r:id="rId168"/>
        <p:sldId id="353" r:id="rId170"/>
        <p:sldId id="354" r:id="rId171"/>
        <p:sldId id="355" r:id="rId172"/>
        <p:sldId id="356" r:id="rId173"/>
        <p:sldId id="357" r:id="rId174"/>
        <p:sldId id="359" r:id="rId176"/>
        <p:sldId id="360" r:id="rId177"/>
        <p:sldId id="361" r:id="rId178"/>
        <p:sldId id="363" r:id="rId180"/>
        <p:sldId id="368" r:id="rId185"/>
        <p:sldId id="369" r:id="rId186"/>
        <p:sldId id="372" r:id="rId188"/>
        <p:sldId id="373" r:id="rId189"/>
        <p:sldId id="374" r:id="rId190"/>
        <p:sldId id="375" r:id="rId191"/>
        <p:sldId id="376" r:id="rId192"/>
        <p:sldId id="379" r:id="rId193"/>
        <p:sldId id="380" r:id="rId194"/>
        <p:sldId id="382" r:id="rId196"/>
        <p:sldId id="386" r:id="rId200"/>
        <p:sldId id="387" r:id="rId201"/>
        <p:sldId id="388" r:id="rId202"/>
        <p:sldId id="2147483634" r:id="rId204"/>
        <p:sldId id="390" r:id="rId205"/>
        <p:sldId id="2147483624" r:id="rId211"/>
        <p:sldId id="2147483625" r:id="rId212"/>
        <p:sldId id="2147483633" r:id="rId213"/>
        <p:sldId id="395" r:id="rId215"/>
        <p:sldId id="396" r:id="rId216"/>
        <p:sldId id="397" r:id="rId217"/>
        <p:sldId id="399" r:id="rId219"/>
        <p:sldId id="401" r:id="rId221"/>
        <p:sldId id="402" r:id="rId222"/>
        <p:sldId id="403" r:id="rId223"/>
        <p:sldId id="404" r:id="rId224"/>
        <p:sldId id="2147483635" r:id="rId225"/>
        <p:sldId id="406" r:id="rId228"/>
        <p:sldId id="407" r:id="rId229"/>
        <p:sldId id="2147483636" r:id="rId232"/>
        <p:sldId id="409" r:id="rId233"/>
        <p:sldId id="410" r:id="rId234"/>
        <p:sldId id="411" r:id="rId235"/>
        <p:sldId id="413" r:id="rId238"/>
        <p:sldId id="418" r:id="rId243"/>
        <p:sldId id="419" r:id="rId244"/>
        <p:sldId id="420" r:id="rId245"/>
        <p:sldId id="422" r:id="rId247"/>
        <p:sldId id="423" r:id="rId248"/>
        <p:sldId id="425" r:id="rId250"/>
        <p:sldId id="2147483626" r:id="rId252"/>
        <p:sldId id="429" r:id="rId256"/>
        <p:sldId id="430" r:id="rId257"/>
        <p:sldId id="432" r:id="rId260"/>
        <p:sldId id="434" r:id="rId262"/>
        <p:sldId id="2147483617" r:id="rId263"/>
        <p:sldId id="435" r:id="rId264"/>
        <p:sldId id="2147483612" r:id="rId265"/>
        <p:sldId id="436" r:id="rId266"/>
        <p:sldId id="439" r:id="rId269"/>
        <p:sldId id="440" r:id="rId270"/>
        <p:sldId id="441" r:id="rId271"/>
        <p:sldId id="2147483598" r:id="rId272"/>
        <p:sldId id="442" r:id="rId273"/>
        <p:sldId id="2147483610" r:id="rId274"/>
        <p:sldId id="445" r:id="rId277"/>
        <p:sldId id="446" r:id="rId278"/>
        <p:sldId id="447" r:id="rId279"/>
        <p:sldId id="450" r:id="rId282"/>
        <p:sldId id="2147483603" r:id="rId284"/>
        <p:sldId id="453" r:id="rId286"/>
        <p:sldId id="454" r:id="rId287"/>
        <p:sldId id="455" r:id="rId288"/>
        <p:sldId id="2147483596" r:id="rId289"/>
        <p:sldId id="456" r:id="rId290"/>
        <p:sldId id="457" r:id="rId291"/>
        <p:sldId id="458" r:id="rId292"/>
        <p:sldId id="2147483600" r:id="rId296"/>
        <p:sldId id="2147483601" r:id="rId297"/>
        <p:sldId id="462" r:id="rId299"/>
        <p:sldId id="464" r:id="rId301"/>
        <p:sldId id="465" r:id="rId302"/>
        <p:sldId id="466" r:id="rId303"/>
        <p:sldId id="468" r:id="rId305"/>
        <p:sldId id="469" r:id="rId306"/>
        <p:sldId id="471" r:id="rId308"/>
        <p:sldId id="472" r:id="rId309"/>
        <p:sldId id="476" r:id="rId313"/>
        <p:sldId id="477" r:id="rId314"/>
        <p:sldId id="478" r:id="rId315"/>
        <p:sldId id="481" r:id="rId318"/>
      </p:sldIdLst>
    </p:section>
    <p:section id="263" name="08_詳細説明・補足">
      <p:sldIdLst>
        <p:sldId id="483" r:id="rId320"/>
        <p:sldId id="484" r:id="rId321"/>
        <p:sldId id="485" r:id="rId322"/>
        <p:sldId id="486" r:id="rId323"/>
        <p:sldId id="487" r:id="rId324"/>
        <p:sldId id="488" r:id="rId325"/>
        <p:sldId id="489" r:id="rId326"/>
        <p:sldId id="490" r:id="rId327"/>
        <p:sldId id="491" r:id="rId328"/>
        <p:sldId id="492" r:id="rId329"/>
        <p:sldId id="493" r:id="rId330"/>
        <p:sldId id="494" r:id="rId331"/>
        <p:sldId id="495" r:id="rId332"/>
        <p:sldId id="496" r:id="rId333"/>
        <p:sldId id="497" r:id="rId334"/>
        <p:sldId id="498" r:id="rId335"/>
        <p:sldId id="499" r:id="rId336"/>
        <p:sldId id="500" r:id="rId337"/>
        <p:sldId id="501" r:id="rId338"/>
        <p:sldId id="502" r:id="rId339"/>
        <p:sldId id="503" r:id="rId340"/>
        <p:sldId id="504" r:id="rId341"/>
        <p:sldId id="505" r:id="rId342"/>
        <p:sldId id="506" r:id="rId343"/>
        <p:sldId id="507" r:id="rId344"/>
        <p:sldId id="508" r:id="rId345"/>
        <p:sldId id="509" r:id="rId346"/>
        <p:sldId id="510" r:id="rId347"/>
        <p:sldId id="511" r:id="rId348"/>
        <p:sldId id="512" r:id="rId349"/>
        <p:sldId id="513" r:id="rId350"/>
        <p:sldId id="514" r:id="rId351"/>
        <p:sldId id="515" r:id="rId352"/>
        <p:sldId id="257" r:id="rId353"/>
        <p:sldId id="5849" r:id="rId354"/>
        <p:sldId id="5851" r:id="rId355"/>
        <p:sldId id="5852" r:id="rId356"/>
        <p:sldId id="5854" r:id="rId357"/>
        <p:sldId id="5856" r:id="rId358"/>
        <p:sldId id="5858" r:id="rId359"/>
        <p:sldId id="5860" r:id="rId360"/>
      </p:sldIdLst>
    </p:section>
  </p:sectionLst>
  <p:sldSz cx="12192000" cy="6858000"/>
  <p:notesSz cx="6858000" cy="9144000"/>
  <p:custDataLst>
    <p:tags r:id="rId363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a:srgbClr val="A4A3A4"/>
          </ns4:clr>
        </ns4:guide>
        <ns4:guide id="2" pos="3840" userDrawn="1">
          <ns4:clr>
            <a:srgbClr val="A4A3A4"/>
          </ns4:clr>
        </ns4:guide>
      </ns4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
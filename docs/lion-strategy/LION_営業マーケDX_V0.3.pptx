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17" r:id="rId10"/>
    <p:sldId id="2147483619" r:id="rId8"/>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真因は社内の「作法」</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縦割り・内向き業務・切迫感の欠如の根っこは、全体最適の計画と効果検証の作法がなかったこと。過去の新規投資が点で終わった反省であり、経営が慎重なのは合理的な学習</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①勝てる土俵の再定義　②データ戦略　③商談価値　④組織・生産性 ― 真因に1対1で対応させ、点でなく線・面に束ねる。小さく実証→確認ゲート→段階拡大の順で諮る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 → 解決の方向（4テーマ）→ 進め方と次のアクション、の順で論証する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真因（作法の不在）への答えは、テーマの中身だけでなく進め方に置く。次回デジタル戦略会議では「決めること」を3つに絞って諮る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実行の作法 ― 過去の新規投資と今回が違う理由</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
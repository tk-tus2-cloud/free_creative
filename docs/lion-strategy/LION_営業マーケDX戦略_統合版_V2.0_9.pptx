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①投資と店頭売上の因果を測る物差しを先に作る（B1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解決1（資源の使い方・4市場別KPI）の設計／B1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組織対組織のJBP体制へ段階拡大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
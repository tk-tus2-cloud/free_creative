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前頁の3つの解決（使い方・材料・仕組み）を4テーマの言葉に戻す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この3解決を、次頁から4テーマ（現場の設計図）の言葉に展開する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2軸の掛け算なので必然的に4市場（漏れ・重複なし）。継続購買は初回動機の市場に留めて数え、構成比はFY26上期にID-POSで実測して確定する</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前頁・解決1の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解決1（資源の使い方・4市場別KPI）の設計／B1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P.8-10</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3解決→4テーマ×8施策
（A1〜D2）に展開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P.11-12</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P.13-17</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ギャップ（GAP1〜4）はこの単位で測り、施策もこの単位で束ねる〔P.6・P.9〕</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どの頁に出てくる施策もこの8つ。ROI計算式と撤退基準をセットで承認〔P.9〜P.11〕</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同じ8施策を経営の問いに漏れなく再配置〔P.11〕</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
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過去の検討は資産 — やり直しではなく、計算のし直し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0" y="9144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2026/8/28 意見交換｜明工・生技G資料(8/27)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74320" y="530352"/>
            <a:ext cx="11640312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過去の検討をやり直すことはしない。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過去の見積もりと判断はそのまま活かす。当時から変わった前提だけを入れ替えて、もう一度計算し直す。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243584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工場で過去に検討された3案件 — いずれも「今の作業のまま自動化する」検討で、あと一歩のところで止まっている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99616"/>
          <a:ext cx="116403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2103120"/>
                <a:gridCol w="60624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過去に検討した案件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見積もり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止まった理由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もう一度計算し直すと(仮説)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チューブ供給の自動化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(歯磨包装)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76,000千円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(▲1名)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投資基準(39,200千円/名)を超えた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装置を高くしているのは、養生布はがし・数のチェック・パレット反転などの付帯作業。資材や受入ルールを変えてこれらを無くせば、装置は「運ぶだけ」になり安くなる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中間製品供給機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(包装20号)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130,000千円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(▲6名/2直)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置く場所がない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「1ラインに専用機1台」だから場所が足りない。複数ラインの供給をまとめて運ぶ方式(AMR)にすれば、この前提ごと変わる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ハンドル供給機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(植毛31-7,8号)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54,800千円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(▲1名)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費用対効果が合わない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「ロボット1台に1つの作業」では元が取れない。1台に供給+箱詰め+見回りを兼ねさせれば、1名減らすのに必要な投資額が下がる(工場検討中のヒューマノイドはまさにこの発想)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767328"/>
            <a:ext cx="11640312" cy="621792"/>
          </a:xfrm>
          <a:prstGeom prst="roundRect">
            <a:avLst>
              <a:gd name="adj" fmla="val 8824"/>
            </a:avLst>
          </a:prstGeom>
          <a:solidFill>
            <a:srgbClr val="FB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3767328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ここから言えること: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「何度も検討して今の体制」は事実。ただし3件とも、投資基準か場所の問題で「あと一歩」で止まっている。足りないのは検討のやり直しではなく、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装置の仕事を軽くしてから、見積もりをし直すこと。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4320" y="4553712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当時から変わった前提は4つ — 更新するのはここだけ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4809744"/>
            <a:ext cx="2843784" cy="1042416"/>
          </a:xfrm>
          <a:prstGeom prst="roundRect">
            <a:avLst>
              <a:gd name="adj" fmla="val 526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86460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5084064"/>
            <a:ext cx="2660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ロボット・画像AIが安く、賢くなった。工場自身も31-7,8号でヒューマノイドを検討中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04972" y="4809744"/>
            <a:ext cx="2843784" cy="1042416"/>
          </a:xfrm>
          <a:prstGeom prst="roundRect">
            <a:avLst>
              <a:gd name="adj" fmla="val 526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6412" y="486460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賃金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96412" y="5084064"/>
            <a:ext cx="2660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賃上げが続き、1名減らす価値が毎年上がっている。昔は基準オーバーだった案件が、今なら通り得る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35624" y="4809744"/>
            <a:ext cx="2843784" cy="1042416"/>
          </a:xfrm>
          <a:prstGeom prst="roundRect">
            <a:avLst>
              <a:gd name="adj" fmla="val 526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27064" y="486460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27064" y="5084064"/>
            <a:ext cx="2660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求められる水準が「15名減(115→100名)」から「半減」に変わった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9066276" y="4809744"/>
            <a:ext cx="2843784" cy="1042416"/>
          </a:xfrm>
          <a:prstGeom prst="roundRect">
            <a:avLst>
              <a:gd name="adj" fmla="val 526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57716" y="486460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57716" y="5084064"/>
            <a:ext cx="2660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クレーム・不良の実績データが貯まり、基準の妥当性を数字で確かめられるようになった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74320" y="5998464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おまけの効果: 工場資料にある要員表・見積もり・判断理由は、そのまま調査の初期データになる。調査の手間はその分小さくなる。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" y="6345936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 明工・生技G「生産性向上検討(自動化・自律化検討)に向けた打合せ」(2026/8/27) ※数値は工場資料より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検査 — 主役は自動検査機。基準の確認は、その下ごしらえ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30352"/>
            <a:ext cx="11640312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「検査機の開発・導入がクリティカルに効く」— その通り。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基準の見直しは人を減らす手段ではない。検査機に求める仕様を軽くして、開発を早く・安く・確実にするための準備である。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206240" cy="2834640"/>
          </a:xfrm>
          <a:prstGeom prst="roundRect">
            <a:avLst>
              <a:gd name="adj" fmla="val 1935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350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いまの状況(工場資料より)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91056"/>
            <a:ext cx="39319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不良の種類は全部で33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・18種類 → すでに機械で検出できている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・15種類(45%) → 人の抜き取り検査だけ
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
工場の案: 33種類すべてを検出できる検査機を検討
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心配な点: 33種類フル対応の検査機は、高く・難しく・時間がかかる。過去3案件と同じく、投資基準で止まる恐れがある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1261872"/>
            <a:ext cx="7205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 — 検査機の仕様を決める前に、4つのステップを踏む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36192"/>
            <a:ext cx="1682496" cy="2331720"/>
          </a:xfrm>
          <a:prstGeom prst="roundRect">
            <a:avLst>
              <a:gd name="adj" fmla="val 3261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60934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82312" y="181051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実績と突き合わせる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82312" y="2249424"/>
            <a:ext cx="153619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15種類それぞれについて「実際に市場へ流出したことがあるか・どれだけ重大か」を数字で確認する(1〜2か月・費用ゼロ。品質保証+工場QA)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6373368" y="1536192"/>
            <a:ext cx="192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47104" y="1536192"/>
            <a:ext cx="1682496" cy="2331720"/>
          </a:xfrm>
          <a:prstGeom prst="roundRect">
            <a:avLst>
              <a:gd name="adj" fmla="val 3261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160934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20256" y="181051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3つに分ける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20256" y="2249424"/>
            <a:ext cx="153619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(a)流出実績があり重大 → 検査機で必ず検出</a:t>
            </a:r>
            <a:endParaRPr lang="en-US" sz="7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(b)ほとんど起きない・軽微 → 統計管理で足りるかQAが判断</a:t>
            </a:r>
            <a:endParaRPr lang="en-US" sz="7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(c)発生源を工程で潰せる → 検査自体が不要に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11312" y="1536192"/>
            <a:ext cx="192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85048" y="1536192"/>
            <a:ext cx="1682496" cy="2331720"/>
          </a:xfrm>
          <a:prstGeom prst="roundRect">
            <a:avLst>
              <a:gd name="adj" fmla="val 3261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160934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458200" y="181051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検査機の仕様を確定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58200" y="2249424"/>
            <a:ext cx="153619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「必ず検出すべき項目」だけに絞って仕様を決める(例: 33→25種類)。開発の力を本当に必要な項目へ集中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10049256" y="1536192"/>
            <a:ext cx="192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222992" y="1536192"/>
            <a:ext cx="1682496" cy="2331720"/>
          </a:xfrm>
          <a:prstGeom prst="roundRect">
            <a:avLst>
              <a:gd name="adj" fmla="val 326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96144" y="160934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96144" y="181051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開発・実証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296144" y="2249424"/>
            <a:ext cx="153619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人の目視と並べて動かし、検出力を比較する(どのみち導入時に必要な検証)。目視の見逃し率の測定を先に始めておく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74320" y="4315968"/>
            <a:ext cx="11640312" cy="658368"/>
          </a:xfrm>
          <a:prstGeom prst="roundRect">
            <a:avLst>
              <a:gd name="adj" fmla="val 8333"/>
            </a:avLst>
          </a:prstGeom>
          <a:solidFill>
            <a:srgbClr val="FB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31596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「基準か、検査機か」の二択ではない。「基準を確かめる → 仕様を決める → 開発する」という順番の話。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仕様が軽くなるほど、検査機は投資基準を通りやすくなる。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5166360"/>
            <a:ext cx="11640312" cy="713232"/>
          </a:xfrm>
          <a:prstGeom prst="roundRect">
            <a:avLst>
              <a:gd name="adj" fmla="val 7692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516636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念のための確認: </a:t>
            </a:r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「基準の見直しだけで検査の人が減る」とは考えていない。検査の省人化効果は自動検査機の側に計上している。基準見直しの価値は、その検査機を成立させることにある。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6345936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 明工・生技G資料(2026/8/27)スライド8(不良33項目の内訳) ※どの項目をどう分けるかは、品質保証・工場QAの共同検証で決める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工程ごとの整理と、当日の進め方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対象(工場提示): 供給・箱詰め 約43名 + 検査 約23名 = 約66名(75%目標 → 約50名規模)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86384"/>
          <a:ext cx="116403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657600"/>
                <a:gridCol w="2651760"/>
                <a:gridCol w="336499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工程(工場提示)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無くせないか(基準・資材のルール側で)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減らせないか(まとめる・簡単にする)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機械に置き換える(工場案を土台に)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チューブ供給(5名)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歯磨包装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養生布はがし・数のチェック・パレット反転 — 資材や受入ルールを変えれば作業ごと無くせないか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運ぶ回数・ロットの見直し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供給の自動化 — 76百万円の見積もりを、①②の後にもう一度計算する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ブラシ供給(16名)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刷子包装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除電集塵機への投入 — 帯電対策を前の工程でできないか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複数ラインの供給をまとめて運ぶ(AMR)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中間製品供給機 — 場所の問題は②とセットで再検討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植毛 供給+箱詰め(22名)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段ボールのカット・フラップ留め — 箱の仕様変更で無くせないか。数のチェックの方式も見直す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空箱の解体などの細かい作業を束ねて兼務にする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ロボット1台に複数の作業を任せ、「1名あたりの投資額」を計算し直す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植毛 検査+長毛(23名)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15種類×実績の突き合わせで、検査機の仕様を絞る(前頁)。長毛は発生源を工程側で潰せないか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見回り検査と全数検査の役割を整理する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自動検査機(主役・工場案と一致)。絞った仕様で開発する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全体に関わること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投資基準(39,200/44,100千円/名)の前提人件費を、今の賃金水準に更新する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「1台1作業1ライン」ではなく「束ねて評価」に変える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023360"/>
            <a:ext cx="6858000" cy="1965960"/>
          </a:xfrm>
          <a:prstGeom prst="roundRect">
            <a:avLst>
              <a:gd name="adj" fmla="val 2791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09651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当日の進め方(4つ)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4352544"/>
            <a:ext cx="6583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最初に伝える: 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「やり直しではない。過去の見積もり・判断はそのまま活かし、変わった前提だけ更新する」(「ゼロベース」「棚卸し」という言葉は使わない)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工場のスコープ案は、そのまま自動化(③)の候補リストとして採用する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演習をひとつ: 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チューブ供給(76百万円)で「付帯作業を無くしたら装置はいくらになるか」を、その場で一緒に概算してみる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検査は前頁を提示: 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15種類×実績の突き合わせを、品質保証+工場QAの共同タスクとして提案する(費用ゼロ)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269480" y="4023360"/>
            <a:ext cx="4645152" cy="1965960"/>
          </a:xfrm>
          <a:prstGeom prst="roundRect">
            <a:avLst>
              <a:gd name="adj" fmla="val 279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409651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この場で決めたいこと(3つ)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4370832"/>
            <a:ext cx="4370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(a) 過去3案件の見積もりし直し(①②の後の仕様+今の賃金水準)を、早期成果の候補に加えるか
</a:t>
            </a:r>
            <a:pPr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(b) 検査15種類×実績の突き合わせ — 誰が・いつまでに(品質保証+工場QA、26/10目安)
</a:t>
            </a:r>
            <a:pPr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(c) 投資基準の前提更新を、SCM戦略部に依頼するか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" y="6172200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 明工・生技G資料(2026/8/27) ※①②の候補は仮説。やるかどうかは工場・品質保証との共同検証で決める(議論の上でタブーな内容はない前提)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2026-08-28T01:42:26Z</dcterms:created>
  <dcterms:modified xsi:type="dcterms:W3CDTF">2026-08-28T01:42:26Z</dcterms:modified>
</cp:coreProperties>
</file>
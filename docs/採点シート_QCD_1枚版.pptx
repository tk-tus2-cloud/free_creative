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Lst>
  <p:notesMasterIdLst>
    <p:notesMasterId r:id="rId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notesMaster" Target="notesMasters/notesMaster1.xml"/><Relationship Id="rId4" Type="http://schemas.openxmlformats.org/officeDocument/2006/relationships/presProps" Target="presProps.xml"/><Relationship Id="rId5" Type="http://schemas.openxmlformats.org/officeDocument/2006/relationships/viewProps" Target="viewProps.xml"/><Relationship Id="rId6" Type="http://schemas.openxmlformats.org/officeDocument/2006/relationships/theme" Target="theme/theme1.xml"/><Relationship Id="rId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84048" y="128016"/>
            <a:ext cx="8503920" cy="329184"/>
          </a:xfrm>
          <a:prstGeom prst="rect">
            <a:avLst/>
          </a:prstGeom>
          <a:noFill/>
          <a:ln/>
        </p:spPr>
        <p:txBody>
          <a:bodyPr wrap="square" lIns="0" tIns="0" rIns="0" bIns="0" rtlCol="0" anchor="ctr"/>
          <a:lstStyle/>
          <a:p>
            <a:pPr indent="0" marL="0">
              <a:buNone/>
            </a:pPr>
            <a:r>
              <a:rPr lang="en-US" sz="1700" b="1" dirty="0">
                <a:solidFill>
                  <a:srgbClr val="1E2761"/>
                </a:solidFill>
                <a:latin typeface="Meiryo UI" pitchFamily="34" charset="0"/>
                <a:ea typeface="Meiryo UI" pitchFamily="34" charset="-122"/>
                <a:cs typeface="Meiryo UI" pitchFamily="34" charset="-120"/>
              </a:rPr>
              <a:t>提案評価 採点シート（QCD・1枚版）</a:t>
            </a:r>
            <a:pPr indent="0" marL="0">
              <a:buNone/>
            </a:pPr>
            <a:r>
              <a:rPr lang="en-US" sz="950" dirty="0">
                <a:solidFill>
                  <a:srgbClr val="6B7280"/>
                </a:solidFill>
                <a:latin typeface="Meiryo UI" pitchFamily="34" charset="0"/>
                <a:ea typeface="Meiryo UI" pitchFamily="34" charset="-122"/>
                <a:cs typeface="Meiryo UI" pitchFamily="34" charset="-120"/>
              </a:rPr>
              <a:t>　SSBJ対応 要求定義支援ファーム選定｜社外秘・評価者限り</a:t>
            </a:r>
            <a:endParaRPr lang="en-US" sz="1700" dirty="0"/>
          </a:p>
        </p:txBody>
      </p:sp>
      <p:sp>
        <p:nvSpPr>
          <p:cNvPr id="3" name="Text 1"/>
          <p:cNvSpPr/>
          <p:nvPr/>
        </p:nvSpPr>
        <p:spPr>
          <a:xfrm>
            <a:off x="8229600" y="128016"/>
            <a:ext cx="3575304" cy="329184"/>
          </a:xfrm>
          <a:prstGeom prst="rect">
            <a:avLst/>
          </a:prstGeom>
          <a:noFill/>
          <a:ln/>
        </p:spPr>
        <p:txBody>
          <a:bodyPr wrap="square" lIns="0" tIns="0" rIns="0" bIns="0" rtlCol="0" anchor="ctr"/>
          <a:lstStyle/>
          <a:p>
            <a:pPr algn="r" indent="0" marL="0">
              <a:buNone/>
            </a:pPr>
            <a:r>
              <a:rPr lang="en-US" sz="850" dirty="0">
                <a:solidFill>
                  <a:srgbClr val="333333"/>
                </a:solidFill>
                <a:latin typeface="Meiryo UI" pitchFamily="34" charset="0"/>
                <a:ea typeface="Meiryo UI" pitchFamily="34" charset="-122"/>
                <a:cs typeface="Meiryo UI" pitchFamily="34" charset="-120"/>
              </a:rPr>
              <a:t>評価者：＿＿＿＿＿＿　所属：＿＿＿＿＿＿　記入日：＿＿／＿＿</a:t>
            </a:r>
            <a:endParaRPr lang="en-US" sz="850" dirty="0"/>
          </a:p>
        </p:txBody>
      </p:sp>
      <p:sp>
        <p:nvSpPr>
          <p:cNvPr id="4" name="Text 2"/>
          <p:cNvSpPr/>
          <p:nvPr/>
        </p:nvSpPr>
        <p:spPr>
          <a:xfrm>
            <a:off x="384048" y="530352"/>
            <a:ext cx="4114800" cy="201168"/>
          </a:xfrm>
          <a:prstGeom prst="rect">
            <a:avLst/>
          </a:prstGeom>
          <a:noFill/>
          <a:ln/>
        </p:spPr>
        <p:txBody>
          <a:bodyPr wrap="square" lIns="0" tIns="0" rIns="0" bIns="0" rtlCol="0" anchor="ctr"/>
          <a:lstStyle/>
          <a:p>
            <a:pPr indent="0" marL="0">
              <a:buNone/>
            </a:pPr>
            <a:r>
              <a:rPr lang="en-US" sz="950" b="1" dirty="0">
                <a:solidFill>
                  <a:srgbClr val="1E2761"/>
                </a:solidFill>
                <a:latin typeface="Meiryo UI" pitchFamily="34" charset="0"/>
                <a:ea typeface="Meiryo UI" pitchFamily="34" charset="-122"/>
                <a:cs typeface="Meiryo UI" pitchFamily="34" charset="-120"/>
              </a:rPr>
              <a:t>共通アンカー（全15項目を同じ物差しで採点する）</a:t>
            </a:r>
            <a:endParaRPr lang="en-US" sz="950" dirty="0"/>
          </a:p>
        </p:txBody>
      </p:sp>
      <p:sp>
        <p:nvSpPr>
          <p:cNvPr id="5" name="Shape 3"/>
          <p:cNvSpPr/>
          <p:nvPr/>
        </p:nvSpPr>
        <p:spPr>
          <a:xfrm>
            <a:off x="384048" y="749808"/>
            <a:ext cx="2225650" cy="365760"/>
          </a:xfrm>
          <a:prstGeom prst="roundRect">
            <a:avLst>
              <a:gd name="adj" fmla="val 10000"/>
            </a:avLst>
          </a:prstGeom>
          <a:solidFill>
            <a:srgbClr val="EEF3FB"/>
          </a:solidFill>
          <a:ln w="6350">
            <a:solidFill>
              <a:srgbClr val="C9D2E3"/>
            </a:solidFill>
            <a:prstDash val="solid"/>
          </a:ln>
        </p:spPr>
      </p:sp>
      <p:sp>
        <p:nvSpPr>
          <p:cNvPr id="6" name="Text 4"/>
          <p:cNvSpPr/>
          <p:nvPr/>
        </p:nvSpPr>
        <p:spPr>
          <a:xfrm>
            <a:off x="457200" y="749808"/>
            <a:ext cx="2097634" cy="365760"/>
          </a:xfrm>
          <a:prstGeom prst="rect">
            <a:avLst/>
          </a:prstGeom>
          <a:noFill/>
          <a:ln/>
        </p:spPr>
        <p:txBody>
          <a:bodyPr wrap="square" lIns="0" tIns="0" rIns="0" bIns="0" rtlCol="0" anchor="ctr"/>
          <a:lstStyle/>
          <a:p>
            <a:pPr indent="0" marL="0">
              <a:lnSpc>
                <a:spcPts val="900"/>
              </a:lnSpc>
              <a:buNone/>
            </a:pPr>
            <a:r>
              <a:rPr lang="en-US" sz="1200" b="1" dirty="0">
                <a:solidFill>
                  <a:srgbClr val="2E7D32"/>
                </a:solidFill>
                <a:latin typeface="Meiryo UI" pitchFamily="34" charset="0"/>
                <a:ea typeface="Meiryo UI" pitchFamily="34" charset="-122"/>
                <a:cs typeface="Meiryo UI" pitchFamily="34" charset="-120"/>
              </a:rPr>
              <a:t>5　</a:t>
            </a:r>
            <a:pPr indent="0" marL="0">
              <a:lnSpc>
                <a:spcPts val="900"/>
              </a:lnSpc>
              <a:buNone/>
            </a:pPr>
            <a:r>
              <a:rPr lang="en-US" sz="750" dirty="0">
                <a:solidFill>
                  <a:srgbClr val="333333"/>
                </a:solidFill>
                <a:latin typeface="Meiryo UI" pitchFamily="34" charset="0"/>
                <a:ea typeface="Meiryo UI" pitchFamily="34" charset="-122"/>
                <a:cs typeface="Meiryo UI" pitchFamily="34" charset="-120"/>
              </a:rPr>
              <a:t>想定超の独自知見。実名・事例・数値の裏付けが完全</a:t>
            </a:r>
            <a:endParaRPr lang="en-US" sz="1200" dirty="0"/>
          </a:p>
        </p:txBody>
      </p:sp>
      <p:sp>
        <p:nvSpPr>
          <p:cNvPr id="7" name="Shape 5"/>
          <p:cNvSpPr/>
          <p:nvPr/>
        </p:nvSpPr>
        <p:spPr>
          <a:xfrm>
            <a:off x="2682850" y="749808"/>
            <a:ext cx="2225650" cy="365760"/>
          </a:xfrm>
          <a:prstGeom prst="roundRect">
            <a:avLst>
              <a:gd name="adj" fmla="val 10000"/>
            </a:avLst>
          </a:prstGeom>
          <a:solidFill>
            <a:srgbClr val="EEF3FB"/>
          </a:solidFill>
          <a:ln w="6350">
            <a:solidFill>
              <a:srgbClr val="C9D2E3"/>
            </a:solidFill>
            <a:prstDash val="solid"/>
          </a:ln>
        </p:spPr>
      </p:sp>
      <p:sp>
        <p:nvSpPr>
          <p:cNvPr id="8" name="Text 6"/>
          <p:cNvSpPr/>
          <p:nvPr/>
        </p:nvSpPr>
        <p:spPr>
          <a:xfrm>
            <a:off x="2756002" y="749808"/>
            <a:ext cx="2097634" cy="365760"/>
          </a:xfrm>
          <a:prstGeom prst="rect">
            <a:avLst/>
          </a:prstGeom>
          <a:noFill/>
          <a:ln/>
        </p:spPr>
        <p:txBody>
          <a:bodyPr wrap="square" lIns="0" tIns="0" rIns="0" bIns="0" rtlCol="0" anchor="ctr"/>
          <a:lstStyle/>
          <a:p>
            <a:pPr indent="0" marL="0">
              <a:lnSpc>
                <a:spcPts val="900"/>
              </a:lnSpc>
              <a:buNone/>
            </a:pPr>
            <a:r>
              <a:rPr lang="en-US" sz="1200" b="1" dirty="0">
                <a:solidFill>
                  <a:srgbClr val="3A4A9F"/>
                </a:solidFill>
                <a:latin typeface="Meiryo UI" pitchFamily="34" charset="0"/>
                <a:ea typeface="Meiryo UI" pitchFamily="34" charset="-122"/>
                <a:cs typeface="Meiryo UI" pitchFamily="34" charset="-120"/>
              </a:rPr>
              <a:t>4　</a:t>
            </a:r>
            <a:pPr indent="0" marL="0">
              <a:lnSpc>
                <a:spcPts val="900"/>
              </a:lnSpc>
              <a:buNone/>
            </a:pPr>
            <a:r>
              <a:rPr lang="en-US" sz="750" dirty="0">
                <a:solidFill>
                  <a:srgbClr val="333333"/>
                </a:solidFill>
                <a:latin typeface="Meiryo UI" pitchFamily="34" charset="0"/>
                <a:ea typeface="Meiryo UI" pitchFamily="34" charset="-122"/>
                <a:cs typeface="Meiryo UI" pitchFamily="34" charset="-120"/>
              </a:rPr>
              <a:t>要求を満たし裏付けが具体的。懸念に先回りあり</a:t>
            </a:r>
            <a:endParaRPr lang="en-US" sz="1200" dirty="0"/>
          </a:p>
        </p:txBody>
      </p:sp>
      <p:sp>
        <p:nvSpPr>
          <p:cNvPr id="9" name="Shape 7"/>
          <p:cNvSpPr/>
          <p:nvPr/>
        </p:nvSpPr>
        <p:spPr>
          <a:xfrm>
            <a:off x="4981651" y="749808"/>
            <a:ext cx="2225650" cy="365760"/>
          </a:xfrm>
          <a:prstGeom prst="roundRect">
            <a:avLst>
              <a:gd name="adj" fmla="val 10000"/>
            </a:avLst>
          </a:prstGeom>
          <a:solidFill>
            <a:srgbClr val="EEF3FB"/>
          </a:solidFill>
          <a:ln w="6350">
            <a:solidFill>
              <a:srgbClr val="C9D2E3"/>
            </a:solidFill>
            <a:prstDash val="solid"/>
          </a:ln>
        </p:spPr>
      </p:sp>
      <p:sp>
        <p:nvSpPr>
          <p:cNvPr id="10" name="Text 8"/>
          <p:cNvSpPr/>
          <p:nvPr/>
        </p:nvSpPr>
        <p:spPr>
          <a:xfrm>
            <a:off x="5054803" y="749808"/>
            <a:ext cx="2097634" cy="365760"/>
          </a:xfrm>
          <a:prstGeom prst="rect">
            <a:avLst/>
          </a:prstGeom>
          <a:noFill/>
          <a:ln/>
        </p:spPr>
        <p:txBody>
          <a:bodyPr wrap="square" lIns="0" tIns="0" rIns="0" bIns="0" rtlCol="0" anchor="ctr"/>
          <a:lstStyle/>
          <a:p>
            <a:pPr indent="0" marL="0">
              <a:lnSpc>
                <a:spcPts val="900"/>
              </a:lnSpc>
              <a:buNone/>
            </a:pPr>
            <a:r>
              <a:rPr lang="en-US" sz="1200" b="1" dirty="0">
                <a:solidFill>
                  <a:srgbClr val="6B7280"/>
                </a:solidFill>
                <a:latin typeface="Meiryo UI" pitchFamily="34" charset="0"/>
                <a:ea typeface="Meiryo UI" pitchFamily="34" charset="-122"/>
                <a:cs typeface="Meiryo UI" pitchFamily="34" charset="-120"/>
              </a:rPr>
              <a:t>3　</a:t>
            </a:r>
            <a:pPr indent="0" marL="0">
              <a:lnSpc>
                <a:spcPts val="900"/>
              </a:lnSpc>
              <a:buNone/>
            </a:pPr>
            <a:r>
              <a:rPr lang="en-US" sz="750" dirty="0">
                <a:solidFill>
                  <a:srgbClr val="333333"/>
                </a:solidFill>
                <a:latin typeface="Meiryo UI" pitchFamily="34" charset="0"/>
                <a:ea typeface="Meiryo UI" pitchFamily="34" charset="-122"/>
                <a:cs typeface="Meiryo UI" pitchFamily="34" charset="-120"/>
              </a:rPr>
              <a:t>要求は満たすが一般論。裏付けなき主張の上限</a:t>
            </a:r>
            <a:endParaRPr lang="en-US" sz="1200" dirty="0"/>
          </a:p>
        </p:txBody>
      </p:sp>
      <p:sp>
        <p:nvSpPr>
          <p:cNvPr id="11" name="Shape 9"/>
          <p:cNvSpPr/>
          <p:nvPr/>
        </p:nvSpPr>
        <p:spPr>
          <a:xfrm>
            <a:off x="7280453" y="749808"/>
            <a:ext cx="2225650" cy="365760"/>
          </a:xfrm>
          <a:prstGeom prst="roundRect">
            <a:avLst>
              <a:gd name="adj" fmla="val 10000"/>
            </a:avLst>
          </a:prstGeom>
          <a:solidFill>
            <a:srgbClr val="EEF3FB"/>
          </a:solidFill>
          <a:ln w="6350">
            <a:solidFill>
              <a:srgbClr val="C9D2E3"/>
            </a:solidFill>
            <a:prstDash val="solid"/>
          </a:ln>
        </p:spPr>
      </p:sp>
      <p:sp>
        <p:nvSpPr>
          <p:cNvPr id="12" name="Text 10"/>
          <p:cNvSpPr/>
          <p:nvPr/>
        </p:nvSpPr>
        <p:spPr>
          <a:xfrm>
            <a:off x="7353605" y="749808"/>
            <a:ext cx="2097634" cy="365760"/>
          </a:xfrm>
          <a:prstGeom prst="rect">
            <a:avLst/>
          </a:prstGeom>
          <a:noFill/>
          <a:ln/>
        </p:spPr>
        <p:txBody>
          <a:bodyPr wrap="square" lIns="0" tIns="0" rIns="0" bIns="0" rtlCol="0" anchor="ctr"/>
          <a:lstStyle/>
          <a:p>
            <a:pPr indent="0" marL="0">
              <a:lnSpc>
                <a:spcPts val="900"/>
              </a:lnSpc>
              <a:buNone/>
            </a:pPr>
            <a:r>
              <a:rPr lang="en-US" sz="1200" b="1" dirty="0">
                <a:solidFill>
                  <a:srgbClr val="B4700A"/>
                </a:solidFill>
                <a:latin typeface="Meiryo UI" pitchFamily="34" charset="0"/>
                <a:ea typeface="Meiryo UI" pitchFamily="34" charset="-122"/>
                <a:cs typeface="Meiryo UI" pitchFamily="34" charset="-120"/>
              </a:rPr>
              <a:t>2　</a:t>
            </a:r>
            <a:pPr indent="0" marL="0">
              <a:lnSpc>
                <a:spcPts val="900"/>
              </a:lnSpc>
              <a:buNone/>
            </a:pPr>
            <a:r>
              <a:rPr lang="en-US" sz="750" dirty="0">
                <a:solidFill>
                  <a:srgbClr val="333333"/>
                </a:solidFill>
                <a:latin typeface="Meiryo UI" pitchFamily="34" charset="0"/>
                <a:ea typeface="Meiryo UI" pitchFamily="34" charset="-122"/>
                <a:cs typeface="Meiryo UI" pitchFamily="34" charset="-120"/>
              </a:rPr>
              <a:t>一部が不明確。質疑でも解消されず実現性に疑問</a:t>
            </a:r>
            <a:endParaRPr lang="en-US" sz="1200" dirty="0"/>
          </a:p>
        </p:txBody>
      </p:sp>
      <p:sp>
        <p:nvSpPr>
          <p:cNvPr id="13" name="Shape 11"/>
          <p:cNvSpPr/>
          <p:nvPr/>
        </p:nvSpPr>
        <p:spPr>
          <a:xfrm>
            <a:off x="9579254" y="749808"/>
            <a:ext cx="2225650" cy="365760"/>
          </a:xfrm>
          <a:prstGeom prst="roundRect">
            <a:avLst>
              <a:gd name="adj" fmla="val 10000"/>
            </a:avLst>
          </a:prstGeom>
          <a:solidFill>
            <a:srgbClr val="EEF3FB"/>
          </a:solidFill>
          <a:ln w="6350">
            <a:solidFill>
              <a:srgbClr val="C9D2E3"/>
            </a:solidFill>
            <a:prstDash val="solid"/>
          </a:ln>
        </p:spPr>
      </p:sp>
      <p:sp>
        <p:nvSpPr>
          <p:cNvPr id="14" name="Text 12"/>
          <p:cNvSpPr/>
          <p:nvPr/>
        </p:nvSpPr>
        <p:spPr>
          <a:xfrm>
            <a:off x="9652406" y="749808"/>
            <a:ext cx="2097634" cy="365760"/>
          </a:xfrm>
          <a:prstGeom prst="rect">
            <a:avLst/>
          </a:prstGeom>
          <a:noFill/>
          <a:ln/>
        </p:spPr>
        <p:txBody>
          <a:bodyPr wrap="square" lIns="0" tIns="0" rIns="0" bIns="0" rtlCol="0" anchor="ctr"/>
          <a:lstStyle/>
          <a:p>
            <a:pPr indent="0" marL="0">
              <a:lnSpc>
                <a:spcPts val="900"/>
              </a:lnSpc>
              <a:buNone/>
            </a:pPr>
            <a:r>
              <a:rPr lang="en-US" sz="1200" b="1" dirty="0">
                <a:solidFill>
                  <a:srgbClr val="B03A2E"/>
                </a:solidFill>
                <a:latin typeface="Meiryo UI" pitchFamily="34" charset="0"/>
                <a:ea typeface="Meiryo UI" pitchFamily="34" charset="-122"/>
                <a:cs typeface="Meiryo UI" pitchFamily="34" charset="-120"/>
              </a:rPr>
              <a:t>1　</a:t>
            </a:r>
            <a:pPr indent="0" marL="0">
              <a:lnSpc>
                <a:spcPts val="900"/>
              </a:lnSpc>
              <a:buNone/>
            </a:pPr>
            <a:r>
              <a:rPr lang="en-US" sz="750" dirty="0">
                <a:solidFill>
                  <a:srgbClr val="333333"/>
                </a:solidFill>
                <a:latin typeface="Meiryo UI" pitchFamily="34" charset="0"/>
                <a:ea typeface="Meiryo UI" pitchFamily="34" charset="-122"/>
                <a:cs typeface="Meiryo UI" pitchFamily="34" charset="-120"/>
              </a:rPr>
              <a:t>要求未達。根拠なき約束・実現性に重大疑義</a:t>
            </a:r>
            <a:endParaRPr lang="en-US" sz="1200" dirty="0"/>
          </a:p>
        </p:txBody>
      </p:sp>
      <p:sp>
        <p:nvSpPr>
          <p:cNvPr id="15" name="Text 13"/>
          <p:cNvSpPr/>
          <p:nvPr/>
        </p:nvSpPr>
        <p:spPr>
          <a:xfrm>
            <a:off x="384048" y="1170432"/>
            <a:ext cx="11420856" cy="384048"/>
          </a:xfrm>
          <a:prstGeom prst="rect">
            <a:avLst/>
          </a:prstGeom>
          <a:noFill/>
          <a:ln/>
        </p:spPr>
        <p:txBody>
          <a:bodyPr wrap="square" lIns="0" tIns="0" rIns="0" bIns="0" rtlCol="0" anchor="t"/>
          <a:lstStyle/>
          <a:p>
            <a:pPr indent="0" marL="0">
              <a:lnSpc>
                <a:spcPts val="1150"/>
              </a:lnSpc>
              <a:buNone/>
            </a:pPr>
            <a:r>
              <a:rPr lang="en-US" sz="850" b="1" dirty="0">
                <a:solidFill>
                  <a:srgbClr val="1E2761"/>
                </a:solidFill>
                <a:latin typeface="Meiryo UI" pitchFamily="34" charset="0"/>
                <a:ea typeface="Meiryo UI" pitchFamily="34" charset="-122"/>
                <a:cs typeface="Meiryo UI" pitchFamily="34" charset="-120"/>
              </a:rPr>
              <a:t>解釈を揃える4つの約束：</a:t>
            </a:r>
            <a:pPr indent="0" marL="0">
              <a:lnSpc>
                <a:spcPts val="1150"/>
              </a:lnSpc>
              <a:buNone/>
            </a:pPr>
            <a:r>
              <a:rPr lang="en-US" sz="850" dirty="0">
                <a:solidFill>
                  <a:srgbClr val="333333"/>
                </a:solidFill>
                <a:latin typeface="Meiryo UI" pitchFamily="34" charset="0"/>
                <a:ea typeface="Meiryo UI" pitchFamily="34" charset="-122"/>
                <a:cs typeface="Meiryo UI" pitchFamily="34" charset="-120"/>
              </a:rPr>
              <a:t>①「何をやるか」ではなく「どうやるか＋やった証拠（実名・事例・数値）」で採点する　②裏付けのない主張は素点3を超えない　③書面評価は仮採点とし、コンペ質疑の回答を反映した確定素点のみ本シートに記入する　④得点＝配点×素点÷5（小数第1位まで）。素点に迷ったら低い方を付け、質疑で解消してから確定する</a:t>
            </a:r>
            <a:endParaRPr lang="en-US" sz="850" dirty="0"/>
          </a:p>
        </p:txBody>
      </p:sp>
      <p:graphicFrame>
        <p:nvGraphicFramePr>
          <p:cNvPr id="2" name="Table 0"/>
          <p:cNvGraphicFramePr>
            <a:graphicFrameLocks noGrp="1"/>
          </p:cNvGraphicFramePr>
          <p:nvPr>
            <p:extLst>
              <p:ext uri="{D42A27DB-BD31-4B8C-83A1-F6EECF244321}">
                <p14:modId xmlns:p14="http://schemas.microsoft.com/office/powerpoint/2010/main" val="1579011935"/>
              </p:ext>
            </p:extLst>
          </p:nvPr>
        </p:nvGraphicFramePr>
        <p:xfrm>
          <a:off x="384048" y="1572768"/>
          <a:ext cx="11420856" cy="914400"/>
        </p:xfrm>
        <a:graphic>
          <a:graphicData uri="http://schemas.openxmlformats.org/drawingml/2006/table">
            <a:tbl>
              <a:tblPr/>
              <a:tblGrid>
                <a:gridCol w="384048"/>
                <a:gridCol w="1938528"/>
                <a:gridCol w="5056632"/>
                <a:gridCol w="438912"/>
                <a:gridCol w="603504"/>
                <a:gridCol w="603504"/>
                <a:gridCol w="603504"/>
                <a:gridCol w="603504"/>
                <a:gridCol w="594360"/>
                <a:gridCol w="594360"/>
              </a:tblGrid>
              <a:tr h="219456">
                <a:tc rowSpan="2">
                  <a:txBody>
                    <a:bodyPr/>
                    <a:lstStyle/>
                    <a:p>
                      <a:pPr algn="ctr" indent="0" marL="0">
                        <a:buNone/>
                      </a:pPr>
                      <a:r>
                        <a:rPr lang="en-US" sz="850" b="1" dirty="0">
                          <a:solidFill>
                            <a:srgbClr val="FFFFFF"/>
                          </a:solidFill>
                          <a:latin typeface="Meiryo UI" pitchFamily="34" charset="0"/>
                          <a:ea typeface="Meiryo UI" pitchFamily="34" charset="-122"/>
                          <a:cs typeface="Meiryo UI" pitchFamily="34" charset="-120"/>
                        </a:rPr>
                        <a:t>No.</a:t>
                      </a:r>
                      <a:endParaRPr lang="en-US" sz="850" dirty="0">
                        <a:latin typeface="Meiryo UI" charset="0"/>
                        <a:ea typeface="Meiryo UI" charset="0"/>
                        <a:cs typeface="Meiryo UI" charset="0"/>
                      </a:endParaRPr>
                    </a:p>
                  </a:txBody>
                  <a:tcPr marL="41148" marR="41148" marT="41148" marB="41148" anchor="ctr">
                    <a:lnL w="6350" cap="flat" cmpd="sng" algn="ctr">
                      <a:solidFill>
                        <a:srgbClr val="C9D2E3"/>
                      </a:solidFill>
                      <a:prstDash val="solid"/>
                      <a:round/>
                      <a:headEnd type="none" w="med" len="med"/>
                      <a:tailEnd type="none" w="med" len="med"/>
                    </a:lnL>
                    <a:lnR w="6350" cap="flat" cmpd="sng" algn="ctr">
                      <a:solidFill>
                        <a:srgbClr val="C9D2E3"/>
                      </a:solidFill>
                      <a:prstDash val="solid"/>
                      <a:round/>
                      <a:headEnd type="none" w="med" len="med"/>
                      <a:tailEnd type="none" w="med" len="med"/>
                    </a:lnR>
                    <a:lnT w="6350" cap="flat" cmpd="sng" algn="ctr">
                      <a:solidFill>
                        <a:srgbClr val="C9D2E3"/>
                      </a:solidFill>
                      <a:prstDash val="solid"/>
                      <a:round/>
                      <a:headEnd type="none" w="med" len="med"/>
                      <a:tailEnd type="none" w="med" len="med"/>
                    </a:lnT>
                    <a:lnB w="6350" cap="flat" cmpd="sng" algn="ctr">
                      <a:solidFill>
                        <a:srgbClr val="C9D2E3"/>
                      </a:solidFill>
                      <a:prstDash val="solid"/>
                      <a:round/>
                      <a:headEnd type="none" w="med" len="med"/>
                      <a:tailEnd type="none" w="med" len="med"/>
                    </a:lnB>
                    <a:solidFill>
                      <a:srgbClr val="1E2761"/>
                    </a:solidFill>
                  </a:tcPr>
                </a:tc>
                <a:tc rowSpan="2">
                  <a:txBody>
                    <a:bodyPr/>
                    <a:lstStyle/>
                    <a:p>
                      <a:pPr algn="l" indent="0" marL="0">
                        <a:buNone/>
                      </a:pPr>
                      <a:r>
                        <a:rPr lang="en-US" sz="850" b="1" dirty="0">
                          <a:solidFill>
                            <a:srgbClr val="FFFFFF"/>
                          </a:solidFill>
                          <a:latin typeface="Meiryo UI" pitchFamily="34" charset="0"/>
                          <a:ea typeface="Meiryo UI" pitchFamily="34" charset="-122"/>
                          <a:cs typeface="Meiryo UI" pitchFamily="34" charset="-120"/>
                        </a:rPr>
                        <a:t>採点項目</a:t>
                      </a:r>
                      <a:endParaRPr lang="en-US" sz="850" dirty="0">
                        <a:latin typeface="Meiryo UI" charset="0"/>
                        <a:ea typeface="Meiryo UI" charset="0"/>
                        <a:cs typeface="Meiryo UI" charset="0"/>
                      </a:endParaRPr>
                    </a:p>
                  </a:txBody>
                  <a:tcPr marL="41148" marR="41148" marT="41148" marB="41148" anchor="ctr">
                    <a:lnL w="6350" cap="flat" cmpd="sng" algn="ctr">
                      <a:solidFill>
                        <a:srgbClr val="C9D2E3"/>
                      </a:solidFill>
                      <a:prstDash val="solid"/>
                      <a:round/>
                      <a:headEnd type="none" w="med" len="med"/>
                      <a:tailEnd type="none" w="med" len="med"/>
                    </a:lnL>
                    <a:lnR w="6350" cap="flat" cmpd="sng" algn="ctr">
                      <a:solidFill>
                        <a:srgbClr val="C9D2E3"/>
                      </a:solidFill>
                      <a:prstDash val="solid"/>
                      <a:round/>
                      <a:headEnd type="none" w="med" len="med"/>
                      <a:tailEnd type="none" w="med" len="med"/>
                    </a:lnR>
                    <a:lnT w="6350" cap="flat" cmpd="sng" algn="ctr">
                      <a:solidFill>
                        <a:srgbClr val="C9D2E3"/>
                      </a:solidFill>
                      <a:prstDash val="solid"/>
                      <a:round/>
                      <a:headEnd type="none" w="med" len="med"/>
                      <a:tailEnd type="none" w="med" len="med"/>
                    </a:lnT>
                    <a:lnB w="6350" cap="flat" cmpd="sng" algn="ctr">
                      <a:solidFill>
                        <a:srgbClr val="C9D2E3"/>
                      </a:solidFill>
                      <a:prstDash val="solid"/>
                      <a:round/>
                      <a:headEnd type="none" w="med" len="med"/>
                      <a:tailEnd type="none" w="med" len="med"/>
                    </a:lnB>
                    <a:solidFill>
                      <a:srgbClr val="1E2761"/>
                    </a:solidFill>
                  </a:tcPr>
                </a:tc>
                <a:tc rowSpan="2">
                  <a:txBody>
                    <a:bodyPr/>
                    <a:lstStyle/>
                    <a:p>
                      <a:pPr algn="l" indent="0" marL="0">
                        <a:buNone/>
                      </a:pPr>
                      <a:r>
                        <a:rPr lang="en-US" sz="850" b="1" dirty="0">
                          <a:solidFill>
                            <a:srgbClr val="FFFFFF"/>
                          </a:solidFill>
                          <a:latin typeface="Meiryo UI" pitchFamily="34" charset="0"/>
                          <a:ea typeface="Meiryo UI" pitchFamily="34" charset="-122"/>
                          <a:cs typeface="Meiryo UI" pitchFamily="34" charset="-120"/>
                        </a:rPr>
                        <a:t>評価の着眼点（この観点だけで判定する）</a:t>
                      </a:r>
                      <a:endParaRPr lang="en-US" sz="850" dirty="0">
                        <a:latin typeface="Meiryo UI" charset="0"/>
                        <a:ea typeface="Meiryo UI" charset="0"/>
                        <a:cs typeface="Meiryo UI" charset="0"/>
                      </a:endParaRPr>
                    </a:p>
                  </a:txBody>
                  <a:tcPr marL="41148" marR="41148" marT="41148" marB="41148" anchor="ctr">
                    <a:lnL w="6350" cap="flat" cmpd="sng" algn="ctr">
                      <a:solidFill>
                        <a:srgbClr val="C9D2E3"/>
                      </a:solidFill>
                      <a:prstDash val="solid"/>
                      <a:round/>
                      <a:headEnd type="none" w="med" len="med"/>
                      <a:tailEnd type="none" w="med" len="med"/>
                    </a:lnL>
                    <a:lnR w="6350" cap="flat" cmpd="sng" algn="ctr">
                      <a:solidFill>
                        <a:srgbClr val="C9D2E3"/>
                      </a:solidFill>
                      <a:prstDash val="solid"/>
                      <a:round/>
                      <a:headEnd type="none" w="med" len="med"/>
                      <a:tailEnd type="none" w="med" len="med"/>
                    </a:lnR>
                    <a:lnT w="6350" cap="flat" cmpd="sng" algn="ctr">
                      <a:solidFill>
                        <a:srgbClr val="C9D2E3"/>
                      </a:solidFill>
                      <a:prstDash val="solid"/>
                      <a:round/>
                      <a:headEnd type="none" w="med" len="med"/>
                      <a:tailEnd type="none" w="med" len="med"/>
                    </a:lnT>
                    <a:lnB w="6350" cap="flat" cmpd="sng" algn="ctr">
                      <a:solidFill>
                        <a:srgbClr val="C9D2E3"/>
                      </a:solidFill>
                      <a:prstDash val="solid"/>
                      <a:round/>
                      <a:headEnd type="none" w="med" len="med"/>
                      <a:tailEnd type="none" w="med" len="med"/>
                    </a:lnB>
                    <a:solidFill>
                      <a:srgbClr val="1E2761"/>
                    </a:solidFill>
                  </a:tcPr>
                </a:tc>
                <a:tc rowSpan="2">
                  <a:txBody>
                    <a:bodyPr/>
                    <a:lstStyle/>
                    <a:p>
                      <a:pPr algn="ctr" indent="0" marL="0">
                        <a:buNone/>
                      </a:pPr>
                      <a:r>
                        <a:rPr lang="en-US" sz="850" b="1" dirty="0">
                          <a:solidFill>
                            <a:srgbClr val="FFFFFF"/>
                          </a:solidFill>
                          <a:latin typeface="Meiryo UI" pitchFamily="34" charset="0"/>
                          <a:ea typeface="Meiryo UI" pitchFamily="34" charset="-122"/>
                          <a:cs typeface="Meiryo UI" pitchFamily="34" charset="-120"/>
                        </a:rPr>
                        <a:t>配点</a:t>
                      </a:r>
                      <a:endParaRPr lang="en-US" sz="850" dirty="0">
                        <a:latin typeface="Meiryo UI" charset="0"/>
                        <a:ea typeface="Meiryo UI" charset="0"/>
                        <a:cs typeface="Meiryo UI" charset="0"/>
                      </a:endParaRPr>
                    </a:p>
                  </a:txBody>
                  <a:tcPr marL="41148" marR="41148" marT="41148" marB="41148" anchor="ctr">
                    <a:lnL w="6350" cap="flat" cmpd="sng" algn="ctr">
                      <a:solidFill>
                        <a:srgbClr val="C9D2E3"/>
                      </a:solidFill>
                      <a:prstDash val="solid"/>
                      <a:round/>
                      <a:headEnd type="none" w="med" len="med"/>
                      <a:tailEnd type="none" w="med" len="med"/>
                    </a:lnL>
                    <a:lnR w="6350" cap="flat" cmpd="sng" algn="ctr">
                      <a:solidFill>
                        <a:srgbClr val="C9D2E3"/>
                      </a:solidFill>
                      <a:prstDash val="solid"/>
                      <a:round/>
                      <a:headEnd type="none" w="med" len="med"/>
                      <a:tailEnd type="none" w="med" len="med"/>
                    </a:lnR>
                    <a:lnT w="6350" cap="flat" cmpd="sng" algn="ctr">
                      <a:solidFill>
                        <a:srgbClr val="C9D2E3"/>
                      </a:solidFill>
                      <a:prstDash val="solid"/>
                      <a:round/>
                      <a:headEnd type="none" w="med" len="med"/>
                      <a:tailEnd type="none" w="med" len="med"/>
                    </a:lnT>
                    <a:lnB w="6350" cap="flat" cmpd="sng" algn="ctr">
                      <a:solidFill>
                        <a:srgbClr val="C9D2E3"/>
                      </a:solidFill>
                      <a:prstDash val="solid"/>
                      <a:round/>
                      <a:headEnd type="none" w="med" len="med"/>
                      <a:tailEnd type="none" w="med" len="med"/>
                    </a:lnB>
                    <a:solidFill>
                      <a:srgbClr val="1E2761"/>
                    </a:solidFill>
                  </a:tcPr>
                </a:tc>
                <a:tc gridSpan="2">
                  <a:txBody>
                    <a:bodyPr/>
                    <a:lstStyle/>
                    <a:p>
                      <a:pPr algn="l" indent="0" marL="0">
                        <a:buNone/>
                      </a:pPr>
                      <a:r>
                        <a:rPr lang="en-US" sz="850" b="1" dirty="0">
                          <a:solidFill>
                            <a:srgbClr val="FFFFFF"/>
                          </a:solidFill>
                          <a:latin typeface="Meiryo UI" pitchFamily="34" charset="0"/>
                          <a:ea typeface="Meiryo UI" pitchFamily="34" charset="-122"/>
                          <a:cs typeface="Meiryo UI" pitchFamily="34" charset="-120"/>
                        </a:rPr>
                        <a:t>A社：</a:t>
                      </a:r>
                      <a:endParaRPr lang="en-US" sz="850" dirty="0">
                        <a:latin typeface="Meiryo UI" charset="0"/>
                        <a:ea typeface="Meiryo UI" charset="0"/>
                        <a:cs typeface="Meiryo UI" charset="0"/>
                      </a:endParaRPr>
                    </a:p>
                  </a:txBody>
                  <a:tcPr marL="41148" marR="41148" marT="41148" marB="41148" anchor="ctr">
                    <a:lnL w="6350" cap="flat" cmpd="sng" algn="ctr">
                      <a:solidFill>
                        <a:srgbClr val="C9D2E3"/>
                      </a:solidFill>
                      <a:prstDash val="solid"/>
                      <a:round/>
                      <a:headEnd type="none" w="med" len="med"/>
                      <a:tailEnd type="none" w="med" len="med"/>
                    </a:lnL>
                    <a:lnR w="6350" cap="flat" cmpd="sng" algn="ctr">
                      <a:solidFill>
                        <a:srgbClr val="C9D2E3"/>
                      </a:solidFill>
                      <a:prstDash val="solid"/>
                      <a:round/>
                      <a:headEnd type="none" w="med" len="med"/>
                      <a:tailEnd type="none" w="med" len="med"/>
                    </a:lnR>
                    <a:lnT w="6350" cap="flat" cmpd="sng" algn="ctr">
                      <a:solidFill>
                        <a:srgbClr val="C9D2E3"/>
                      </a:solidFill>
                      <a:prstDash val="solid"/>
                      <a:round/>
                      <a:headEnd type="none" w="med" len="med"/>
                      <a:tailEnd type="none" w="med" len="med"/>
                    </a:lnT>
                    <a:lnB w="6350" cap="flat" cmpd="sng" algn="ctr">
                      <a:solidFill>
                        <a:srgbClr val="C9D2E3"/>
                      </a:solidFill>
                      <a:prstDash val="solid"/>
                      <a:round/>
                      <a:headEnd type="none" w="med" len="med"/>
                      <a:tailEnd type="none" w="med" len="med"/>
                    </a:lnB>
                    <a:solidFill>
                      <a:srgbClr val="1E2761"/>
                    </a:solidFill>
                  </a:tcPr>
                </a:tc>
                <a:tc hMerge="1">
                  <a:tcPr/>
                </a:tc>
                <a:tc gridSpan="2">
                  <a:txBody>
                    <a:bodyPr/>
                    <a:lstStyle/>
                    <a:p>
                      <a:pPr algn="l" indent="0" marL="0">
                        <a:buNone/>
                      </a:pPr>
                      <a:r>
                        <a:rPr lang="en-US" sz="850" b="1" dirty="0">
                          <a:solidFill>
                            <a:srgbClr val="FFFFFF"/>
                          </a:solidFill>
                          <a:latin typeface="Meiryo UI" pitchFamily="34" charset="0"/>
                          <a:ea typeface="Meiryo UI" pitchFamily="34" charset="-122"/>
                          <a:cs typeface="Meiryo UI" pitchFamily="34" charset="-120"/>
                        </a:rPr>
                        <a:t>B社：</a:t>
                      </a:r>
                      <a:endParaRPr lang="en-US" sz="850" dirty="0">
                        <a:latin typeface="Meiryo UI" charset="0"/>
                        <a:ea typeface="Meiryo UI" charset="0"/>
                        <a:cs typeface="Meiryo UI" charset="0"/>
                      </a:endParaRPr>
                    </a:p>
                  </a:txBody>
                  <a:tcPr marL="41148" marR="41148" marT="41148" marB="41148" anchor="ctr">
                    <a:lnL w="6350" cap="flat" cmpd="sng" algn="ctr">
                      <a:solidFill>
                        <a:srgbClr val="C9D2E3"/>
                      </a:solidFill>
                      <a:prstDash val="solid"/>
                      <a:round/>
                      <a:headEnd type="none" w="med" len="med"/>
                      <a:tailEnd type="none" w="med" len="med"/>
                    </a:lnL>
                    <a:lnR w="6350" cap="flat" cmpd="sng" algn="ctr">
                      <a:solidFill>
                        <a:srgbClr val="C9D2E3"/>
                      </a:solidFill>
                      <a:prstDash val="solid"/>
                      <a:round/>
                      <a:headEnd type="none" w="med" len="med"/>
                      <a:tailEnd type="none" w="med" len="med"/>
                    </a:lnR>
                    <a:lnT w="6350" cap="flat" cmpd="sng" algn="ctr">
                      <a:solidFill>
                        <a:srgbClr val="C9D2E3"/>
                      </a:solidFill>
                      <a:prstDash val="solid"/>
                      <a:round/>
                      <a:headEnd type="none" w="med" len="med"/>
                      <a:tailEnd type="none" w="med" len="med"/>
                    </a:lnT>
                    <a:lnB w="6350" cap="flat" cmpd="sng" algn="ctr">
                      <a:solidFill>
                        <a:srgbClr val="C9D2E3"/>
                      </a:solidFill>
                      <a:prstDash val="solid"/>
                      <a:round/>
                      <a:headEnd type="none" w="med" len="med"/>
                      <a:tailEnd type="none" w="med" len="med"/>
                    </a:lnB>
                    <a:solidFill>
                      <a:srgbClr val="1E2761"/>
                    </a:solidFill>
                  </a:tcPr>
                </a:tc>
                <a:tc hMerge="1">
                  <a:tcPr/>
                </a:tc>
                <a:tc gridSpan="2">
                  <a:txBody>
                    <a:bodyPr/>
                    <a:lstStyle/>
                    <a:p>
                      <a:pPr algn="l" indent="0" marL="0">
                        <a:buNone/>
                      </a:pPr>
                      <a:r>
                        <a:rPr lang="en-US" sz="850" b="1" dirty="0">
                          <a:solidFill>
                            <a:srgbClr val="FFFFFF"/>
                          </a:solidFill>
                          <a:latin typeface="Meiryo UI" pitchFamily="34" charset="0"/>
                          <a:ea typeface="Meiryo UI" pitchFamily="34" charset="-122"/>
                          <a:cs typeface="Meiryo UI" pitchFamily="34" charset="-120"/>
                        </a:rPr>
                        <a:t>C社：</a:t>
                      </a:r>
                      <a:endParaRPr lang="en-US" sz="850" dirty="0">
                        <a:latin typeface="Meiryo UI" charset="0"/>
                        <a:ea typeface="Meiryo UI" charset="0"/>
                        <a:cs typeface="Meiryo UI" charset="0"/>
                      </a:endParaRPr>
                    </a:p>
                  </a:txBody>
                  <a:tcPr marL="41148" marR="41148" marT="41148" marB="41148" anchor="ctr">
                    <a:lnL w="6350" cap="flat" cmpd="sng" algn="ctr">
                      <a:solidFill>
                        <a:srgbClr val="C9D2E3"/>
                      </a:solidFill>
                      <a:prstDash val="solid"/>
                      <a:round/>
                      <a:headEnd type="none" w="med" len="med"/>
                      <a:tailEnd type="none" w="med" len="med"/>
                    </a:lnL>
                    <a:lnR w="6350" cap="flat" cmpd="sng" algn="ctr">
                      <a:solidFill>
                        <a:srgbClr val="C9D2E3"/>
                      </a:solidFill>
                      <a:prstDash val="solid"/>
                      <a:round/>
                      <a:headEnd type="none" w="med" len="med"/>
                      <a:tailEnd type="none" w="med" len="med"/>
                    </a:lnR>
                    <a:lnT w="6350" cap="flat" cmpd="sng" algn="ctr">
                      <a:solidFill>
                        <a:srgbClr val="C9D2E3"/>
                      </a:solidFill>
                      <a:prstDash val="solid"/>
                      <a:round/>
                      <a:headEnd type="none" w="med" len="med"/>
                      <a:tailEnd type="none" w="med" len="med"/>
                    </a:lnT>
                    <a:lnB w="6350" cap="flat" cmpd="sng" algn="ctr">
                      <a:solidFill>
                        <a:srgbClr val="C9D2E3"/>
                      </a:solidFill>
                      <a:prstDash val="solid"/>
                      <a:round/>
                      <a:headEnd type="none" w="med" len="med"/>
                      <a:tailEnd type="none" w="med" len="med"/>
                    </a:lnB>
                    <a:solidFill>
                      <a:srgbClr val="1E2761"/>
                    </a:solidFill>
                  </a:tcPr>
                </a:tc>
                <a:tc hMerge="1">
                  <a:tcPr/>
                </a:tc>
              </a:tr>
              <a:tr h="182880">
                <a:tc vMerge="1">
                  <a:tcPr/>
                </a:tc>
                <a:tc vMerge="1">
                  <a:tcPr/>
                </a:tc>
                <a:tc vMerge="1">
                  <a:tcPr/>
                </a:tc>
                <a:tc vMerge="1">
                  <a:tcPr/>
                </a:tc>
                <a:tc>
                  <a:txBody>
                    <a:bodyPr/>
                    <a:lstStyle/>
                    <a:p>
                      <a:pPr algn="ctr" indent="0" marL="0">
                        <a:buNone/>
                      </a:pPr>
                      <a:r>
                        <a:rPr lang="en-US" sz="850" b="1" dirty="0">
                          <a:solidFill>
                            <a:srgbClr val="FFFFFF"/>
                          </a:solidFill>
                          <a:latin typeface="Meiryo UI" pitchFamily="34" charset="0"/>
                          <a:ea typeface="Meiryo UI" pitchFamily="34" charset="-122"/>
                          <a:cs typeface="Meiryo UI" pitchFamily="34" charset="-120"/>
                        </a:rPr>
                        <a:t>素点</a:t>
                      </a:r>
                      <a:endParaRPr lang="en-US" sz="850" dirty="0">
                        <a:latin typeface="Meiryo UI" charset="0"/>
                        <a:ea typeface="Meiryo UI" charset="0"/>
                        <a:cs typeface="Meiryo UI" charset="0"/>
                      </a:endParaRPr>
                    </a:p>
                  </a:txBody>
                  <a:tcPr marL="41148" marR="41148" marT="41148" marB="41148" anchor="ctr">
                    <a:lnL w="6350" cap="flat" cmpd="sng" algn="ctr">
                      <a:solidFill>
                        <a:srgbClr val="C9D2E3"/>
                      </a:solidFill>
                      <a:prstDash val="solid"/>
                      <a:round/>
                      <a:headEnd type="none" w="med" len="med"/>
                      <a:tailEnd type="none" w="med" len="med"/>
                    </a:lnL>
                    <a:lnR w="6350" cap="flat" cmpd="sng" algn="ctr">
                      <a:solidFill>
                        <a:srgbClr val="C9D2E3"/>
                      </a:solidFill>
                      <a:prstDash val="solid"/>
                      <a:round/>
                      <a:headEnd type="none" w="med" len="med"/>
                      <a:tailEnd type="none" w="med" len="med"/>
                    </a:lnR>
                    <a:lnT w="6350" cap="flat" cmpd="sng" algn="ctr">
                      <a:solidFill>
                        <a:srgbClr val="C9D2E3"/>
                      </a:solidFill>
                      <a:prstDash val="solid"/>
                      <a:round/>
                      <a:headEnd type="none" w="med" len="med"/>
                      <a:tailEnd type="none" w="med" len="med"/>
                    </a:lnT>
                    <a:lnB w="6350" cap="flat" cmpd="sng" algn="ctr">
                      <a:solidFill>
                        <a:srgbClr val="C9D2E3"/>
                      </a:solidFill>
                      <a:prstDash val="solid"/>
                      <a:round/>
                      <a:headEnd type="none" w="med" len="med"/>
                      <a:tailEnd type="none" w="med" len="med"/>
                    </a:lnB>
                    <a:solidFill>
                      <a:srgbClr val="3A4A9F"/>
                    </a:solidFill>
                  </a:tcPr>
                </a:tc>
                <a:tc>
                  <a:txBody>
                    <a:bodyPr/>
                    <a:lstStyle/>
                    <a:p>
                      <a:pPr algn="ctr" indent="0" marL="0">
                        <a:buNone/>
                      </a:pPr>
                      <a:r>
                        <a:rPr lang="en-US" sz="850" b="1" dirty="0">
                          <a:solidFill>
                            <a:srgbClr val="FFFFFF"/>
                          </a:solidFill>
                          <a:latin typeface="Meiryo UI" pitchFamily="34" charset="0"/>
                          <a:ea typeface="Meiryo UI" pitchFamily="34" charset="-122"/>
                          <a:cs typeface="Meiryo UI" pitchFamily="34" charset="-120"/>
                        </a:rPr>
                        <a:t>得点</a:t>
                      </a:r>
                      <a:endParaRPr lang="en-US" sz="850" dirty="0">
                        <a:latin typeface="Meiryo UI" charset="0"/>
                        <a:ea typeface="Meiryo UI" charset="0"/>
                        <a:cs typeface="Meiryo UI" charset="0"/>
                      </a:endParaRPr>
                    </a:p>
                  </a:txBody>
                  <a:tcPr marL="41148" marR="41148" marT="41148" marB="41148" anchor="ctr">
                    <a:lnL w="6350" cap="flat" cmpd="sng" algn="ctr">
                      <a:solidFill>
                        <a:srgbClr val="C9D2E3"/>
                      </a:solidFill>
                      <a:prstDash val="solid"/>
                      <a:round/>
                      <a:headEnd type="none" w="med" len="med"/>
                      <a:tailEnd type="none" w="med" len="med"/>
                    </a:lnL>
                    <a:lnR w="6350" cap="flat" cmpd="sng" algn="ctr">
                      <a:solidFill>
                        <a:srgbClr val="C9D2E3"/>
                      </a:solidFill>
                      <a:prstDash val="solid"/>
                      <a:round/>
                      <a:headEnd type="none" w="med" len="med"/>
                      <a:tailEnd type="none" w="med" len="med"/>
                    </a:lnR>
                    <a:lnT w="6350" cap="flat" cmpd="sng" algn="ctr">
                      <a:solidFill>
                        <a:srgbClr val="C9D2E3"/>
                      </a:solidFill>
                      <a:prstDash val="solid"/>
                      <a:round/>
                      <a:headEnd type="none" w="med" len="med"/>
                      <a:tailEnd type="none" w="med" len="med"/>
                    </a:lnT>
                    <a:lnB w="6350" cap="flat" cmpd="sng" algn="ctr">
                      <a:solidFill>
                        <a:srgbClr val="C9D2E3"/>
                      </a:solidFill>
                      <a:prstDash val="solid"/>
                      <a:round/>
                      <a:headEnd type="none" w="med" len="med"/>
                      <a:tailEnd type="none" w="med" len="med"/>
                    </a:lnB>
                    <a:solidFill>
                      <a:srgbClr val="3A4A9F"/>
                    </a:solidFill>
                  </a:tcPr>
                </a:tc>
                <a:tc>
                  <a:txBody>
                    <a:bodyPr/>
                    <a:lstStyle/>
                    <a:p>
                      <a:pPr algn="ctr" indent="0" marL="0">
                        <a:buNone/>
                      </a:pPr>
                      <a:r>
                        <a:rPr lang="en-US" sz="850" b="1" dirty="0">
                          <a:solidFill>
                            <a:srgbClr val="FFFFFF"/>
                          </a:solidFill>
                          <a:latin typeface="Meiryo UI" pitchFamily="34" charset="0"/>
                          <a:ea typeface="Meiryo UI" pitchFamily="34" charset="-122"/>
                          <a:cs typeface="Meiryo UI" pitchFamily="34" charset="-120"/>
                        </a:rPr>
                        <a:t>素点</a:t>
                      </a:r>
                      <a:endParaRPr lang="en-US" sz="850" dirty="0">
                        <a:latin typeface="Meiryo UI" charset="0"/>
                        <a:ea typeface="Meiryo UI" charset="0"/>
                        <a:cs typeface="Meiryo UI" charset="0"/>
                      </a:endParaRPr>
                    </a:p>
                  </a:txBody>
                  <a:tcPr marL="41148" marR="41148" marT="41148" marB="41148" anchor="ctr">
                    <a:lnL w="6350" cap="flat" cmpd="sng" algn="ctr">
                      <a:solidFill>
                        <a:srgbClr val="C9D2E3"/>
                      </a:solidFill>
                      <a:prstDash val="solid"/>
                      <a:round/>
                      <a:headEnd type="none" w="med" len="med"/>
                      <a:tailEnd type="none" w="med" len="med"/>
                    </a:lnL>
                    <a:lnR w="6350" cap="flat" cmpd="sng" algn="ctr">
                      <a:solidFill>
                        <a:srgbClr val="C9D2E3"/>
                      </a:solidFill>
                      <a:prstDash val="solid"/>
                      <a:round/>
                      <a:headEnd type="none" w="med" len="med"/>
                      <a:tailEnd type="none" w="med" len="med"/>
                    </a:lnR>
                    <a:lnT w="6350" cap="flat" cmpd="sng" algn="ctr">
                      <a:solidFill>
                        <a:srgbClr val="C9D2E3"/>
                      </a:solidFill>
                      <a:prstDash val="solid"/>
                      <a:round/>
                      <a:headEnd type="none" w="med" len="med"/>
                      <a:tailEnd type="none" w="med" len="med"/>
                    </a:lnT>
                    <a:lnB w="6350" cap="flat" cmpd="sng" algn="ctr">
                      <a:solidFill>
                        <a:srgbClr val="C9D2E3"/>
                      </a:solidFill>
                      <a:prstDash val="solid"/>
                      <a:round/>
                      <a:headEnd type="none" w="med" len="med"/>
                      <a:tailEnd type="none" w="med" len="med"/>
                    </a:lnB>
                    <a:solidFill>
                      <a:srgbClr val="3A4A9F"/>
                    </a:solidFill>
                  </a:tcPr>
                </a:tc>
                <a:tc>
                  <a:txBody>
                    <a:bodyPr/>
                    <a:lstStyle/>
                    <a:p>
                      <a:pPr algn="ctr" indent="0" marL="0">
                        <a:buNone/>
                      </a:pPr>
                      <a:r>
                        <a:rPr lang="en-US" sz="850" b="1" dirty="0">
                          <a:solidFill>
                            <a:srgbClr val="FFFFFF"/>
                          </a:solidFill>
                          <a:latin typeface="Meiryo UI" pitchFamily="34" charset="0"/>
                          <a:ea typeface="Meiryo UI" pitchFamily="34" charset="-122"/>
                          <a:cs typeface="Meiryo UI" pitchFamily="34" charset="-120"/>
                        </a:rPr>
                        <a:t>得点</a:t>
                      </a:r>
                      <a:endParaRPr lang="en-US" sz="850" dirty="0">
                        <a:latin typeface="Meiryo UI" charset="0"/>
                        <a:ea typeface="Meiryo UI" charset="0"/>
                        <a:cs typeface="Meiryo UI" charset="0"/>
                      </a:endParaRPr>
                    </a:p>
                  </a:txBody>
                  <a:tcPr marL="41148" marR="41148" marT="41148" marB="41148" anchor="ctr">
                    <a:lnL w="6350" cap="flat" cmpd="sng" algn="ctr">
                      <a:solidFill>
                        <a:srgbClr val="C9D2E3"/>
                      </a:solidFill>
                      <a:prstDash val="solid"/>
                      <a:round/>
                      <a:headEnd type="none" w="med" len="med"/>
                      <a:tailEnd type="none" w="med" len="med"/>
                    </a:lnL>
                    <a:lnR w="6350" cap="flat" cmpd="sng" algn="ctr">
                      <a:solidFill>
                        <a:srgbClr val="C9D2E3"/>
                      </a:solidFill>
                      <a:prstDash val="solid"/>
                      <a:round/>
                      <a:headEnd type="none" w="med" len="med"/>
                      <a:tailEnd type="none" w="med" len="med"/>
                    </a:lnR>
                    <a:lnT w="6350" cap="flat" cmpd="sng" algn="ctr">
                      <a:solidFill>
                        <a:srgbClr val="C9D2E3"/>
                      </a:solidFill>
                      <a:prstDash val="solid"/>
                      <a:round/>
                      <a:headEnd type="none" w="med" len="med"/>
                      <a:tailEnd type="none" w="med" len="med"/>
                    </a:lnT>
                    <a:lnB w="6350" cap="flat" cmpd="sng" algn="ctr">
                      <a:solidFill>
                        <a:srgbClr val="C9D2E3"/>
                      </a:solidFill>
                      <a:prstDash val="solid"/>
                      <a:round/>
                      <a:headEnd type="none" w="med" len="med"/>
                      <a:tailEnd type="none" w="med" len="med"/>
                    </a:lnB>
                    <a:solidFill>
                      <a:srgbClr val="3A4A9F"/>
                    </a:solidFill>
                  </a:tcPr>
                </a:tc>
                <a:tc>
                  <a:txBody>
                    <a:bodyPr/>
                    <a:lstStyle/>
                    <a:p>
                      <a:pPr algn="ctr" indent="0" marL="0">
                        <a:buNone/>
                      </a:pPr>
                      <a:r>
                        <a:rPr lang="en-US" sz="850" b="1" dirty="0">
                          <a:solidFill>
                            <a:srgbClr val="FFFFFF"/>
                          </a:solidFill>
                          <a:latin typeface="Meiryo UI" pitchFamily="34" charset="0"/>
                          <a:ea typeface="Meiryo UI" pitchFamily="34" charset="-122"/>
                          <a:cs typeface="Meiryo UI" pitchFamily="34" charset="-120"/>
                        </a:rPr>
                        <a:t>素点</a:t>
                      </a:r>
                      <a:endParaRPr lang="en-US" sz="850" dirty="0">
                        <a:latin typeface="Meiryo UI" charset="0"/>
                        <a:ea typeface="Meiryo UI" charset="0"/>
                        <a:cs typeface="Meiryo UI" charset="0"/>
                      </a:endParaRPr>
                    </a:p>
                  </a:txBody>
                  <a:tcPr marL="41148" marR="41148" marT="41148" marB="41148" anchor="ctr">
                    <a:lnL w="6350" cap="flat" cmpd="sng" algn="ctr">
                      <a:solidFill>
                        <a:srgbClr val="C9D2E3"/>
                      </a:solidFill>
                      <a:prstDash val="solid"/>
                      <a:round/>
                      <a:headEnd type="none" w="med" len="med"/>
                      <a:tailEnd type="none" w="med" len="med"/>
                    </a:lnL>
                    <a:lnR w="6350" cap="flat" cmpd="sng" algn="ctr">
                      <a:solidFill>
                        <a:srgbClr val="C9D2E3"/>
                      </a:solidFill>
                      <a:prstDash val="solid"/>
                      <a:round/>
                      <a:headEnd type="none" w="med" len="med"/>
                      <a:tailEnd type="none" w="med" len="med"/>
                    </a:lnR>
                    <a:lnT w="6350" cap="flat" cmpd="sng" algn="ctr">
                      <a:solidFill>
                        <a:srgbClr val="C9D2E3"/>
                      </a:solidFill>
                      <a:prstDash val="solid"/>
                      <a:round/>
                      <a:headEnd type="none" w="med" len="med"/>
                      <a:tailEnd type="none" w="med" len="med"/>
                    </a:lnT>
                    <a:lnB w="6350" cap="flat" cmpd="sng" algn="ctr">
                      <a:solidFill>
                        <a:srgbClr val="C9D2E3"/>
                      </a:solidFill>
                      <a:prstDash val="solid"/>
                      <a:round/>
                      <a:headEnd type="none" w="med" len="med"/>
                      <a:tailEnd type="none" w="med" len="med"/>
                    </a:lnB>
                    <a:solidFill>
                      <a:srgbClr val="3A4A9F"/>
                    </a:solidFill>
                  </a:tcPr>
                </a:tc>
                <a:tc>
                  <a:txBody>
                    <a:bodyPr/>
                    <a:lstStyle/>
                    <a:p>
                      <a:pPr algn="ctr" indent="0" marL="0">
                        <a:buNone/>
                      </a:pPr>
                      <a:r>
                        <a:rPr lang="en-US" sz="850" b="1" dirty="0">
                          <a:solidFill>
                            <a:srgbClr val="FFFFFF"/>
                          </a:solidFill>
                          <a:latin typeface="Meiryo UI" pitchFamily="34" charset="0"/>
                          <a:ea typeface="Meiryo UI" pitchFamily="34" charset="-122"/>
                          <a:cs typeface="Meiryo UI" pitchFamily="34" charset="-120"/>
                        </a:rPr>
                        <a:t>得点</a:t>
                      </a:r>
                      <a:endParaRPr lang="en-US" sz="850" dirty="0">
                        <a:latin typeface="Meiryo UI" charset="0"/>
                        <a:ea typeface="Meiryo UI" charset="0"/>
                        <a:cs typeface="Meiryo UI" charset="0"/>
                      </a:endParaRPr>
                    </a:p>
                  </a:txBody>
                  <a:tcPr marL="41148" marR="41148" marT="41148" marB="41148" anchor="ctr">
                    <a:lnL w="6350" cap="flat" cmpd="sng" algn="ctr">
                      <a:solidFill>
                        <a:srgbClr val="C9D2E3"/>
                      </a:solidFill>
                      <a:prstDash val="solid"/>
                      <a:round/>
                      <a:headEnd type="none" w="med" len="med"/>
                      <a:tailEnd type="none" w="med" len="med"/>
                    </a:lnL>
                    <a:lnR w="6350" cap="flat" cmpd="sng" algn="ctr">
                      <a:solidFill>
                        <a:srgbClr val="C9D2E3"/>
                      </a:solidFill>
                      <a:prstDash val="solid"/>
                      <a:round/>
                      <a:headEnd type="none" w="med" len="med"/>
                      <a:tailEnd type="none" w="med" len="med"/>
                    </a:lnR>
                    <a:lnT w="6350" cap="flat" cmpd="sng" algn="ctr">
                      <a:solidFill>
                        <a:srgbClr val="C9D2E3"/>
                      </a:solidFill>
                      <a:prstDash val="solid"/>
                      <a:round/>
                      <a:headEnd type="none" w="med" len="med"/>
                      <a:tailEnd type="none" w="med" len="med"/>
                    </a:lnT>
                    <a:lnB w="6350" cap="flat" cmpd="sng" algn="ctr">
                      <a:solidFill>
                        <a:srgbClr val="C9D2E3"/>
                      </a:solidFill>
                      <a:prstDash val="solid"/>
                      <a:round/>
                      <a:headEnd type="none" w="med" len="med"/>
                      <a:tailEnd type="none" w="med" len="med"/>
                    </a:lnB>
                    <a:solidFill>
                      <a:srgbClr val="3A4A9F"/>
                    </a:solidFill>
                  </a:tcPr>
                </a:tc>
              </a:tr>
              <a:tr h="201168">
                <a:tc gridSpan="3">
                  <a:txBody>
                    <a:bodyPr/>
                    <a:lstStyle/>
                    <a:p>
                      <a:pPr algn="l" indent="0" marL="0">
                        <a:buNone/>
                      </a:pPr>
                      <a:r>
                        <a:rPr lang="en-US" sz="900" b="1" dirty="0">
                          <a:solidFill>
                            <a:srgbClr val="FFFFFF"/>
                          </a:solidFill>
                          <a:latin typeface="Meiryo UI" pitchFamily="34" charset="0"/>
                          <a:ea typeface="Meiryo UI" pitchFamily="34" charset="-122"/>
                          <a:cs typeface="Meiryo UI" pitchFamily="34" charset="-120"/>
                        </a:rPr>
                        <a:t>Q｜Quality（品質）— 提案内容と体制の質</a:t>
                      </a:r>
                      <a:endParaRPr lang="en-US" sz="900" dirty="0">
                        <a:latin typeface="Meiryo UI" charset="0"/>
                        <a:ea typeface="Meiryo UI" charset="0"/>
                        <a:cs typeface="Meiryo UI" charset="0"/>
                      </a:endParaRPr>
                    </a:p>
                  </a:txBody>
                  <a:tcPr marL="41148" marR="41148" marT="41148" marB="41148" anchor="ctr">
                    <a:lnL w="6350" cap="flat" cmpd="sng" algn="ctr">
                      <a:solidFill>
                        <a:srgbClr val="C9D2E3"/>
                      </a:solidFill>
                      <a:prstDash val="solid"/>
                      <a:round/>
                      <a:headEnd type="none" w="med" len="med"/>
                      <a:tailEnd type="none" w="med" len="med"/>
                    </a:lnL>
                    <a:lnR w="6350" cap="flat" cmpd="sng" algn="ctr">
                      <a:solidFill>
                        <a:srgbClr val="C9D2E3"/>
                      </a:solidFill>
                      <a:prstDash val="solid"/>
                      <a:round/>
                      <a:headEnd type="none" w="med" len="med"/>
                      <a:tailEnd type="none" w="med" len="med"/>
                    </a:lnR>
                    <a:lnT w="6350" cap="flat" cmpd="sng" algn="ctr">
                      <a:solidFill>
                        <a:srgbClr val="C9D2E3"/>
                      </a:solidFill>
                      <a:prstDash val="solid"/>
                      <a:round/>
                      <a:headEnd type="none" w="med" len="med"/>
                      <a:tailEnd type="none" w="med" len="med"/>
                    </a:lnT>
                    <a:lnB w="6350" cap="flat" cmpd="sng" algn="ctr">
                      <a:solidFill>
                        <a:srgbClr val="C9D2E3"/>
                      </a:solidFill>
                      <a:prstDash val="solid"/>
                      <a:round/>
                      <a:headEnd type="none" w="med" len="med"/>
                      <a:tailEnd type="none" w="med" len="med"/>
                    </a:lnB>
                    <a:solidFill>
                      <a:srgbClr val="1E2761"/>
                    </a:solidFill>
                  </a:tcPr>
                </a:tc>
                <a:tc hMerge="1">
                  <a:tcPr/>
                </a:tc>
                <a:tc hMerge="1">
                  <a:tcPr/>
                </a:tc>
                <a:tc>
                  <a:txBody>
                    <a:bodyPr/>
                    <a:lstStyle/>
                    <a:p>
                      <a:pPr algn="ctr" indent="0" marL="0">
                        <a:buNone/>
                      </a:pPr>
                      <a:r>
                        <a:rPr lang="en-US" sz="900" b="1" dirty="0">
                          <a:solidFill>
                            <a:srgbClr val="FFFFFF"/>
                          </a:solidFill>
                          <a:latin typeface="Meiryo UI" pitchFamily="34" charset="0"/>
                          <a:ea typeface="Meiryo UI" pitchFamily="34" charset="-122"/>
                          <a:cs typeface="Meiryo UI" pitchFamily="34" charset="-120"/>
                        </a:rPr>
                        <a:t>50</a:t>
                      </a:r>
                      <a:endParaRPr lang="en-US" sz="900" dirty="0">
                        <a:latin typeface="Meiryo UI" charset="0"/>
                        <a:ea typeface="Meiryo UI" charset="0"/>
                        <a:cs typeface="Meiryo UI" charset="0"/>
                      </a:endParaRPr>
                    </a:p>
                  </a:txBody>
                  <a:tcPr marL="41148" marR="41148" marT="41148" marB="41148" anchor="ctr">
                    <a:lnL w="6350" cap="flat" cmpd="sng" algn="ctr">
                      <a:solidFill>
                        <a:srgbClr val="C9D2E3"/>
                      </a:solidFill>
                      <a:prstDash val="solid"/>
                      <a:round/>
                      <a:headEnd type="none" w="med" len="med"/>
                      <a:tailEnd type="none" w="med" len="med"/>
                    </a:lnL>
                    <a:lnR w="6350" cap="flat" cmpd="sng" algn="ctr">
                      <a:solidFill>
                        <a:srgbClr val="C9D2E3"/>
                      </a:solidFill>
                      <a:prstDash val="solid"/>
                      <a:round/>
                      <a:headEnd type="none" w="med" len="med"/>
                      <a:tailEnd type="none" w="med" len="med"/>
                    </a:lnR>
                    <a:lnT w="6350" cap="flat" cmpd="sng" algn="ctr">
                      <a:solidFill>
                        <a:srgbClr val="C9D2E3"/>
                      </a:solidFill>
                      <a:prstDash val="solid"/>
                      <a:round/>
                      <a:headEnd type="none" w="med" len="med"/>
                      <a:tailEnd type="none" w="med" len="med"/>
                    </a:lnT>
                    <a:lnB w="6350" cap="flat" cmpd="sng" algn="ctr">
                      <a:solidFill>
                        <a:srgbClr val="C9D2E3"/>
                      </a:solidFill>
                      <a:prstDash val="solid"/>
                      <a:round/>
                      <a:headEnd type="none" w="med" len="med"/>
                      <a:tailEnd type="none" w="med" len="med"/>
                    </a:lnB>
                    <a:solidFill>
                      <a:srgbClr val="1E2761"/>
                    </a:solidFill>
                  </a:tcPr>
                </a:tc>
                <a:tc>
                  <a:txBody>
                    <a:bodyPr/>
                    <a:lstStyle/>
                    <a:p>
                      <a:pPr algn="ctr" indent="0" marL="0">
                        <a:buNone/>
                      </a:pPr>
                      <a:endParaRPr lang="en-US" sz="900" dirty="0">
                        <a:latin typeface="Meiryo UI" charset="0"/>
                        <a:ea typeface="Meiryo UI" charset="0"/>
                        <a:cs typeface="Meiryo UI" charset="0"/>
                      </a:endParaRPr>
                    </a:p>
                  </a:txBody>
                  <a:tcPr marL="41148" marR="41148" marT="41148" marB="41148" anchor="ctr">
                    <a:lnL w="6350" cap="flat" cmpd="sng" algn="ctr">
                      <a:solidFill>
                        <a:srgbClr val="C9D2E3"/>
                      </a:solidFill>
                      <a:prstDash val="solid"/>
                      <a:round/>
                      <a:headEnd type="none" w="med" len="med"/>
                      <a:tailEnd type="none" w="med" len="med"/>
                    </a:lnL>
                    <a:lnR w="6350" cap="flat" cmpd="sng" algn="ctr">
                      <a:solidFill>
                        <a:srgbClr val="C9D2E3"/>
                      </a:solidFill>
                      <a:prstDash val="solid"/>
                      <a:round/>
                      <a:headEnd type="none" w="med" len="med"/>
                      <a:tailEnd type="none" w="med" len="med"/>
                    </a:lnR>
                    <a:lnT w="6350" cap="flat" cmpd="sng" algn="ctr">
                      <a:solidFill>
                        <a:srgbClr val="C9D2E3"/>
                      </a:solidFill>
                      <a:prstDash val="solid"/>
                      <a:round/>
                      <a:headEnd type="none" w="med" len="med"/>
                      <a:tailEnd type="none" w="med" len="med"/>
                    </a:lnT>
                    <a:lnB w="6350" cap="flat" cmpd="sng" algn="ctr">
                      <a:solidFill>
                        <a:srgbClr val="C9D2E3"/>
                      </a:solidFill>
                      <a:prstDash val="solid"/>
                      <a:round/>
                      <a:headEnd type="none" w="med" len="med"/>
                      <a:tailEnd type="none" w="med" len="med"/>
                    </a:lnB>
                    <a:solidFill>
                      <a:srgbClr val="1E2761"/>
                    </a:solidFill>
                  </a:tcPr>
                </a:tc>
                <a:tc>
                  <a:txBody>
                    <a:bodyPr/>
                    <a:lstStyle/>
                    <a:p>
                      <a:pPr algn="ctr" indent="0" marL="0">
                        <a:buNone/>
                      </a:pPr>
                      <a:endParaRPr lang="en-US" sz="900" dirty="0">
                        <a:latin typeface="Meiryo UI" charset="0"/>
                        <a:ea typeface="Meiryo UI" charset="0"/>
                        <a:cs typeface="Meiryo UI" charset="0"/>
                      </a:endParaRPr>
                    </a:p>
                  </a:txBody>
                  <a:tcPr marL="41148" marR="41148" marT="41148" marB="41148" anchor="ctr">
                    <a:lnL w="6350" cap="flat" cmpd="sng" algn="ctr">
                      <a:solidFill>
                        <a:srgbClr val="C9D2E3"/>
                      </a:solidFill>
                      <a:prstDash val="solid"/>
                      <a:round/>
                      <a:headEnd type="none" w="med" len="med"/>
                      <a:tailEnd type="none" w="med" len="med"/>
                    </a:lnL>
                    <a:lnR w="6350" cap="flat" cmpd="sng" algn="ctr">
                      <a:solidFill>
                        <a:srgbClr val="C9D2E3"/>
                      </a:solidFill>
                      <a:prstDash val="solid"/>
                      <a:round/>
                      <a:headEnd type="none" w="med" len="med"/>
                      <a:tailEnd type="none" w="med" len="med"/>
                    </a:lnR>
                    <a:lnT w="6350" cap="flat" cmpd="sng" algn="ctr">
                      <a:solidFill>
                        <a:srgbClr val="C9D2E3"/>
                      </a:solidFill>
                      <a:prstDash val="solid"/>
                      <a:round/>
                      <a:headEnd type="none" w="med" len="med"/>
                      <a:tailEnd type="none" w="med" len="med"/>
                    </a:lnT>
                    <a:lnB w="6350" cap="flat" cmpd="sng" algn="ctr">
                      <a:solidFill>
                        <a:srgbClr val="C9D2E3"/>
                      </a:solidFill>
                      <a:prstDash val="solid"/>
                      <a:round/>
                      <a:headEnd type="none" w="med" len="med"/>
                      <a:tailEnd type="none" w="med" len="med"/>
                    </a:lnB>
                    <a:solidFill>
                      <a:srgbClr val="1E2761"/>
                    </a:solidFill>
                  </a:tcPr>
                </a:tc>
                <a:tc>
                  <a:txBody>
                    <a:bodyPr/>
                    <a:lstStyle/>
                    <a:p>
                      <a:pPr algn="ctr" indent="0" marL="0">
                        <a:buNone/>
                      </a:pPr>
                      <a:endParaRPr lang="en-US" sz="900" dirty="0">
                        <a:latin typeface="Meiryo UI" charset="0"/>
                        <a:ea typeface="Meiryo UI" charset="0"/>
                        <a:cs typeface="Meiryo UI" charset="0"/>
                      </a:endParaRPr>
                    </a:p>
                  </a:txBody>
                  <a:tcPr marL="41148" marR="41148" marT="41148" marB="41148" anchor="ctr">
                    <a:lnL w="6350" cap="flat" cmpd="sng" algn="ctr">
                      <a:solidFill>
                        <a:srgbClr val="C9D2E3"/>
                      </a:solidFill>
                      <a:prstDash val="solid"/>
                      <a:round/>
                      <a:headEnd type="none" w="med" len="med"/>
                      <a:tailEnd type="none" w="med" len="med"/>
                    </a:lnL>
                    <a:lnR w="6350" cap="flat" cmpd="sng" algn="ctr">
                      <a:solidFill>
                        <a:srgbClr val="C9D2E3"/>
                      </a:solidFill>
                      <a:prstDash val="solid"/>
                      <a:round/>
                      <a:headEnd type="none" w="med" len="med"/>
                      <a:tailEnd type="none" w="med" len="med"/>
                    </a:lnR>
                    <a:lnT w="6350" cap="flat" cmpd="sng" algn="ctr">
                      <a:solidFill>
                        <a:srgbClr val="C9D2E3"/>
                      </a:solidFill>
                      <a:prstDash val="solid"/>
                      <a:round/>
                      <a:headEnd type="none" w="med" len="med"/>
                      <a:tailEnd type="none" w="med" len="med"/>
                    </a:lnT>
                    <a:lnB w="6350" cap="flat" cmpd="sng" algn="ctr">
                      <a:solidFill>
                        <a:srgbClr val="C9D2E3"/>
                      </a:solidFill>
                      <a:prstDash val="solid"/>
                      <a:round/>
                      <a:headEnd type="none" w="med" len="med"/>
                      <a:tailEnd type="none" w="med" len="med"/>
                    </a:lnB>
                    <a:solidFill>
                      <a:srgbClr val="1E2761"/>
                    </a:solidFill>
                  </a:tcPr>
                </a:tc>
                <a:tc>
                  <a:txBody>
                    <a:bodyPr/>
                    <a:lstStyle/>
                    <a:p>
                      <a:pPr algn="ctr" indent="0" marL="0">
                        <a:buNone/>
                      </a:pPr>
                      <a:endParaRPr lang="en-US" sz="900" dirty="0">
                        <a:latin typeface="Meiryo UI" charset="0"/>
                        <a:ea typeface="Meiryo UI" charset="0"/>
                        <a:cs typeface="Meiryo UI" charset="0"/>
                      </a:endParaRPr>
                    </a:p>
                  </a:txBody>
                  <a:tcPr marL="41148" marR="41148" marT="41148" marB="41148" anchor="ctr">
                    <a:lnL w="6350" cap="flat" cmpd="sng" algn="ctr">
                      <a:solidFill>
                        <a:srgbClr val="C9D2E3"/>
                      </a:solidFill>
                      <a:prstDash val="solid"/>
                      <a:round/>
                      <a:headEnd type="none" w="med" len="med"/>
                      <a:tailEnd type="none" w="med" len="med"/>
                    </a:lnL>
                    <a:lnR w="6350" cap="flat" cmpd="sng" algn="ctr">
                      <a:solidFill>
                        <a:srgbClr val="C9D2E3"/>
                      </a:solidFill>
                      <a:prstDash val="solid"/>
                      <a:round/>
                      <a:headEnd type="none" w="med" len="med"/>
                      <a:tailEnd type="none" w="med" len="med"/>
                    </a:lnR>
                    <a:lnT w="6350" cap="flat" cmpd="sng" algn="ctr">
                      <a:solidFill>
                        <a:srgbClr val="C9D2E3"/>
                      </a:solidFill>
                      <a:prstDash val="solid"/>
                      <a:round/>
                      <a:headEnd type="none" w="med" len="med"/>
                      <a:tailEnd type="none" w="med" len="med"/>
                    </a:lnT>
                    <a:lnB w="6350" cap="flat" cmpd="sng" algn="ctr">
                      <a:solidFill>
                        <a:srgbClr val="C9D2E3"/>
                      </a:solidFill>
                      <a:prstDash val="solid"/>
                      <a:round/>
                      <a:headEnd type="none" w="med" len="med"/>
                      <a:tailEnd type="none" w="med" len="med"/>
                    </a:lnB>
                    <a:solidFill>
                      <a:srgbClr val="1E2761"/>
                    </a:solidFill>
                  </a:tcPr>
                </a:tc>
                <a:tc>
                  <a:txBody>
                    <a:bodyPr/>
                    <a:lstStyle/>
                    <a:p>
                      <a:pPr algn="ctr" indent="0" marL="0">
                        <a:buNone/>
                      </a:pPr>
                      <a:endParaRPr lang="en-US" sz="900" dirty="0">
                        <a:latin typeface="Meiryo UI" charset="0"/>
                        <a:ea typeface="Meiryo UI" charset="0"/>
                        <a:cs typeface="Meiryo UI" charset="0"/>
                      </a:endParaRPr>
                    </a:p>
                  </a:txBody>
                  <a:tcPr marL="41148" marR="41148" marT="41148" marB="41148" anchor="ctr">
                    <a:lnL w="6350" cap="flat" cmpd="sng" algn="ctr">
                      <a:solidFill>
                        <a:srgbClr val="C9D2E3"/>
                      </a:solidFill>
                      <a:prstDash val="solid"/>
                      <a:round/>
                      <a:headEnd type="none" w="med" len="med"/>
                      <a:tailEnd type="none" w="med" len="med"/>
                    </a:lnL>
                    <a:lnR w="6350" cap="flat" cmpd="sng" algn="ctr">
                      <a:solidFill>
                        <a:srgbClr val="C9D2E3"/>
                      </a:solidFill>
                      <a:prstDash val="solid"/>
                      <a:round/>
                      <a:headEnd type="none" w="med" len="med"/>
                      <a:tailEnd type="none" w="med" len="med"/>
                    </a:lnR>
                    <a:lnT w="6350" cap="flat" cmpd="sng" algn="ctr">
                      <a:solidFill>
                        <a:srgbClr val="C9D2E3"/>
                      </a:solidFill>
                      <a:prstDash val="solid"/>
                      <a:round/>
                      <a:headEnd type="none" w="med" len="med"/>
                      <a:tailEnd type="none" w="med" len="med"/>
                    </a:lnT>
                    <a:lnB w="6350" cap="flat" cmpd="sng" algn="ctr">
                      <a:solidFill>
                        <a:srgbClr val="C9D2E3"/>
                      </a:solidFill>
                      <a:prstDash val="solid"/>
                      <a:round/>
                      <a:headEnd type="none" w="med" len="med"/>
                      <a:tailEnd type="none" w="med" len="med"/>
                    </a:lnB>
                    <a:solidFill>
                      <a:srgbClr val="1E2761"/>
                    </a:solidFill>
                  </a:tcPr>
                </a:tc>
                <a:tc>
                  <a:txBody>
                    <a:bodyPr/>
                    <a:lstStyle/>
                    <a:p>
                      <a:pPr algn="ctr" indent="0" marL="0">
                        <a:buNone/>
                      </a:pPr>
                      <a:endParaRPr lang="en-US" sz="900" dirty="0">
                        <a:latin typeface="Meiryo UI" charset="0"/>
                        <a:ea typeface="Meiryo UI" charset="0"/>
                        <a:cs typeface="Meiryo UI" charset="0"/>
                      </a:endParaRPr>
                    </a:p>
                  </a:txBody>
                  <a:tcPr marL="41148" marR="41148" marT="41148" marB="41148" anchor="ctr">
                    <a:lnL w="6350" cap="flat" cmpd="sng" algn="ctr">
                      <a:solidFill>
                        <a:srgbClr val="C9D2E3"/>
                      </a:solidFill>
                      <a:prstDash val="solid"/>
                      <a:round/>
                      <a:headEnd type="none" w="med" len="med"/>
                      <a:tailEnd type="none" w="med" len="med"/>
                    </a:lnL>
                    <a:lnR w="6350" cap="flat" cmpd="sng" algn="ctr">
                      <a:solidFill>
                        <a:srgbClr val="C9D2E3"/>
                      </a:solidFill>
                      <a:prstDash val="solid"/>
                      <a:round/>
                      <a:headEnd type="none" w="med" len="med"/>
                      <a:tailEnd type="none" w="med" len="med"/>
                    </a:lnR>
                    <a:lnT w="6350" cap="flat" cmpd="sng" algn="ctr">
                      <a:solidFill>
                        <a:srgbClr val="C9D2E3"/>
                      </a:solidFill>
                      <a:prstDash val="solid"/>
                      <a:round/>
                      <a:headEnd type="none" w="med" len="med"/>
                      <a:tailEnd type="none" w="med" len="med"/>
                    </a:lnT>
                    <a:lnB w="6350" cap="flat" cmpd="sng" algn="ctr">
                      <a:solidFill>
                        <a:srgbClr val="C9D2E3"/>
                      </a:solidFill>
                      <a:prstDash val="solid"/>
                      <a:round/>
                      <a:headEnd type="none" w="med" len="med"/>
                      <a:tailEnd type="none" w="med" len="med"/>
                    </a:lnB>
                    <a:solidFill>
                      <a:srgbClr val="1E2761"/>
                    </a:solidFill>
                  </a:tcPr>
                </a:tc>
              </a:tr>
              <a:tr h="230429">
                <a:tc>
                  <a:txBody>
                    <a:bodyPr/>
                    <a:lstStyle/>
                    <a:p>
                      <a:pPr algn="ctr" indent="0" marL="0">
                        <a:buNone/>
                      </a:pPr>
                      <a:r>
                        <a:rPr lang="en-US" sz="800" b="1" dirty="0">
                          <a:solidFill>
                            <a:srgbClr val="333333"/>
                          </a:solidFill>
                          <a:latin typeface="Meiryo UI" pitchFamily="34" charset="0"/>
                          <a:ea typeface="Meiryo UI" pitchFamily="34" charset="-122"/>
                          <a:cs typeface="Meiryo UI" pitchFamily="34" charset="-120"/>
                        </a:rPr>
                        <a:t>Q1</a:t>
                      </a:r>
                      <a:endParaRPr lang="en-US" sz="800" dirty="0">
                        <a:latin typeface="Meiryo UI" charset="0"/>
                        <a:ea typeface="Meiryo UI" charset="0"/>
                        <a:cs typeface="Meiryo UI" charset="0"/>
                      </a:endParaRPr>
                    </a:p>
                  </a:txBody>
                  <a:tcPr marL="41148" marR="41148" marT="41148" marB="41148" anchor="ctr">
                    <a:lnL w="6350" cap="flat" cmpd="sng" algn="ctr">
                      <a:solidFill>
                        <a:srgbClr val="C9D2E3"/>
                      </a:solidFill>
                      <a:prstDash val="solid"/>
                      <a:round/>
                      <a:headEnd type="none" w="med" len="med"/>
                      <a:tailEnd type="none" w="med" len="med"/>
                    </a:lnL>
                    <a:lnR w="6350" cap="flat" cmpd="sng" algn="ctr">
                      <a:solidFill>
                        <a:srgbClr val="C9D2E3"/>
                      </a:solidFill>
                      <a:prstDash val="solid"/>
                      <a:round/>
                      <a:headEnd type="none" w="med" len="med"/>
                      <a:tailEnd type="none" w="med" len="med"/>
                    </a:lnR>
                    <a:lnT w="6350" cap="flat" cmpd="sng" algn="ctr">
                      <a:solidFill>
                        <a:srgbClr val="C9D2E3"/>
                      </a:solidFill>
                      <a:prstDash val="solid"/>
                      <a:round/>
                      <a:headEnd type="none" w="med" len="med"/>
                      <a:tailEnd type="none" w="med" len="med"/>
                    </a:lnT>
                    <a:lnB w="6350" cap="flat" cmpd="sng" algn="ctr">
                      <a:solidFill>
                        <a:srgbClr val="C9D2E3"/>
                      </a:solidFill>
                      <a:prstDash val="solid"/>
                      <a:round/>
                      <a:headEnd type="none" w="med" len="med"/>
                      <a:tailEnd type="none" w="med" len="med"/>
                    </a:lnB>
                  </a:tcPr>
                </a:tc>
                <a:tc>
                  <a:txBody>
                    <a:bodyPr/>
                    <a:lstStyle/>
                    <a:p>
                      <a:pPr algn="l" indent="0" marL="0">
                        <a:buNone/>
                      </a:pPr>
                      <a:r>
                        <a:rPr lang="en-US" sz="800" b="1" dirty="0">
                          <a:solidFill>
                            <a:srgbClr val="333333"/>
                          </a:solidFill>
                          <a:latin typeface="Meiryo UI" pitchFamily="34" charset="0"/>
                          <a:ea typeface="Meiryo UI" pitchFamily="34" charset="-122"/>
                          <a:cs typeface="Meiryo UI" pitchFamily="34" charset="-120"/>
                        </a:rPr>
                        <a:t>課題理解・前提の的確性</a:t>
                      </a:r>
                      <a:endParaRPr lang="en-US" sz="800" dirty="0">
                        <a:latin typeface="Meiryo UI" charset="0"/>
                        <a:ea typeface="Meiryo UI" charset="0"/>
                        <a:cs typeface="Meiryo UI" charset="0"/>
                      </a:endParaRPr>
                    </a:p>
                  </a:txBody>
                  <a:tcPr marL="41148" marR="41148" marT="41148" marB="41148" anchor="ctr">
                    <a:lnL w="6350" cap="flat" cmpd="sng" algn="ctr">
                      <a:solidFill>
                        <a:srgbClr val="C9D2E3"/>
                      </a:solidFill>
                      <a:prstDash val="solid"/>
                      <a:round/>
                      <a:headEnd type="none" w="med" len="med"/>
                      <a:tailEnd type="none" w="med" len="med"/>
                    </a:lnL>
                    <a:lnR w="6350" cap="flat" cmpd="sng" algn="ctr">
                      <a:solidFill>
                        <a:srgbClr val="C9D2E3"/>
                      </a:solidFill>
                      <a:prstDash val="solid"/>
                      <a:round/>
                      <a:headEnd type="none" w="med" len="med"/>
                      <a:tailEnd type="none" w="med" len="med"/>
                    </a:lnR>
                    <a:lnT w="6350" cap="flat" cmpd="sng" algn="ctr">
                      <a:solidFill>
                        <a:srgbClr val="C9D2E3"/>
                      </a:solidFill>
                      <a:prstDash val="solid"/>
                      <a:round/>
                      <a:headEnd type="none" w="med" len="med"/>
                      <a:tailEnd type="none" w="med" len="med"/>
                    </a:lnT>
                    <a:lnB w="6350" cap="flat" cmpd="sng" algn="ctr">
                      <a:solidFill>
                        <a:srgbClr val="C9D2E3"/>
                      </a:solidFill>
                      <a:prstDash val="solid"/>
                      <a:round/>
                      <a:headEnd type="none" w="med" len="med"/>
                      <a:tailEnd type="none" w="med" len="med"/>
                    </a:lnB>
                  </a:tcPr>
                </a:tc>
                <a:tc>
                  <a:txBody>
                    <a:bodyPr/>
                    <a:lstStyle/>
                    <a:p>
                      <a:pPr algn="l" indent="0" marL="0">
                        <a:buNone/>
                      </a:pPr>
                      <a:r>
                        <a:rPr lang="en-US" sz="750" dirty="0">
                          <a:solidFill>
                            <a:srgbClr val="333333"/>
                          </a:solidFill>
                          <a:latin typeface="Meiryo UI" pitchFamily="34" charset="0"/>
                          <a:ea typeface="Meiryo UI" pitchFamily="34" charset="-122"/>
                          <a:cs typeface="Meiryo UI" pitchFamily="34" charset="-120"/>
                        </a:rPr>
                        <a:t>両輪駆動（戦略とシステムの並行推進）・手戻り許容の特殊前提と「5つの難所」を提案全体に反映しているか</a:t>
                      </a:r>
                      <a:endParaRPr lang="en-US" sz="750" dirty="0">
                        <a:latin typeface="Meiryo UI" charset="0"/>
                        <a:ea typeface="Meiryo UI" charset="0"/>
                        <a:cs typeface="Meiryo UI" charset="0"/>
                      </a:endParaRPr>
                    </a:p>
                  </a:txBody>
                  <a:tcPr marL="41148" marR="41148" marT="41148" marB="41148" anchor="ctr">
                    <a:lnL w="6350" cap="flat" cmpd="sng" algn="ctr">
                      <a:solidFill>
                        <a:srgbClr val="C9D2E3"/>
                      </a:solidFill>
                      <a:prstDash val="solid"/>
                      <a:round/>
                      <a:headEnd type="none" w="med" len="med"/>
                      <a:tailEnd type="none" w="med" len="med"/>
                    </a:lnL>
                    <a:lnR w="6350" cap="flat" cmpd="sng" algn="ctr">
                      <a:solidFill>
                        <a:srgbClr val="C9D2E3"/>
                      </a:solidFill>
                      <a:prstDash val="solid"/>
                      <a:round/>
                      <a:headEnd type="none" w="med" len="med"/>
                      <a:tailEnd type="none" w="med" len="med"/>
                    </a:lnR>
                    <a:lnT w="6350" cap="flat" cmpd="sng" algn="ctr">
                      <a:solidFill>
                        <a:srgbClr val="C9D2E3"/>
                      </a:solidFill>
                      <a:prstDash val="solid"/>
                      <a:round/>
                      <a:headEnd type="none" w="med" len="med"/>
                      <a:tailEnd type="none" w="med" len="med"/>
                    </a:lnT>
                    <a:lnB w="6350" cap="flat" cmpd="sng" algn="ctr">
                      <a:solidFill>
                        <a:srgbClr val="C9D2E3"/>
                      </a:solidFill>
                      <a:prstDash val="solid"/>
                      <a:round/>
                      <a:headEnd type="none" w="med" len="med"/>
                      <a:tailEnd type="none" w="med" len="med"/>
                    </a:lnB>
                  </a:tcPr>
                </a:tc>
                <a:tc>
                  <a:txBody>
                    <a:bodyPr/>
                    <a:lstStyle/>
                    <a:p>
                      <a:pPr algn="ctr" indent="0" marL="0">
                        <a:buNone/>
                      </a:pPr>
                      <a:r>
                        <a:rPr lang="en-US" sz="800" b="1" dirty="0">
                          <a:solidFill>
                            <a:srgbClr val="333333"/>
                          </a:solidFill>
                          <a:latin typeface="Meiryo UI" pitchFamily="34" charset="0"/>
                          <a:ea typeface="Meiryo UI" pitchFamily="34" charset="-122"/>
                          <a:cs typeface="Meiryo UI" pitchFamily="34" charset="-120"/>
                        </a:rPr>
                        <a:t>6</a:t>
                      </a:r>
                      <a:endParaRPr lang="en-US" sz="800" dirty="0">
                        <a:latin typeface="Meiryo UI" charset="0"/>
                        <a:ea typeface="Meiryo UI" charset="0"/>
                        <a:cs typeface="Meiryo UI" charset="0"/>
                      </a:endParaRPr>
                    </a:p>
                  </a:txBody>
                  <a:tcPr marL="41148" marR="41148" marT="41148" marB="41148" anchor="ctr">
                    <a:lnL w="6350" cap="flat" cmpd="sng" algn="ctr">
                      <a:solidFill>
                        <a:srgbClr val="C9D2E3"/>
                      </a:solidFill>
                      <a:prstDash val="solid"/>
                      <a:round/>
                      <a:headEnd type="none" w="med" len="med"/>
                      <a:tailEnd type="none" w="med" len="med"/>
                    </a:lnL>
                    <a:lnR w="6350" cap="flat" cmpd="sng" algn="ctr">
                      <a:solidFill>
                        <a:srgbClr val="C9D2E3"/>
                      </a:solidFill>
                      <a:prstDash val="solid"/>
                      <a:round/>
                      <a:headEnd type="none" w="med" len="med"/>
                      <a:tailEnd type="none" w="med" len="med"/>
                    </a:lnR>
                    <a:lnT w="6350" cap="flat" cmpd="sng" algn="ctr">
                      <a:solidFill>
                        <a:srgbClr val="C9D2E3"/>
                      </a:solidFill>
                      <a:prstDash val="solid"/>
                      <a:round/>
                      <a:headEnd type="none" w="med" len="med"/>
                      <a:tailEnd type="none" w="med" len="med"/>
                    </a:lnT>
                    <a:lnB w="6350" cap="flat" cmpd="sng" algn="ctr">
                      <a:solidFill>
                        <a:srgbClr val="C9D2E3"/>
                      </a:solidFill>
                      <a:prstDash val="solid"/>
                      <a:round/>
                      <a:headEnd type="none" w="med" len="med"/>
                      <a:tailEnd type="none" w="med" len="med"/>
                    </a:lnB>
                  </a:tcPr>
                </a:tc>
                <a:tc>
                  <a:txBody>
                    <a:bodyPr/>
                    <a:lstStyle/>
                    <a:p>
                      <a:pPr algn="ctr" indent="0" marL="0">
                        <a:buNone/>
                      </a:pPr>
                      <a:endParaRPr lang="en-US" sz="800" dirty="0">
                        <a:latin typeface="Meiryo UI" charset="0"/>
                        <a:ea typeface="Meiryo UI" charset="0"/>
                        <a:cs typeface="Meiryo UI" charset="0"/>
                      </a:endParaRPr>
                    </a:p>
                  </a:txBody>
                  <a:tcPr marL="41148" marR="41148" marT="41148" marB="41148" anchor="ctr">
                    <a:lnL w="6350" cap="flat" cmpd="sng" algn="ctr">
                      <a:solidFill>
                        <a:srgbClr val="C9D2E3"/>
                      </a:solidFill>
                      <a:prstDash val="solid"/>
                      <a:round/>
                      <a:headEnd type="none" w="med" len="med"/>
                      <a:tailEnd type="none" w="med" len="med"/>
                    </a:lnL>
                    <a:lnR w="6350" cap="flat" cmpd="sng" algn="ctr">
                      <a:solidFill>
                        <a:srgbClr val="C9D2E3"/>
                      </a:solidFill>
                      <a:prstDash val="solid"/>
                      <a:round/>
                      <a:headEnd type="none" w="med" len="med"/>
                      <a:tailEnd type="none" w="med" len="med"/>
                    </a:lnR>
                    <a:lnT w="6350" cap="flat" cmpd="sng" algn="ctr">
                      <a:solidFill>
                        <a:srgbClr val="C9D2E3"/>
                      </a:solidFill>
                      <a:prstDash val="solid"/>
                      <a:round/>
                      <a:headEnd type="none" w="med" len="med"/>
                      <a:tailEnd type="none" w="med" len="med"/>
                    </a:lnT>
                    <a:lnB w="6350" cap="flat" cmpd="sng" algn="ctr">
                      <a:solidFill>
                        <a:srgbClr val="C9D2E3"/>
                      </a:solidFill>
                      <a:prstDash val="solid"/>
                      <a:round/>
                      <a:headEnd type="none" w="med" len="med"/>
                      <a:tailEnd type="none" w="med" len="med"/>
                    </a:lnB>
                    <a:solidFill>
                      <a:srgbClr val="FDFEFF"/>
                    </a:solidFill>
                  </a:tcPr>
                </a:tc>
                <a:tc>
                  <a:txBody>
                    <a:bodyPr/>
                    <a:lstStyle/>
                    <a:p>
                      <a:pPr algn="ctr" indent="0" marL="0">
                        <a:buNone/>
                      </a:pPr>
                      <a:endParaRPr lang="en-US" sz="800" dirty="0">
                        <a:latin typeface="Meiryo UI" charset="0"/>
                        <a:ea typeface="Meiryo UI" charset="0"/>
                        <a:cs typeface="Meiryo UI" charset="0"/>
                      </a:endParaRPr>
                    </a:p>
                  </a:txBody>
                  <a:tcPr marL="41148" marR="41148" marT="41148" marB="41148" anchor="ctr">
                    <a:lnL w="6350" cap="flat" cmpd="sng" algn="ctr">
                      <a:solidFill>
                        <a:srgbClr val="C9D2E3"/>
                      </a:solidFill>
                      <a:prstDash val="solid"/>
                      <a:round/>
                      <a:headEnd type="none" w="med" len="med"/>
                      <a:tailEnd type="none" w="med" len="med"/>
                    </a:lnL>
                    <a:lnR w="6350" cap="flat" cmpd="sng" algn="ctr">
                      <a:solidFill>
                        <a:srgbClr val="C9D2E3"/>
                      </a:solidFill>
                      <a:prstDash val="solid"/>
                      <a:round/>
                      <a:headEnd type="none" w="med" len="med"/>
                      <a:tailEnd type="none" w="med" len="med"/>
                    </a:lnR>
                    <a:lnT w="6350" cap="flat" cmpd="sng" algn="ctr">
                      <a:solidFill>
                        <a:srgbClr val="C9D2E3"/>
                      </a:solidFill>
                      <a:prstDash val="solid"/>
                      <a:round/>
                      <a:headEnd type="none" w="med" len="med"/>
                      <a:tailEnd type="none" w="med" len="med"/>
                    </a:lnT>
                    <a:lnB w="6350" cap="flat" cmpd="sng" algn="ctr">
                      <a:solidFill>
                        <a:srgbClr val="C9D2E3"/>
                      </a:solidFill>
                      <a:prstDash val="solid"/>
                      <a:round/>
                      <a:headEnd type="none" w="med" len="med"/>
                      <a:tailEnd type="none" w="med" len="med"/>
                    </a:lnB>
                    <a:solidFill>
                      <a:srgbClr val="FDFEFF"/>
                    </a:solidFill>
                  </a:tcPr>
                </a:tc>
                <a:tc>
                  <a:txBody>
                    <a:bodyPr/>
                    <a:lstStyle/>
                    <a:p>
                      <a:pPr algn="ctr" indent="0" marL="0">
                        <a:buNone/>
                      </a:pPr>
                      <a:endParaRPr lang="en-US" sz="800" dirty="0">
                        <a:latin typeface="Meiryo UI" charset="0"/>
                        <a:ea typeface="Meiryo UI" charset="0"/>
                        <a:cs typeface="Meiryo UI" charset="0"/>
                      </a:endParaRPr>
                    </a:p>
                  </a:txBody>
                  <a:tcPr marL="41148" marR="41148" marT="41148" marB="41148" anchor="ctr">
                    <a:lnL w="6350" cap="flat" cmpd="sng" algn="ctr">
                      <a:solidFill>
                        <a:srgbClr val="C9D2E3"/>
                      </a:solidFill>
                      <a:prstDash val="solid"/>
                      <a:round/>
                      <a:headEnd type="none" w="med" len="med"/>
                      <a:tailEnd type="none" w="med" len="med"/>
                    </a:lnL>
                    <a:lnR w="6350" cap="flat" cmpd="sng" algn="ctr">
                      <a:solidFill>
                        <a:srgbClr val="C9D2E3"/>
                      </a:solidFill>
                      <a:prstDash val="solid"/>
                      <a:round/>
                      <a:headEnd type="none" w="med" len="med"/>
                      <a:tailEnd type="none" w="med" len="med"/>
                    </a:lnR>
                    <a:lnT w="6350" cap="flat" cmpd="sng" algn="ctr">
                      <a:solidFill>
                        <a:srgbClr val="C9D2E3"/>
                      </a:solidFill>
                      <a:prstDash val="solid"/>
                      <a:round/>
                      <a:headEnd type="none" w="med" len="med"/>
                      <a:tailEnd type="none" w="med" len="med"/>
                    </a:lnT>
                    <a:lnB w="6350" cap="flat" cmpd="sng" algn="ctr">
                      <a:solidFill>
                        <a:srgbClr val="C9D2E3"/>
                      </a:solidFill>
                      <a:prstDash val="solid"/>
                      <a:round/>
                      <a:headEnd type="none" w="med" len="med"/>
                      <a:tailEnd type="none" w="med" len="med"/>
                    </a:lnB>
                    <a:solidFill>
                      <a:srgbClr val="FDFEFF"/>
                    </a:solidFill>
                  </a:tcPr>
                </a:tc>
                <a:tc>
                  <a:txBody>
                    <a:bodyPr/>
                    <a:lstStyle/>
                    <a:p>
                      <a:pPr algn="ctr" indent="0" marL="0">
                        <a:buNone/>
                      </a:pPr>
                      <a:endParaRPr lang="en-US" sz="800" dirty="0">
                        <a:latin typeface="Meiryo UI" charset="0"/>
                        <a:ea typeface="Meiryo UI" charset="0"/>
                        <a:cs typeface="Meiryo UI" charset="0"/>
                      </a:endParaRPr>
                    </a:p>
                  </a:txBody>
                  <a:tcPr marL="41148" marR="41148" marT="41148" marB="41148" anchor="ctr">
                    <a:lnL w="6350" cap="flat" cmpd="sng" algn="ctr">
                      <a:solidFill>
                        <a:srgbClr val="C9D2E3"/>
                      </a:solidFill>
                      <a:prstDash val="solid"/>
                      <a:round/>
                      <a:headEnd type="none" w="med" len="med"/>
                      <a:tailEnd type="none" w="med" len="med"/>
                    </a:lnL>
                    <a:lnR w="6350" cap="flat" cmpd="sng" algn="ctr">
                      <a:solidFill>
                        <a:srgbClr val="C9D2E3"/>
                      </a:solidFill>
                      <a:prstDash val="solid"/>
                      <a:round/>
                      <a:headEnd type="none" w="med" len="med"/>
                      <a:tailEnd type="none" w="med" len="med"/>
                    </a:lnR>
                    <a:lnT w="6350" cap="flat" cmpd="sng" algn="ctr">
                      <a:solidFill>
                        <a:srgbClr val="C9D2E3"/>
                      </a:solidFill>
                      <a:prstDash val="solid"/>
                      <a:round/>
                      <a:headEnd type="none" w="med" len="med"/>
                      <a:tailEnd type="none" w="med" len="med"/>
                    </a:lnT>
                    <a:lnB w="6350" cap="flat" cmpd="sng" algn="ctr">
                      <a:solidFill>
                        <a:srgbClr val="C9D2E3"/>
                      </a:solidFill>
                      <a:prstDash val="solid"/>
                      <a:round/>
                      <a:headEnd type="none" w="med" len="med"/>
                      <a:tailEnd type="none" w="med" len="med"/>
                    </a:lnB>
                    <a:solidFill>
                      <a:srgbClr val="FDFEFF"/>
                    </a:solidFill>
                  </a:tcPr>
                </a:tc>
                <a:tc>
                  <a:txBody>
                    <a:bodyPr/>
                    <a:lstStyle/>
                    <a:p>
                      <a:pPr algn="ctr" indent="0" marL="0">
                        <a:buNone/>
                      </a:pPr>
                      <a:endParaRPr lang="en-US" sz="800" dirty="0">
                        <a:latin typeface="Meiryo UI" charset="0"/>
                        <a:ea typeface="Meiryo UI" charset="0"/>
                        <a:cs typeface="Meiryo UI" charset="0"/>
                      </a:endParaRPr>
                    </a:p>
                  </a:txBody>
                  <a:tcPr marL="41148" marR="41148" marT="41148" marB="41148" anchor="ctr">
                    <a:lnL w="6350" cap="flat" cmpd="sng" algn="ctr">
                      <a:solidFill>
                        <a:srgbClr val="C9D2E3"/>
                      </a:solidFill>
                      <a:prstDash val="solid"/>
                      <a:round/>
                      <a:headEnd type="none" w="med" len="med"/>
                      <a:tailEnd type="none" w="med" len="med"/>
                    </a:lnL>
                    <a:lnR w="6350" cap="flat" cmpd="sng" algn="ctr">
                      <a:solidFill>
                        <a:srgbClr val="C9D2E3"/>
                      </a:solidFill>
                      <a:prstDash val="solid"/>
                      <a:round/>
                      <a:headEnd type="none" w="med" len="med"/>
                      <a:tailEnd type="none" w="med" len="med"/>
                    </a:lnR>
                    <a:lnT w="6350" cap="flat" cmpd="sng" algn="ctr">
                      <a:solidFill>
                        <a:srgbClr val="C9D2E3"/>
                      </a:solidFill>
                      <a:prstDash val="solid"/>
                      <a:round/>
                      <a:headEnd type="none" w="med" len="med"/>
                      <a:tailEnd type="none" w="med" len="med"/>
                    </a:lnT>
                    <a:lnB w="6350" cap="flat" cmpd="sng" algn="ctr">
                      <a:solidFill>
                        <a:srgbClr val="C9D2E3"/>
                      </a:solidFill>
                      <a:prstDash val="solid"/>
                      <a:round/>
                      <a:headEnd type="none" w="med" len="med"/>
                      <a:tailEnd type="none" w="med" len="med"/>
                    </a:lnB>
                    <a:solidFill>
                      <a:srgbClr val="FDFEFF"/>
                    </a:solidFill>
                  </a:tcPr>
                </a:tc>
                <a:tc>
                  <a:txBody>
                    <a:bodyPr/>
                    <a:lstStyle/>
                    <a:p>
                      <a:pPr algn="ctr" indent="0" marL="0">
                        <a:buNone/>
                      </a:pPr>
                      <a:endParaRPr lang="en-US" sz="800" dirty="0">
                        <a:latin typeface="Meiryo UI" charset="0"/>
                        <a:ea typeface="Meiryo UI" charset="0"/>
                        <a:cs typeface="Meiryo UI" charset="0"/>
                      </a:endParaRPr>
                    </a:p>
                  </a:txBody>
                  <a:tcPr marL="41148" marR="41148" marT="41148" marB="41148" anchor="ctr">
                    <a:lnL w="6350" cap="flat" cmpd="sng" algn="ctr">
                      <a:solidFill>
                        <a:srgbClr val="C9D2E3"/>
                      </a:solidFill>
                      <a:prstDash val="solid"/>
                      <a:round/>
                      <a:headEnd type="none" w="med" len="med"/>
                      <a:tailEnd type="none" w="med" len="med"/>
                    </a:lnL>
                    <a:lnR w="6350" cap="flat" cmpd="sng" algn="ctr">
                      <a:solidFill>
                        <a:srgbClr val="C9D2E3"/>
                      </a:solidFill>
                      <a:prstDash val="solid"/>
                      <a:round/>
                      <a:headEnd type="none" w="med" len="med"/>
                      <a:tailEnd type="none" w="med" len="med"/>
                    </a:lnR>
                    <a:lnT w="6350" cap="flat" cmpd="sng" algn="ctr">
                      <a:solidFill>
                        <a:srgbClr val="C9D2E3"/>
                      </a:solidFill>
                      <a:prstDash val="solid"/>
                      <a:round/>
                      <a:headEnd type="none" w="med" len="med"/>
                      <a:tailEnd type="none" w="med" len="med"/>
                    </a:lnT>
                    <a:lnB w="6350" cap="flat" cmpd="sng" algn="ctr">
                      <a:solidFill>
                        <a:srgbClr val="C9D2E3"/>
                      </a:solidFill>
                      <a:prstDash val="solid"/>
                      <a:round/>
                      <a:headEnd type="none" w="med" len="med"/>
                      <a:tailEnd type="none" w="med" len="med"/>
                    </a:lnB>
                    <a:solidFill>
                      <a:srgbClr val="FDFEFF"/>
                    </a:solidFill>
                  </a:tcPr>
                </a:tc>
              </a:tr>
              <a:tr h="230429">
                <a:tc>
                  <a:txBody>
                    <a:bodyPr/>
                    <a:lstStyle/>
                    <a:p>
                      <a:pPr algn="ctr" indent="0" marL="0">
                        <a:buNone/>
                      </a:pPr>
                      <a:r>
                        <a:rPr lang="en-US" sz="800" b="1" dirty="0">
                          <a:solidFill>
                            <a:srgbClr val="333333"/>
                          </a:solidFill>
                          <a:latin typeface="Meiryo UI" pitchFamily="34" charset="0"/>
                          <a:ea typeface="Meiryo UI" pitchFamily="34" charset="-122"/>
                          <a:cs typeface="Meiryo UI" pitchFamily="34" charset="-120"/>
                        </a:rPr>
                        <a:t>Q2</a:t>
                      </a:r>
                      <a:endParaRPr lang="en-US" sz="800" dirty="0">
                        <a:latin typeface="Meiryo UI" charset="0"/>
                        <a:ea typeface="Meiryo UI" charset="0"/>
                        <a:cs typeface="Meiryo UI" charset="0"/>
                      </a:endParaRPr>
                    </a:p>
                  </a:txBody>
                  <a:tcPr marL="41148" marR="41148" marT="41148" marB="41148" anchor="ctr">
                    <a:lnL w="6350" cap="flat" cmpd="sng" algn="ctr">
                      <a:solidFill>
                        <a:srgbClr val="C9D2E3"/>
                      </a:solidFill>
                      <a:prstDash val="solid"/>
                      <a:round/>
                      <a:headEnd type="none" w="med" len="med"/>
                      <a:tailEnd type="none" w="med" len="med"/>
                    </a:lnL>
                    <a:lnR w="6350" cap="flat" cmpd="sng" algn="ctr">
                      <a:solidFill>
                        <a:srgbClr val="C9D2E3"/>
                      </a:solidFill>
                      <a:prstDash val="solid"/>
                      <a:round/>
                      <a:headEnd type="none" w="med" len="med"/>
                      <a:tailEnd type="none" w="med" len="med"/>
                    </a:lnR>
                    <a:lnT w="6350" cap="flat" cmpd="sng" algn="ctr">
                      <a:solidFill>
                        <a:srgbClr val="C9D2E3"/>
                      </a:solidFill>
                      <a:prstDash val="solid"/>
                      <a:round/>
                      <a:headEnd type="none" w="med" len="med"/>
                      <a:tailEnd type="none" w="med" len="med"/>
                    </a:lnT>
                    <a:lnB w="6350" cap="flat" cmpd="sng" algn="ctr">
                      <a:solidFill>
                        <a:srgbClr val="C9D2E3"/>
                      </a:solidFill>
                      <a:prstDash val="solid"/>
                      <a:round/>
                      <a:headEnd type="none" w="med" len="med"/>
                      <a:tailEnd type="none" w="med" len="med"/>
                    </a:lnB>
                  </a:tcPr>
                </a:tc>
                <a:tc>
                  <a:txBody>
                    <a:bodyPr/>
                    <a:lstStyle/>
                    <a:p>
                      <a:pPr algn="l" indent="0" marL="0">
                        <a:buNone/>
                      </a:pPr>
                      <a:r>
                        <a:rPr lang="en-US" sz="800" b="1" dirty="0">
                          <a:solidFill>
                            <a:srgbClr val="333333"/>
                          </a:solidFill>
                          <a:latin typeface="Meiryo UI" pitchFamily="34" charset="0"/>
                          <a:ea typeface="Meiryo UI" pitchFamily="34" charset="-122"/>
                          <a:cs typeface="Meiryo UI" pitchFamily="34" charset="-120"/>
                        </a:rPr>
                        <a:t>アジャイル型要件定義の方法論</a:t>
                      </a:r>
                      <a:endParaRPr lang="en-US" sz="800" dirty="0">
                        <a:latin typeface="Meiryo UI" charset="0"/>
                        <a:ea typeface="Meiryo UI" charset="0"/>
                        <a:cs typeface="Meiryo UI" charset="0"/>
                      </a:endParaRPr>
                    </a:p>
                  </a:txBody>
                  <a:tcPr marL="41148" marR="41148" marT="41148" marB="41148" anchor="ctr">
                    <a:lnL w="6350" cap="flat" cmpd="sng" algn="ctr">
                      <a:solidFill>
                        <a:srgbClr val="C9D2E3"/>
                      </a:solidFill>
                      <a:prstDash val="solid"/>
                      <a:round/>
                      <a:headEnd type="none" w="med" len="med"/>
                      <a:tailEnd type="none" w="med" len="med"/>
                    </a:lnL>
                    <a:lnR w="6350" cap="flat" cmpd="sng" algn="ctr">
                      <a:solidFill>
                        <a:srgbClr val="C9D2E3"/>
                      </a:solidFill>
                      <a:prstDash val="solid"/>
                      <a:round/>
                      <a:headEnd type="none" w="med" len="med"/>
                      <a:tailEnd type="none" w="med" len="med"/>
                    </a:lnR>
                    <a:lnT w="6350" cap="flat" cmpd="sng" algn="ctr">
                      <a:solidFill>
                        <a:srgbClr val="C9D2E3"/>
                      </a:solidFill>
                      <a:prstDash val="solid"/>
                      <a:round/>
                      <a:headEnd type="none" w="med" len="med"/>
                      <a:tailEnd type="none" w="med" len="med"/>
                    </a:lnT>
                    <a:lnB w="6350" cap="flat" cmpd="sng" algn="ctr">
                      <a:solidFill>
                        <a:srgbClr val="C9D2E3"/>
                      </a:solidFill>
                      <a:prstDash val="solid"/>
                      <a:round/>
                      <a:headEnd type="none" w="med" len="med"/>
                      <a:tailEnd type="none" w="med" len="med"/>
                    </a:lnB>
                  </a:tcPr>
                </a:tc>
                <a:tc>
                  <a:txBody>
                    <a:bodyPr/>
                    <a:lstStyle/>
                    <a:p>
                      <a:pPr algn="l" indent="0" marL="0">
                        <a:buNone/>
                      </a:pPr>
                      <a:r>
                        <a:rPr lang="en-US" sz="750" dirty="0">
                          <a:solidFill>
                            <a:srgbClr val="333333"/>
                          </a:solidFill>
                          <a:latin typeface="Meiryo UI" pitchFamily="34" charset="0"/>
                          <a:ea typeface="Meiryo UI" pitchFamily="34" charset="-122"/>
                          <a:cs typeface="Meiryo UI" pitchFamily="34" charset="-120"/>
                        </a:rPr>
                        <a:t>戦略変更時に「変えない骨格／作り直す部分」を切り分ける設計手順とFit &amp; Gapの進め方が具体的か</a:t>
                      </a:r>
                      <a:endParaRPr lang="en-US" sz="750" dirty="0">
                        <a:latin typeface="Meiryo UI" charset="0"/>
                        <a:ea typeface="Meiryo UI" charset="0"/>
                        <a:cs typeface="Meiryo UI" charset="0"/>
                      </a:endParaRPr>
                    </a:p>
                  </a:txBody>
                  <a:tcPr marL="41148" marR="41148" marT="41148" marB="41148" anchor="ctr">
                    <a:lnL w="6350" cap="flat" cmpd="sng" algn="ctr">
                      <a:solidFill>
                        <a:srgbClr val="C9D2E3"/>
                      </a:solidFill>
                      <a:prstDash val="solid"/>
                      <a:round/>
                      <a:headEnd type="none" w="med" len="med"/>
                      <a:tailEnd type="none" w="med" len="med"/>
                    </a:lnL>
                    <a:lnR w="6350" cap="flat" cmpd="sng" algn="ctr">
                      <a:solidFill>
                        <a:srgbClr val="C9D2E3"/>
                      </a:solidFill>
                      <a:prstDash val="solid"/>
                      <a:round/>
                      <a:headEnd type="none" w="med" len="med"/>
                      <a:tailEnd type="none" w="med" len="med"/>
                    </a:lnR>
                    <a:lnT w="6350" cap="flat" cmpd="sng" algn="ctr">
                      <a:solidFill>
                        <a:srgbClr val="C9D2E3"/>
                      </a:solidFill>
                      <a:prstDash val="solid"/>
                      <a:round/>
                      <a:headEnd type="none" w="med" len="med"/>
                      <a:tailEnd type="none" w="med" len="med"/>
                    </a:lnT>
                    <a:lnB w="6350" cap="flat" cmpd="sng" algn="ctr">
                      <a:solidFill>
                        <a:srgbClr val="C9D2E3"/>
                      </a:solidFill>
                      <a:prstDash val="solid"/>
                      <a:round/>
                      <a:headEnd type="none" w="med" len="med"/>
                      <a:tailEnd type="none" w="med" len="med"/>
                    </a:lnB>
                  </a:tcPr>
                </a:tc>
                <a:tc>
                  <a:txBody>
                    <a:bodyPr/>
                    <a:lstStyle/>
                    <a:p>
                      <a:pPr algn="ctr" indent="0" marL="0">
                        <a:buNone/>
                      </a:pPr>
                      <a:r>
                        <a:rPr lang="en-US" sz="800" b="1" dirty="0">
                          <a:solidFill>
                            <a:srgbClr val="333333"/>
                          </a:solidFill>
                          <a:latin typeface="Meiryo UI" pitchFamily="34" charset="0"/>
                          <a:ea typeface="Meiryo UI" pitchFamily="34" charset="-122"/>
                          <a:cs typeface="Meiryo UI" pitchFamily="34" charset="-120"/>
                        </a:rPr>
                        <a:t>10</a:t>
                      </a:r>
                      <a:endParaRPr lang="en-US" sz="800" dirty="0">
                        <a:latin typeface="Meiryo UI" charset="0"/>
                        <a:ea typeface="Meiryo UI" charset="0"/>
                        <a:cs typeface="Meiryo UI" charset="0"/>
                      </a:endParaRPr>
                    </a:p>
                  </a:txBody>
                  <a:tcPr marL="41148" marR="41148" marT="41148" marB="41148" anchor="ctr">
                    <a:lnL w="6350" cap="flat" cmpd="sng" algn="ctr">
                      <a:solidFill>
                        <a:srgbClr val="C9D2E3"/>
                      </a:solidFill>
                      <a:prstDash val="solid"/>
                      <a:round/>
                      <a:headEnd type="none" w="med" len="med"/>
                      <a:tailEnd type="none" w="med" len="med"/>
                    </a:lnL>
                    <a:lnR w="6350" cap="flat" cmpd="sng" algn="ctr">
                      <a:solidFill>
                        <a:srgbClr val="C9D2E3"/>
                      </a:solidFill>
                      <a:prstDash val="solid"/>
                      <a:round/>
                      <a:headEnd type="none" w="med" len="med"/>
                      <a:tailEnd type="none" w="med" len="med"/>
                    </a:lnR>
                    <a:lnT w="6350" cap="flat" cmpd="sng" algn="ctr">
                      <a:solidFill>
                        <a:srgbClr val="C9D2E3"/>
                      </a:solidFill>
                      <a:prstDash val="solid"/>
                      <a:round/>
                      <a:headEnd type="none" w="med" len="med"/>
                      <a:tailEnd type="none" w="med" len="med"/>
                    </a:lnT>
                    <a:lnB w="6350" cap="flat" cmpd="sng" algn="ctr">
                      <a:solidFill>
                        <a:srgbClr val="C9D2E3"/>
                      </a:solidFill>
                      <a:prstDash val="solid"/>
                      <a:round/>
                      <a:headEnd type="none" w="med" len="med"/>
                      <a:tailEnd type="none" w="med" len="med"/>
                    </a:lnB>
                  </a:tcPr>
                </a:tc>
                <a:tc>
                  <a:txBody>
                    <a:bodyPr/>
                    <a:lstStyle/>
                    <a:p>
                      <a:pPr algn="ctr" indent="0" marL="0">
                        <a:buNone/>
                      </a:pPr>
                      <a:endParaRPr lang="en-US" sz="800" dirty="0">
                        <a:latin typeface="Meiryo UI" charset="0"/>
                        <a:ea typeface="Meiryo UI" charset="0"/>
                        <a:cs typeface="Meiryo UI" charset="0"/>
                      </a:endParaRPr>
                    </a:p>
                  </a:txBody>
                  <a:tcPr marL="41148" marR="41148" marT="41148" marB="41148" anchor="ctr">
                    <a:lnL w="6350" cap="flat" cmpd="sng" algn="ctr">
                      <a:solidFill>
                        <a:srgbClr val="C9D2E3"/>
                      </a:solidFill>
                      <a:prstDash val="solid"/>
                      <a:round/>
                      <a:headEnd type="none" w="med" len="med"/>
                      <a:tailEnd type="none" w="med" len="med"/>
                    </a:lnL>
                    <a:lnR w="6350" cap="flat" cmpd="sng" algn="ctr">
                      <a:solidFill>
                        <a:srgbClr val="C9D2E3"/>
                      </a:solidFill>
                      <a:prstDash val="solid"/>
                      <a:round/>
                      <a:headEnd type="none" w="med" len="med"/>
                      <a:tailEnd type="none" w="med" len="med"/>
                    </a:lnR>
                    <a:lnT w="6350" cap="flat" cmpd="sng" algn="ctr">
                      <a:solidFill>
                        <a:srgbClr val="C9D2E3"/>
                      </a:solidFill>
                      <a:prstDash val="solid"/>
                      <a:round/>
                      <a:headEnd type="none" w="med" len="med"/>
                      <a:tailEnd type="none" w="med" len="med"/>
                    </a:lnT>
                    <a:lnB w="6350" cap="flat" cmpd="sng" algn="ctr">
                      <a:solidFill>
                        <a:srgbClr val="C9D2E3"/>
                      </a:solidFill>
                      <a:prstDash val="solid"/>
                      <a:round/>
                      <a:headEnd type="none" w="med" len="med"/>
                      <a:tailEnd type="none" w="med" len="med"/>
                    </a:lnB>
                    <a:solidFill>
                      <a:srgbClr val="FDFEFF"/>
                    </a:solidFill>
                  </a:tcPr>
                </a:tc>
                <a:tc>
                  <a:txBody>
                    <a:bodyPr/>
                    <a:lstStyle/>
                    <a:p>
                      <a:pPr algn="ctr" indent="0" marL="0">
                        <a:buNone/>
                      </a:pPr>
                      <a:endParaRPr lang="en-US" sz="800" dirty="0">
                        <a:latin typeface="Meiryo UI" charset="0"/>
                        <a:ea typeface="Meiryo UI" charset="0"/>
                        <a:cs typeface="Meiryo UI" charset="0"/>
                      </a:endParaRPr>
                    </a:p>
                  </a:txBody>
                  <a:tcPr marL="41148" marR="41148" marT="41148" marB="41148" anchor="ctr">
                    <a:lnL w="6350" cap="flat" cmpd="sng" algn="ctr">
                      <a:solidFill>
                        <a:srgbClr val="C9D2E3"/>
                      </a:solidFill>
                      <a:prstDash val="solid"/>
                      <a:round/>
                      <a:headEnd type="none" w="med" len="med"/>
                      <a:tailEnd type="none" w="med" len="med"/>
                    </a:lnL>
                    <a:lnR w="6350" cap="flat" cmpd="sng" algn="ctr">
                      <a:solidFill>
                        <a:srgbClr val="C9D2E3"/>
                      </a:solidFill>
                      <a:prstDash val="solid"/>
                      <a:round/>
                      <a:headEnd type="none" w="med" len="med"/>
                      <a:tailEnd type="none" w="med" len="med"/>
                    </a:lnR>
                    <a:lnT w="6350" cap="flat" cmpd="sng" algn="ctr">
                      <a:solidFill>
                        <a:srgbClr val="C9D2E3"/>
                      </a:solidFill>
                      <a:prstDash val="solid"/>
                      <a:round/>
                      <a:headEnd type="none" w="med" len="med"/>
                      <a:tailEnd type="none" w="med" len="med"/>
                    </a:lnT>
                    <a:lnB w="6350" cap="flat" cmpd="sng" algn="ctr">
                      <a:solidFill>
                        <a:srgbClr val="C9D2E3"/>
                      </a:solidFill>
                      <a:prstDash val="solid"/>
                      <a:round/>
                      <a:headEnd type="none" w="med" len="med"/>
                      <a:tailEnd type="none" w="med" len="med"/>
                    </a:lnB>
                    <a:solidFill>
                      <a:srgbClr val="FDFEFF"/>
                    </a:solidFill>
                  </a:tcPr>
                </a:tc>
                <a:tc>
                  <a:txBody>
                    <a:bodyPr/>
                    <a:lstStyle/>
                    <a:p>
                      <a:pPr algn="ctr" indent="0" marL="0">
                        <a:buNone/>
                      </a:pPr>
                      <a:endParaRPr lang="en-US" sz="800" dirty="0">
                        <a:latin typeface="Meiryo UI" charset="0"/>
                        <a:ea typeface="Meiryo UI" charset="0"/>
                        <a:cs typeface="Meiryo UI" charset="0"/>
                      </a:endParaRPr>
                    </a:p>
                  </a:txBody>
                  <a:tcPr marL="41148" marR="41148" marT="41148" marB="41148" anchor="ctr">
                    <a:lnL w="6350" cap="flat" cmpd="sng" algn="ctr">
                      <a:solidFill>
                        <a:srgbClr val="C9D2E3"/>
                      </a:solidFill>
                      <a:prstDash val="solid"/>
                      <a:round/>
                      <a:headEnd type="none" w="med" len="med"/>
                      <a:tailEnd type="none" w="med" len="med"/>
                    </a:lnL>
                    <a:lnR w="6350" cap="flat" cmpd="sng" algn="ctr">
                      <a:solidFill>
                        <a:srgbClr val="C9D2E3"/>
                      </a:solidFill>
                      <a:prstDash val="solid"/>
                      <a:round/>
                      <a:headEnd type="none" w="med" len="med"/>
                      <a:tailEnd type="none" w="med" len="med"/>
                    </a:lnR>
                    <a:lnT w="6350" cap="flat" cmpd="sng" algn="ctr">
                      <a:solidFill>
                        <a:srgbClr val="C9D2E3"/>
                      </a:solidFill>
                      <a:prstDash val="solid"/>
                      <a:round/>
                      <a:headEnd type="none" w="med" len="med"/>
                      <a:tailEnd type="none" w="med" len="med"/>
                    </a:lnT>
                    <a:lnB w="6350" cap="flat" cmpd="sng" algn="ctr">
                      <a:solidFill>
                        <a:srgbClr val="C9D2E3"/>
                      </a:solidFill>
                      <a:prstDash val="solid"/>
                      <a:round/>
                      <a:headEnd type="none" w="med" len="med"/>
                      <a:tailEnd type="none" w="med" len="med"/>
                    </a:lnB>
                    <a:solidFill>
                      <a:srgbClr val="FDFEFF"/>
                    </a:solidFill>
                  </a:tcPr>
                </a:tc>
                <a:tc>
                  <a:txBody>
                    <a:bodyPr/>
                    <a:lstStyle/>
                    <a:p>
                      <a:pPr algn="ctr" indent="0" marL="0">
                        <a:buNone/>
                      </a:pPr>
                      <a:endParaRPr lang="en-US" sz="800" dirty="0">
                        <a:latin typeface="Meiryo UI" charset="0"/>
                        <a:ea typeface="Meiryo UI" charset="0"/>
                        <a:cs typeface="Meiryo UI" charset="0"/>
                      </a:endParaRPr>
                    </a:p>
                  </a:txBody>
                  <a:tcPr marL="41148" marR="41148" marT="41148" marB="41148" anchor="ctr">
                    <a:lnL w="6350" cap="flat" cmpd="sng" algn="ctr">
                      <a:solidFill>
                        <a:srgbClr val="C9D2E3"/>
                      </a:solidFill>
                      <a:prstDash val="solid"/>
                      <a:round/>
                      <a:headEnd type="none" w="med" len="med"/>
                      <a:tailEnd type="none" w="med" len="med"/>
                    </a:lnL>
                    <a:lnR w="6350" cap="flat" cmpd="sng" algn="ctr">
                      <a:solidFill>
                        <a:srgbClr val="C9D2E3"/>
                      </a:solidFill>
                      <a:prstDash val="solid"/>
                      <a:round/>
                      <a:headEnd type="none" w="med" len="med"/>
                      <a:tailEnd type="none" w="med" len="med"/>
                    </a:lnR>
                    <a:lnT w="6350" cap="flat" cmpd="sng" algn="ctr">
                      <a:solidFill>
                        <a:srgbClr val="C9D2E3"/>
                      </a:solidFill>
                      <a:prstDash val="solid"/>
                      <a:round/>
                      <a:headEnd type="none" w="med" len="med"/>
                      <a:tailEnd type="none" w="med" len="med"/>
                    </a:lnT>
                    <a:lnB w="6350" cap="flat" cmpd="sng" algn="ctr">
                      <a:solidFill>
                        <a:srgbClr val="C9D2E3"/>
                      </a:solidFill>
                      <a:prstDash val="solid"/>
                      <a:round/>
                      <a:headEnd type="none" w="med" len="med"/>
                      <a:tailEnd type="none" w="med" len="med"/>
                    </a:lnB>
                    <a:solidFill>
                      <a:srgbClr val="FDFEFF"/>
                    </a:solidFill>
                  </a:tcPr>
                </a:tc>
                <a:tc>
                  <a:txBody>
                    <a:bodyPr/>
                    <a:lstStyle/>
                    <a:p>
                      <a:pPr algn="ctr" indent="0" marL="0">
                        <a:buNone/>
                      </a:pPr>
                      <a:endParaRPr lang="en-US" sz="800" dirty="0">
                        <a:latin typeface="Meiryo UI" charset="0"/>
                        <a:ea typeface="Meiryo UI" charset="0"/>
                        <a:cs typeface="Meiryo UI" charset="0"/>
                      </a:endParaRPr>
                    </a:p>
                  </a:txBody>
                  <a:tcPr marL="41148" marR="41148" marT="41148" marB="41148" anchor="ctr">
                    <a:lnL w="6350" cap="flat" cmpd="sng" algn="ctr">
                      <a:solidFill>
                        <a:srgbClr val="C9D2E3"/>
                      </a:solidFill>
                      <a:prstDash val="solid"/>
                      <a:round/>
                      <a:headEnd type="none" w="med" len="med"/>
                      <a:tailEnd type="none" w="med" len="med"/>
                    </a:lnL>
                    <a:lnR w="6350" cap="flat" cmpd="sng" algn="ctr">
                      <a:solidFill>
                        <a:srgbClr val="C9D2E3"/>
                      </a:solidFill>
                      <a:prstDash val="solid"/>
                      <a:round/>
                      <a:headEnd type="none" w="med" len="med"/>
                      <a:tailEnd type="none" w="med" len="med"/>
                    </a:lnR>
                    <a:lnT w="6350" cap="flat" cmpd="sng" algn="ctr">
                      <a:solidFill>
                        <a:srgbClr val="C9D2E3"/>
                      </a:solidFill>
                      <a:prstDash val="solid"/>
                      <a:round/>
                      <a:headEnd type="none" w="med" len="med"/>
                      <a:tailEnd type="none" w="med" len="med"/>
                    </a:lnT>
                    <a:lnB w="6350" cap="flat" cmpd="sng" algn="ctr">
                      <a:solidFill>
                        <a:srgbClr val="C9D2E3"/>
                      </a:solidFill>
                      <a:prstDash val="solid"/>
                      <a:round/>
                      <a:headEnd type="none" w="med" len="med"/>
                      <a:tailEnd type="none" w="med" len="med"/>
                    </a:lnB>
                    <a:solidFill>
                      <a:srgbClr val="FDFEFF"/>
                    </a:solidFill>
                  </a:tcPr>
                </a:tc>
                <a:tc>
                  <a:txBody>
                    <a:bodyPr/>
                    <a:lstStyle/>
                    <a:p>
                      <a:pPr algn="ctr" indent="0" marL="0">
                        <a:buNone/>
                      </a:pPr>
                      <a:endParaRPr lang="en-US" sz="800" dirty="0">
                        <a:latin typeface="Meiryo UI" charset="0"/>
                        <a:ea typeface="Meiryo UI" charset="0"/>
                        <a:cs typeface="Meiryo UI" charset="0"/>
                      </a:endParaRPr>
                    </a:p>
                  </a:txBody>
                  <a:tcPr marL="41148" marR="41148" marT="41148" marB="41148" anchor="ctr">
                    <a:lnL w="6350" cap="flat" cmpd="sng" algn="ctr">
                      <a:solidFill>
                        <a:srgbClr val="C9D2E3"/>
                      </a:solidFill>
                      <a:prstDash val="solid"/>
                      <a:round/>
                      <a:headEnd type="none" w="med" len="med"/>
                      <a:tailEnd type="none" w="med" len="med"/>
                    </a:lnL>
                    <a:lnR w="6350" cap="flat" cmpd="sng" algn="ctr">
                      <a:solidFill>
                        <a:srgbClr val="C9D2E3"/>
                      </a:solidFill>
                      <a:prstDash val="solid"/>
                      <a:round/>
                      <a:headEnd type="none" w="med" len="med"/>
                      <a:tailEnd type="none" w="med" len="med"/>
                    </a:lnR>
                    <a:lnT w="6350" cap="flat" cmpd="sng" algn="ctr">
                      <a:solidFill>
                        <a:srgbClr val="C9D2E3"/>
                      </a:solidFill>
                      <a:prstDash val="solid"/>
                      <a:round/>
                      <a:headEnd type="none" w="med" len="med"/>
                      <a:tailEnd type="none" w="med" len="med"/>
                    </a:lnT>
                    <a:lnB w="6350" cap="flat" cmpd="sng" algn="ctr">
                      <a:solidFill>
                        <a:srgbClr val="C9D2E3"/>
                      </a:solidFill>
                      <a:prstDash val="solid"/>
                      <a:round/>
                      <a:headEnd type="none" w="med" len="med"/>
                      <a:tailEnd type="none" w="med" len="med"/>
                    </a:lnB>
                    <a:solidFill>
                      <a:srgbClr val="FDFEFF"/>
                    </a:solidFill>
                  </a:tcPr>
                </a:tc>
              </a:tr>
              <a:tr h="230429">
                <a:tc>
                  <a:txBody>
                    <a:bodyPr/>
                    <a:lstStyle/>
                    <a:p>
                      <a:pPr algn="ctr" indent="0" marL="0">
                        <a:buNone/>
                      </a:pPr>
                      <a:r>
                        <a:rPr lang="en-US" sz="800" b="1" dirty="0">
                          <a:solidFill>
                            <a:srgbClr val="333333"/>
                          </a:solidFill>
                          <a:latin typeface="Meiryo UI" pitchFamily="34" charset="0"/>
                          <a:ea typeface="Meiryo UI" pitchFamily="34" charset="-122"/>
                          <a:cs typeface="Meiryo UI" pitchFamily="34" charset="-120"/>
                        </a:rPr>
                        <a:t>Q3</a:t>
                      </a:r>
                      <a:endParaRPr lang="en-US" sz="800" dirty="0">
                        <a:latin typeface="Meiryo UI" charset="0"/>
                        <a:ea typeface="Meiryo UI" charset="0"/>
                        <a:cs typeface="Meiryo UI" charset="0"/>
                      </a:endParaRPr>
                    </a:p>
                  </a:txBody>
                  <a:tcPr marL="41148" marR="41148" marT="41148" marB="41148" anchor="ctr">
                    <a:lnL w="6350" cap="flat" cmpd="sng" algn="ctr">
                      <a:solidFill>
                        <a:srgbClr val="C9D2E3"/>
                      </a:solidFill>
                      <a:prstDash val="solid"/>
                      <a:round/>
                      <a:headEnd type="none" w="med" len="med"/>
                      <a:tailEnd type="none" w="med" len="med"/>
                    </a:lnL>
                    <a:lnR w="6350" cap="flat" cmpd="sng" algn="ctr">
                      <a:solidFill>
                        <a:srgbClr val="C9D2E3"/>
                      </a:solidFill>
                      <a:prstDash val="solid"/>
                      <a:round/>
                      <a:headEnd type="none" w="med" len="med"/>
                      <a:tailEnd type="none" w="med" len="med"/>
                    </a:lnR>
                    <a:lnT w="6350" cap="flat" cmpd="sng" algn="ctr">
                      <a:solidFill>
                        <a:srgbClr val="C9D2E3"/>
                      </a:solidFill>
                      <a:prstDash val="solid"/>
                      <a:round/>
                      <a:headEnd type="none" w="med" len="med"/>
                      <a:tailEnd type="none" w="med" len="med"/>
                    </a:lnT>
                    <a:lnB w="6350" cap="flat" cmpd="sng" algn="ctr">
                      <a:solidFill>
                        <a:srgbClr val="C9D2E3"/>
                      </a:solidFill>
                      <a:prstDash val="solid"/>
                      <a:round/>
                      <a:headEnd type="none" w="med" len="med"/>
                      <a:tailEnd type="none" w="med" len="med"/>
                    </a:lnB>
                  </a:tcPr>
                </a:tc>
                <a:tc>
                  <a:txBody>
                    <a:bodyPr/>
                    <a:lstStyle/>
                    <a:p>
                      <a:pPr algn="l" indent="0" marL="0">
                        <a:buNone/>
                      </a:pPr>
                      <a:r>
                        <a:rPr lang="en-US" sz="800" b="1" dirty="0">
                          <a:solidFill>
                            <a:srgbClr val="333333"/>
                          </a:solidFill>
                          <a:latin typeface="Meiryo UI" pitchFamily="34" charset="0"/>
                          <a:ea typeface="Meiryo UI" pitchFamily="34" charset="-122"/>
                          <a:cs typeface="Meiryo UI" pitchFamily="34" charset="-120"/>
                        </a:rPr>
                        <a:t>守りの設計力（統制・証跡・自動化）</a:t>
                      </a:r>
                      <a:endParaRPr lang="en-US" sz="800" dirty="0">
                        <a:latin typeface="Meiryo UI" charset="0"/>
                        <a:ea typeface="Meiryo UI" charset="0"/>
                        <a:cs typeface="Meiryo UI" charset="0"/>
                      </a:endParaRPr>
                    </a:p>
                  </a:txBody>
                  <a:tcPr marL="41148" marR="41148" marT="41148" marB="41148" anchor="ctr">
                    <a:lnL w="6350" cap="flat" cmpd="sng" algn="ctr">
                      <a:solidFill>
                        <a:srgbClr val="C9D2E3"/>
                      </a:solidFill>
                      <a:prstDash val="solid"/>
                      <a:round/>
                      <a:headEnd type="none" w="med" len="med"/>
                      <a:tailEnd type="none" w="med" len="med"/>
                    </a:lnL>
                    <a:lnR w="6350" cap="flat" cmpd="sng" algn="ctr">
                      <a:solidFill>
                        <a:srgbClr val="C9D2E3"/>
                      </a:solidFill>
                      <a:prstDash val="solid"/>
                      <a:round/>
                      <a:headEnd type="none" w="med" len="med"/>
                      <a:tailEnd type="none" w="med" len="med"/>
                    </a:lnR>
                    <a:lnT w="6350" cap="flat" cmpd="sng" algn="ctr">
                      <a:solidFill>
                        <a:srgbClr val="C9D2E3"/>
                      </a:solidFill>
                      <a:prstDash val="solid"/>
                      <a:round/>
                      <a:headEnd type="none" w="med" len="med"/>
                      <a:tailEnd type="none" w="med" len="med"/>
                    </a:lnT>
                    <a:lnB w="6350" cap="flat" cmpd="sng" algn="ctr">
                      <a:solidFill>
                        <a:srgbClr val="C9D2E3"/>
                      </a:solidFill>
                      <a:prstDash val="solid"/>
                      <a:round/>
                      <a:headEnd type="none" w="med" len="med"/>
                      <a:tailEnd type="none" w="med" len="med"/>
                    </a:lnB>
                  </a:tcPr>
                </a:tc>
                <a:tc>
                  <a:txBody>
                    <a:bodyPr/>
                    <a:lstStyle/>
                    <a:p>
                      <a:pPr algn="l" indent="0" marL="0">
                        <a:buNone/>
                      </a:pPr>
                      <a:r>
                        <a:rPr lang="en-US" sz="750" dirty="0">
                          <a:solidFill>
                            <a:srgbClr val="333333"/>
                          </a:solidFill>
                          <a:latin typeface="Meiryo UI" pitchFamily="34" charset="0"/>
                          <a:ea typeface="Meiryo UI" pitchFamily="34" charset="-122"/>
                          <a:cs typeface="Meiryo UI" pitchFamily="34" charset="-120"/>
                        </a:rPr>
                        <a:t>証憑紐付け・多段階承認・変更履歴保全を機能要件へ落とす道筋と、手作業根絶のプロセス設計が具体的か</a:t>
                      </a:r>
                      <a:endParaRPr lang="en-US" sz="750" dirty="0">
                        <a:latin typeface="Meiryo UI" charset="0"/>
                        <a:ea typeface="Meiryo UI" charset="0"/>
                        <a:cs typeface="Meiryo UI" charset="0"/>
                      </a:endParaRPr>
                    </a:p>
                  </a:txBody>
                  <a:tcPr marL="41148" marR="41148" marT="41148" marB="41148" anchor="ctr">
                    <a:lnL w="6350" cap="flat" cmpd="sng" algn="ctr">
                      <a:solidFill>
                        <a:srgbClr val="C9D2E3"/>
                      </a:solidFill>
                      <a:prstDash val="solid"/>
                      <a:round/>
                      <a:headEnd type="none" w="med" len="med"/>
                      <a:tailEnd type="none" w="med" len="med"/>
                    </a:lnL>
                    <a:lnR w="6350" cap="flat" cmpd="sng" algn="ctr">
                      <a:solidFill>
                        <a:srgbClr val="C9D2E3"/>
                      </a:solidFill>
                      <a:prstDash val="solid"/>
                      <a:round/>
                      <a:headEnd type="none" w="med" len="med"/>
                      <a:tailEnd type="none" w="med" len="med"/>
                    </a:lnR>
                    <a:lnT w="6350" cap="flat" cmpd="sng" algn="ctr">
                      <a:solidFill>
                        <a:srgbClr val="C9D2E3"/>
                      </a:solidFill>
                      <a:prstDash val="solid"/>
                      <a:round/>
                      <a:headEnd type="none" w="med" len="med"/>
                      <a:tailEnd type="none" w="med" len="med"/>
                    </a:lnT>
                    <a:lnB w="6350" cap="flat" cmpd="sng" algn="ctr">
                      <a:solidFill>
                        <a:srgbClr val="C9D2E3"/>
                      </a:solidFill>
                      <a:prstDash val="solid"/>
                      <a:round/>
                      <a:headEnd type="none" w="med" len="med"/>
                      <a:tailEnd type="none" w="med" len="med"/>
                    </a:lnB>
                  </a:tcPr>
                </a:tc>
                <a:tc>
                  <a:txBody>
                    <a:bodyPr/>
                    <a:lstStyle/>
                    <a:p>
                      <a:pPr algn="ctr" indent="0" marL="0">
                        <a:buNone/>
                      </a:pPr>
                      <a:r>
                        <a:rPr lang="en-US" sz="800" b="1" dirty="0">
                          <a:solidFill>
                            <a:srgbClr val="333333"/>
                          </a:solidFill>
                          <a:latin typeface="Meiryo UI" pitchFamily="34" charset="0"/>
                          <a:ea typeface="Meiryo UI" pitchFamily="34" charset="-122"/>
                          <a:cs typeface="Meiryo UI" pitchFamily="34" charset="-120"/>
                        </a:rPr>
                        <a:t>8</a:t>
                      </a:r>
                      <a:endParaRPr lang="en-US" sz="800" dirty="0">
                        <a:latin typeface="Meiryo UI" charset="0"/>
                        <a:ea typeface="Meiryo UI" charset="0"/>
                        <a:cs typeface="Meiryo UI" charset="0"/>
                      </a:endParaRPr>
                    </a:p>
                  </a:txBody>
                  <a:tcPr marL="41148" marR="41148" marT="41148" marB="41148" anchor="ctr">
                    <a:lnL w="6350" cap="flat" cmpd="sng" algn="ctr">
                      <a:solidFill>
                        <a:srgbClr val="C9D2E3"/>
                      </a:solidFill>
                      <a:prstDash val="solid"/>
                      <a:round/>
                      <a:headEnd type="none" w="med" len="med"/>
                      <a:tailEnd type="none" w="med" len="med"/>
                    </a:lnL>
                    <a:lnR w="6350" cap="flat" cmpd="sng" algn="ctr">
                      <a:solidFill>
                        <a:srgbClr val="C9D2E3"/>
                      </a:solidFill>
                      <a:prstDash val="solid"/>
                      <a:round/>
                      <a:headEnd type="none" w="med" len="med"/>
                      <a:tailEnd type="none" w="med" len="med"/>
                    </a:lnR>
                    <a:lnT w="6350" cap="flat" cmpd="sng" algn="ctr">
                      <a:solidFill>
                        <a:srgbClr val="C9D2E3"/>
                      </a:solidFill>
                      <a:prstDash val="solid"/>
                      <a:round/>
                      <a:headEnd type="none" w="med" len="med"/>
                      <a:tailEnd type="none" w="med" len="med"/>
                    </a:lnT>
                    <a:lnB w="6350" cap="flat" cmpd="sng" algn="ctr">
                      <a:solidFill>
                        <a:srgbClr val="C9D2E3"/>
                      </a:solidFill>
                      <a:prstDash val="solid"/>
                      <a:round/>
                      <a:headEnd type="none" w="med" len="med"/>
                      <a:tailEnd type="none" w="med" len="med"/>
                    </a:lnB>
                  </a:tcPr>
                </a:tc>
                <a:tc>
                  <a:txBody>
                    <a:bodyPr/>
                    <a:lstStyle/>
                    <a:p>
                      <a:pPr algn="ctr" indent="0" marL="0">
                        <a:buNone/>
                      </a:pPr>
                      <a:endParaRPr lang="en-US" sz="800" dirty="0">
                        <a:latin typeface="Meiryo UI" charset="0"/>
                        <a:ea typeface="Meiryo UI" charset="0"/>
                        <a:cs typeface="Meiryo UI" charset="0"/>
                      </a:endParaRPr>
                    </a:p>
                  </a:txBody>
                  <a:tcPr marL="41148" marR="41148" marT="41148" marB="41148" anchor="ctr">
                    <a:lnL w="6350" cap="flat" cmpd="sng" algn="ctr">
                      <a:solidFill>
                        <a:srgbClr val="C9D2E3"/>
                      </a:solidFill>
                      <a:prstDash val="solid"/>
                      <a:round/>
                      <a:headEnd type="none" w="med" len="med"/>
                      <a:tailEnd type="none" w="med" len="med"/>
                    </a:lnL>
                    <a:lnR w="6350" cap="flat" cmpd="sng" algn="ctr">
                      <a:solidFill>
                        <a:srgbClr val="C9D2E3"/>
                      </a:solidFill>
                      <a:prstDash val="solid"/>
                      <a:round/>
                      <a:headEnd type="none" w="med" len="med"/>
                      <a:tailEnd type="none" w="med" len="med"/>
                    </a:lnR>
                    <a:lnT w="6350" cap="flat" cmpd="sng" algn="ctr">
                      <a:solidFill>
                        <a:srgbClr val="C9D2E3"/>
                      </a:solidFill>
                      <a:prstDash val="solid"/>
                      <a:round/>
                      <a:headEnd type="none" w="med" len="med"/>
                      <a:tailEnd type="none" w="med" len="med"/>
                    </a:lnT>
                    <a:lnB w="6350" cap="flat" cmpd="sng" algn="ctr">
                      <a:solidFill>
                        <a:srgbClr val="C9D2E3"/>
                      </a:solidFill>
                      <a:prstDash val="solid"/>
                      <a:round/>
                      <a:headEnd type="none" w="med" len="med"/>
                      <a:tailEnd type="none" w="med" len="med"/>
                    </a:lnB>
                    <a:solidFill>
                      <a:srgbClr val="FDFEFF"/>
                    </a:solidFill>
                  </a:tcPr>
                </a:tc>
                <a:tc>
                  <a:txBody>
                    <a:bodyPr/>
                    <a:lstStyle/>
                    <a:p>
                      <a:pPr algn="ctr" indent="0" marL="0">
                        <a:buNone/>
                      </a:pPr>
                      <a:endParaRPr lang="en-US" sz="800" dirty="0">
                        <a:latin typeface="Meiryo UI" charset="0"/>
                        <a:ea typeface="Meiryo UI" charset="0"/>
                        <a:cs typeface="Meiryo UI" charset="0"/>
                      </a:endParaRPr>
                    </a:p>
                  </a:txBody>
                  <a:tcPr marL="41148" marR="41148" marT="41148" marB="41148" anchor="ctr">
                    <a:lnL w="6350" cap="flat" cmpd="sng" algn="ctr">
                      <a:solidFill>
                        <a:srgbClr val="C9D2E3"/>
                      </a:solidFill>
                      <a:prstDash val="solid"/>
                      <a:round/>
                      <a:headEnd type="none" w="med" len="med"/>
                      <a:tailEnd type="none" w="med" len="med"/>
                    </a:lnL>
                    <a:lnR w="6350" cap="flat" cmpd="sng" algn="ctr">
                      <a:solidFill>
                        <a:srgbClr val="C9D2E3"/>
                      </a:solidFill>
                      <a:prstDash val="solid"/>
                      <a:round/>
                      <a:headEnd type="none" w="med" len="med"/>
                      <a:tailEnd type="none" w="med" len="med"/>
                    </a:lnR>
                    <a:lnT w="6350" cap="flat" cmpd="sng" algn="ctr">
                      <a:solidFill>
                        <a:srgbClr val="C9D2E3"/>
                      </a:solidFill>
                      <a:prstDash val="solid"/>
                      <a:round/>
                      <a:headEnd type="none" w="med" len="med"/>
                      <a:tailEnd type="none" w="med" len="med"/>
                    </a:lnT>
                    <a:lnB w="6350" cap="flat" cmpd="sng" algn="ctr">
                      <a:solidFill>
                        <a:srgbClr val="C9D2E3"/>
                      </a:solidFill>
                      <a:prstDash val="solid"/>
                      <a:round/>
                      <a:headEnd type="none" w="med" len="med"/>
                      <a:tailEnd type="none" w="med" len="med"/>
                    </a:lnB>
                    <a:solidFill>
                      <a:srgbClr val="FDFEFF"/>
                    </a:solidFill>
                  </a:tcPr>
                </a:tc>
                <a:tc>
                  <a:txBody>
                    <a:bodyPr/>
                    <a:lstStyle/>
                    <a:p>
                      <a:pPr algn="ctr" indent="0" marL="0">
                        <a:buNone/>
                      </a:pPr>
                      <a:endParaRPr lang="en-US" sz="800" dirty="0">
                        <a:latin typeface="Meiryo UI" charset="0"/>
                        <a:ea typeface="Meiryo UI" charset="0"/>
                        <a:cs typeface="Meiryo UI" charset="0"/>
                      </a:endParaRPr>
                    </a:p>
                  </a:txBody>
                  <a:tcPr marL="41148" marR="41148" marT="41148" marB="41148" anchor="ctr">
                    <a:lnL w="6350" cap="flat" cmpd="sng" algn="ctr">
                      <a:solidFill>
                        <a:srgbClr val="C9D2E3"/>
                      </a:solidFill>
                      <a:prstDash val="solid"/>
                      <a:round/>
                      <a:headEnd type="none" w="med" len="med"/>
                      <a:tailEnd type="none" w="med" len="med"/>
                    </a:lnL>
                    <a:lnR w="6350" cap="flat" cmpd="sng" algn="ctr">
                      <a:solidFill>
                        <a:srgbClr val="C9D2E3"/>
                      </a:solidFill>
                      <a:prstDash val="solid"/>
                      <a:round/>
                      <a:headEnd type="none" w="med" len="med"/>
                      <a:tailEnd type="none" w="med" len="med"/>
                    </a:lnR>
                    <a:lnT w="6350" cap="flat" cmpd="sng" algn="ctr">
                      <a:solidFill>
                        <a:srgbClr val="C9D2E3"/>
                      </a:solidFill>
                      <a:prstDash val="solid"/>
                      <a:round/>
                      <a:headEnd type="none" w="med" len="med"/>
                      <a:tailEnd type="none" w="med" len="med"/>
                    </a:lnT>
                    <a:lnB w="6350" cap="flat" cmpd="sng" algn="ctr">
                      <a:solidFill>
                        <a:srgbClr val="C9D2E3"/>
                      </a:solidFill>
                      <a:prstDash val="solid"/>
                      <a:round/>
                      <a:headEnd type="none" w="med" len="med"/>
                      <a:tailEnd type="none" w="med" len="med"/>
                    </a:lnB>
                    <a:solidFill>
                      <a:srgbClr val="FDFEFF"/>
                    </a:solidFill>
                  </a:tcPr>
                </a:tc>
                <a:tc>
                  <a:txBody>
                    <a:bodyPr/>
                    <a:lstStyle/>
                    <a:p>
                      <a:pPr algn="ctr" indent="0" marL="0">
                        <a:buNone/>
                      </a:pPr>
                      <a:endParaRPr lang="en-US" sz="800" dirty="0">
                        <a:latin typeface="Meiryo UI" charset="0"/>
                        <a:ea typeface="Meiryo UI" charset="0"/>
                        <a:cs typeface="Meiryo UI" charset="0"/>
                      </a:endParaRPr>
                    </a:p>
                  </a:txBody>
                  <a:tcPr marL="41148" marR="41148" marT="41148" marB="41148" anchor="ctr">
                    <a:lnL w="6350" cap="flat" cmpd="sng" algn="ctr">
                      <a:solidFill>
                        <a:srgbClr val="C9D2E3"/>
                      </a:solidFill>
                      <a:prstDash val="solid"/>
                      <a:round/>
                      <a:headEnd type="none" w="med" len="med"/>
                      <a:tailEnd type="none" w="med" len="med"/>
                    </a:lnL>
                    <a:lnR w="6350" cap="flat" cmpd="sng" algn="ctr">
                      <a:solidFill>
                        <a:srgbClr val="C9D2E3"/>
                      </a:solidFill>
                      <a:prstDash val="solid"/>
                      <a:round/>
                      <a:headEnd type="none" w="med" len="med"/>
                      <a:tailEnd type="none" w="med" len="med"/>
                    </a:lnR>
                    <a:lnT w="6350" cap="flat" cmpd="sng" algn="ctr">
                      <a:solidFill>
                        <a:srgbClr val="C9D2E3"/>
                      </a:solidFill>
                      <a:prstDash val="solid"/>
                      <a:round/>
                      <a:headEnd type="none" w="med" len="med"/>
                      <a:tailEnd type="none" w="med" len="med"/>
                    </a:lnT>
                    <a:lnB w="6350" cap="flat" cmpd="sng" algn="ctr">
                      <a:solidFill>
                        <a:srgbClr val="C9D2E3"/>
                      </a:solidFill>
                      <a:prstDash val="solid"/>
                      <a:round/>
                      <a:headEnd type="none" w="med" len="med"/>
                      <a:tailEnd type="none" w="med" len="med"/>
                    </a:lnB>
                    <a:solidFill>
                      <a:srgbClr val="FDFEFF"/>
                    </a:solidFill>
                  </a:tcPr>
                </a:tc>
                <a:tc>
                  <a:txBody>
                    <a:bodyPr/>
                    <a:lstStyle/>
                    <a:p>
                      <a:pPr algn="ctr" indent="0" marL="0">
                        <a:buNone/>
                      </a:pPr>
                      <a:endParaRPr lang="en-US" sz="800" dirty="0">
                        <a:latin typeface="Meiryo UI" charset="0"/>
                        <a:ea typeface="Meiryo UI" charset="0"/>
                        <a:cs typeface="Meiryo UI" charset="0"/>
                      </a:endParaRPr>
                    </a:p>
                  </a:txBody>
                  <a:tcPr marL="41148" marR="41148" marT="41148" marB="41148" anchor="ctr">
                    <a:lnL w="6350" cap="flat" cmpd="sng" algn="ctr">
                      <a:solidFill>
                        <a:srgbClr val="C9D2E3"/>
                      </a:solidFill>
                      <a:prstDash val="solid"/>
                      <a:round/>
                      <a:headEnd type="none" w="med" len="med"/>
                      <a:tailEnd type="none" w="med" len="med"/>
                    </a:lnL>
                    <a:lnR w="6350" cap="flat" cmpd="sng" algn="ctr">
                      <a:solidFill>
                        <a:srgbClr val="C9D2E3"/>
                      </a:solidFill>
                      <a:prstDash val="solid"/>
                      <a:round/>
                      <a:headEnd type="none" w="med" len="med"/>
                      <a:tailEnd type="none" w="med" len="med"/>
                    </a:lnR>
                    <a:lnT w="6350" cap="flat" cmpd="sng" algn="ctr">
                      <a:solidFill>
                        <a:srgbClr val="C9D2E3"/>
                      </a:solidFill>
                      <a:prstDash val="solid"/>
                      <a:round/>
                      <a:headEnd type="none" w="med" len="med"/>
                      <a:tailEnd type="none" w="med" len="med"/>
                    </a:lnT>
                    <a:lnB w="6350" cap="flat" cmpd="sng" algn="ctr">
                      <a:solidFill>
                        <a:srgbClr val="C9D2E3"/>
                      </a:solidFill>
                      <a:prstDash val="solid"/>
                      <a:round/>
                      <a:headEnd type="none" w="med" len="med"/>
                      <a:tailEnd type="none" w="med" len="med"/>
                    </a:lnB>
                    <a:solidFill>
                      <a:srgbClr val="FDFEFF"/>
                    </a:solidFill>
                  </a:tcPr>
                </a:tc>
                <a:tc>
                  <a:txBody>
                    <a:bodyPr/>
                    <a:lstStyle/>
                    <a:p>
                      <a:pPr algn="ctr" indent="0" marL="0">
                        <a:buNone/>
                      </a:pPr>
                      <a:endParaRPr lang="en-US" sz="800" dirty="0">
                        <a:latin typeface="Meiryo UI" charset="0"/>
                        <a:ea typeface="Meiryo UI" charset="0"/>
                        <a:cs typeface="Meiryo UI" charset="0"/>
                      </a:endParaRPr>
                    </a:p>
                  </a:txBody>
                  <a:tcPr marL="41148" marR="41148" marT="41148" marB="41148" anchor="ctr">
                    <a:lnL w="6350" cap="flat" cmpd="sng" algn="ctr">
                      <a:solidFill>
                        <a:srgbClr val="C9D2E3"/>
                      </a:solidFill>
                      <a:prstDash val="solid"/>
                      <a:round/>
                      <a:headEnd type="none" w="med" len="med"/>
                      <a:tailEnd type="none" w="med" len="med"/>
                    </a:lnL>
                    <a:lnR w="6350" cap="flat" cmpd="sng" algn="ctr">
                      <a:solidFill>
                        <a:srgbClr val="C9D2E3"/>
                      </a:solidFill>
                      <a:prstDash val="solid"/>
                      <a:round/>
                      <a:headEnd type="none" w="med" len="med"/>
                      <a:tailEnd type="none" w="med" len="med"/>
                    </a:lnR>
                    <a:lnT w="6350" cap="flat" cmpd="sng" algn="ctr">
                      <a:solidFill>
                        <a:srgbClr val="C9D2E3"/>
                      </a:solidFill>
                      <a:prstDash val="solid"/>
                      <a:round/>
                      <a:headEnd type="none" w="med" len="med"/>
                      <a:tailEnd type="none" w="med" len="med"/>
                    </a:lnT>
                    <a:lnB w="6350" cap="flat" cmpd="sng" algn="ctr">
                      <a:solidFill>
                        <a:srgbClr val="C9D2E3"/>
                      </a:solidFill>
                      <a:prstDash val="solid"/>
                      <a:round/>
                      <a:headEnd type="none" w="med" len="med"/>
                      <a:tailEnd type="none" w="med" len="med"/>
                    </a:lnB>
                    <a:solidFill>
                      <a:srgbClr val="FDFEFF"/>
                    </a:solidFill>
                  </a:tcPr>
                </a:tc>
              </a:tr>
              <a:tr h="230429">
                <a:tc>
                  <a:txBody>
                    <a:bodyPr/>
                    <a:lstStyle/>
                    <a:p>
                      <a:pPr algn="ctr" indent="0" marL="0">
                        <a:buNone/>
                      </a:pPr>
                      <a:r>
                        <a:rPr lang="en-US" sz="800" b="1" dirty="0">
                          <a:solidFill>
                            <a:srgbClr val="333333"/>
                          </a:solidFill>
                          <a:latin typeface="Meiryo UI" pitchFamily="34" charset="0"/>
                          <a:ea typeface="Meiryo UI" pitchFamily="34" charset="-122"/>
                          <a:cs typeface="Meiryo UI" pitchFamily="34" charset="-120"/>
                        </a:rPr>
                        <a:t>Q4</a:t>
                      </a:r>
                      <a:endParaRPr lang="en-US" sz="800" dirty="0">
                        <a:latin typeface="Meiryo UI" charset="0"/>
                        <a:ea typeface="Meiryo UI" charset="0"/>
                        <a:cs typeface="Meiryo UI" charset="0"/>
                      </a:endParaRPr>
                    </a:p>
                  </a:txBody>
                  <a:tcPr marL="41148" marR="41148" marT="41148" marB="41148" anchor="ctr">
                    <a:lnL w="6350" cap="flat" cmpd="sng" algn="ctr">
                      <a:solidFill>
                        <a:srgbClr val="C9D2E3"/>
                      </a:solidFill>
                      <a:prstDash val="solid"/>
                      <a:round/>
                      <a:headEnd type="none" w="med" len="med"/>
                      <a:tailEnd type="none" w="med" len="med"/>
                    </a:lnL>
                    <a:lnR w="6350" cap="flat" cmpd="sng" algn="ctr">
                      <a:solidFill>
                        <a:srgbClr val="C9D2E3"/>
                      </a:solidFill>
                      <a:prstDash val="solid"/>
                      <a:round/>
                      <a:headEnd type="none" w="med" len="med"/>
                      <a:tailEnd type="none" w="med" len="med"/>
                    </a:lnR>
                    <a:lnT w="6350" cap="flat" cmpd="sng" algn="ctr">
                      <a:solidFill>
                        <a:srgbClr val="C9D2E3"/>
                      </a:solidFill>
                      <a:prstDash val="solid"/>
                      <a:round/>
                      <a:headEnd type="none" w="med" len="med"/>
                      <a:tailEnd type="none" w="med" len="med"/>
                    </a:lnT>
                    <a:lnB w="6350" cap="flat" cmpd="sng" algn="ctr">
                      <a:solidFill>
                        <a:srgbClr val="C9D2E3"/>
                      </a:solidFill>
                      <a:prstDash val="solid"/>
                      <a:round/>
                      <a:headEnd type="none" w="med" len="med"/>
                      <a:tailEnd type="none" w="med" len="med"/>
                    </a:lnB>
                  </a:tcPr>
                </a:tc>
                <a:tc>
                  <a:txBody>
                    <a:bodyPr/>
                    <a:lstStyle/>
                    <a:p>
                      <a:pPr algn="l" indent="0" marL="0">
                        <a:buNone/>
                      </a:pPr>
                      <a:r>
                        <a:rPr lang="en-US" sz="800" b="1" dirty="0">
                          <a:solidFill>
                            <a:srgbClr val="333333"/>
                          </a:solidFill>
                          <a:latin typeface="Meiryo UI" pitchFamily="34" charset="0"/>
                          <a:ea typeface="Meiryo UI" pitchFamily="34" charset="-122"/>
                          <a:cs typeface="Meiryo UI" pitchFamily="34" charset="-120"/>
                        </a:rPr>
                        <a:t>攻めの設計力（非財務の財務化）</a:t>
                      </a:r>
                      <a:endParaRPr lang="en-US" sz="800" dirty="0">
                        <a:latin typeface="Meiryo UI" charset="0"/>
                        <a:ea typeface="Meiryo UI" charset="0"/>
                        <a:cs typeface="Meiryo UI" charset="0"/>
                      </a:endParaRPr>
                    </a:p>
                  </a:txBody>
                  <a:tcPr marL="41148" marR="41148" marT="41148" marB="41148" anchor="ctr">
                    <a:lnL w="6350" cap="flat" cmpd="sng" algn="ctr">
                      <a:solidFill>
                        <a:srgbClr val="C9D2E3"/>
                      </a:solidFill>
                      <a:prstDash val="solid"/>
                      <a:round/>
                      <a:headEnd type="none" w="med" len="med"/>
                      <a:tailEnd type="none" w="med" len="med"/>
                    </a:lnL>
                    <a:lnR w="6350" cap="flat" cmpd="sng" algn="ctr">
                      <a:solidFill>
                        <a:srgbClr val="C9D2E3"/>
                      </a:solidFill>
                      <a:prstDash val="solid"/>
                      <a:round/>
                      <a:headEnd type="none" w="med" len="med"/>
                      <a:tailEnd type="none" w="med" len="med"/>
                    </a:lnR>
                    <a:lnT w="6350" cap="flat" cmpd="sng" algn="ctr">
                      <a:solidFill>
                        <a:srgbClr val="C9D2E3"/>
                      </a:solidFill>
                      <a:prstDash val="solid"/>
                      <a:round/>
                      <a:headEnd type="none" w="med" len="med"/>
                      <a:tailEnd type="none" w="med" len="med"/>
                    </a:lnT>
                    <a:lnB w="6350" cap="flat" cmpd="sng" algn="ctr">
                      <a:solidFill>
                        <a:srgbClr val="C9D2E3"/>
                      </a:solidFill>
                      <a:prstDash val="solid"/>
                      <a:round/>
                      <a:headEnd type="none" w="med" len="med"/>
                      <a:tailEnd type="none" w="med" len="med"/>
                    </a:lnB>
                  </a:tcPr>
                </a:tc>
                <a:tc>
                  <a:txBody>
                    <a:bodyPr/>
                    <a:lstStyle/>
                    <a:p>
                      <a:pPr algn="l" indent="0" marL="0">
                        <a:buNone/>
                      </a:pPr>
                      <a:r>
                        <a:rPr lang="en-US" sz="750" dirty="0">
                          <a:solidFill>
                            <a:srgbClr val="333333"/>
                          </a:solidFill>
                          <a:latin typeface="Meiryo UI" pitchFamily="34" charset="0"/>
                          <a:ea typeface="Meiryo UI" pitchFamily="34" charset="-122"/>
                          <a:cs typeface="Meiryo UI" pitchFamily="34" charset="-120"/>
                        </a:rPr>
                        <a:t>Scope 3一次データ化・CFP即応・AI将来予測をPBR向上・受注拡大へ接続する定量ストーリーがあるか</a:t>
                      </a:r>
                      <a:endParaRPr lang="en-US" sz="750" dirty="0">
                        <a:latin typeface="Meiryo UI" charset="0"/>
                        <a:ea typeface="Meiryo UI" charset="0"/>
                        <a:cs typeface="Meiryo UI" charset="0"/>
                      </a:endParaRPr>
                    </a:p>
                  </a:txBody>
                  <a:tcPr marL="41148" marR="41148" marT="41148" marB="41148" anchor="ctr">
                    <a:lnL w="6350" cap="flat" cmpd="sng" algn="ctr">
                      <a:solidFill>
                        <a:srgbClr val="C9D2E3"/>
                      </a:solidFill>
                      <a:prstDash val="solid"/>
                      <a:round/>
                      <a:headEnd type="none" w="med" len="med"/>
                      <a:tailEnd type="none" w="med" len="med"/>
                    </a:lnL>
                    <a:lnR w="6350" cap="flat" cmpd="sng" algn="ctr">
                      <a:solidFill>
                        <a:srgbClr val="C9D2E3"/>
                      </a:solidFill>
                      <a:prstDash val="solid"/>
                      <a:round/>
                      <a:headEnd type="none" w="med" len="med"/>
                      <a:tailEnd type="none" w="med" len="med"/>
                    </a:lnR>
                    <a:lnT w="6350" cap="flat" cmpd="sng" algn="ctr">
                      <a:solidFill>
                        <a:srgbClr val="C9D2E3"/>
                      </a:solidFill>
                      <a:prstDash val="solid"/>
                      <a:round/>
                      <a:headEnd type="none" w="med" len="med"/>
                      <a:tailEnd type="none" w="med" len="med"/>
                    </a:lnT>
                    <a:lnB w="6350" cap="flat" cmpd="sng" algn="ctr">
                      <a:solidFill>
                        <a:srgbClr val="C9D2E3"/>
                      </a:solidFill>
                      <a:prstDash val="solid"/>
                      <a:round/>
                      <a:headEnd type="none" w="med" len="med"/>
                      <a:tailEnd type="none" w="med" len="med"/>
                    </a:lnB>
                  </a:tcPr>
                </a:tc>
                <a:tc>
                  <a:txBody>
                    <a:bodyPr/>
                    <a:lstStyle/>
                    <a:p>
                      <a:pPr algn="ctr" indent="0" marL="0">
                        <a:buNone/>
                      </a:pPr>
                      <a:r>
                        <a:rPr lang="en-US" sz="800" b="1" dirty="0">
                          <a:solidFill>
                            <a:srgbClr val="333333"/>
                          </a:solidFill>
                          <a:latin typeface="Meiryo UI" pitchFamily="34" charset="0"/>
                          <a:ea typeface="Meiryo UI" pitchFamily="34" charset="-122"/>
                          <a:cs typeface="Meiryo UI" pitchFamily="34" charset="-120"/>
                        </a:rPr>
                        <a:t>8</a:t>
                      </a:r>
                      <a:endParaRPr lang="en-US" sz="800" dirty="0">
                        <a:latin typeface="Meiryo UI" charset="0"/>
                        <a:ea typeface="Meiryo UI" charset="0"/>
                        <a:cs typeface="Meiryo UI" charset="0"/>
                      </a:endParaRPr>
                    </a:p>
                  </a:txBody>
                  <a:tcPr marL="41148" marR="41148" marT="41148" marB="41148" anchor="ctr">
                    <a:lnL w="6350" cap="flat" cmpd="sng" algn="ctr">
                      <a:solidFill>
                        <a:srgbClr val="C9D2E3"/>
                      </a:solidFill>
                      <a:prstDash val="solid"/>
                      <a:round/>
                      <a:headEnd type="none" w="med" len="med"/>
                      <a:tailEnd type="none" w="med" len="med"/>
                    </a:lnL>
                    <a:lnR w="6350" cap="flat" cmpd="sng" algn="ctr">
                      <a:solidFill>
                        <a:srgbClr val="C9D2E3"/>
                      </a:solidFill>
                      <a:prstDash val="solid"/>
                      <a:round/>
                      <a:headEnd type="none" w="med" len="med"/>
                      <a:tailEnd type="none" w="med" len="med"/>
                    </a:lnR>
                    <a:lnT w="6350" cap="flat" cmpd="sng" algn="ctr">
                      <a:solidFill>
                        <a:srgbClr val="C9D2E3"/>
                      </a:solidFill>
                      <a:prstDash val="solid"/>
                      <a:round/>
                      <a:headEnd type="none" w="med" len="med"/>
                      <a:tailEnd type="none" w="med" len="med"/>
                    </a:lnT>
                    <a:lnB w="6350" cap="flat" cmpd="sng" algn="ctr">
                      <a:solidFill>
                        <a:srgbClr val="C9D2E3"/>
                      </a:solidFill>
                      <a:prstDash val="solid"/>
                      <a:round/>
                      <a:headEnd type="none" w="med" len="med"/>
                      <a:tailEnd type="none" w="med" len="med"/>
                    </a:lnB>
                  </a:tcPr>
                </a:tc>
                <a:tc>
                  <a:txBody>
                    <a:bodyPr/>
                    <a:lstStyle/>
                    <a:p>
                      <a:pPr algn="ctr" indent="0" marL="0">
                        <a:buNone/>
                      </a:pPr>
                      <a:endParaRPr lang="en-US" sz="800" dirty="0">
                        <a:latin typeface="Meiryo UI" charset="0"/>
                        <a:ea typeface="Meiryo UI" charset="0"/>
                        <a:cs typeface="Meiryo UI" charset="0"/>
                      </a:endParaRPr>
                    </a:p>
                  </a:txBody>
                  <a:tcPr marL="41148" marR="41148" marT="41148" marB="41148" anchor="ctr">
                    <a:lnL w="6350" cap="flat" cmpd="sng" algn="ctr">
                      <a:solidFill>
                        <a:srgbClr val="C9D2E3"/>
                      </a:solidFill>
                      <a:prstDash val="solid"/>
                      <a:round/>
                      <a:headEnd type="none" w="med" len="med"/>
                      <a:tailEnd type="none" w="med" len="med"/>
                    </a:lnL>
                    <a:lnR w="6350" cap="flat" cmpd="sng" algn="ctr">
                      <a:solidFill>
                        <a:srgbClr val="C9D2E3"/>
                      </a:solidFill>
                      <a:prstDash val="solid"/>
                      <a:round/>
                      <a:headEnd type="none" w="med" len="med"/>
                      <a:tailEnd type="none" w="med" len="med"/>
                    </a:lnR>
                    <a:lnT w="6350" cap="flat" cmpd="sng" algn="ctr">
                      <a:solidFill>
                        <a:srgbClr val="C9D2E3"/>
                      </a:solidFill>
                      <a:prstDash val="solid"/>
                      <a:round/>
                      <a:headEnd type="none" w="med" len="med"/>
                      <a:tailEnd type="none" w="med" len="med"/>
                    </a:lnT>
                    <a:lnB w="6350" cap="flat" cmpd="sng" algn="ctr">
                      <a:solidFill>
                        <a:srgbClr val="C9D2E3"/>
                      </a:solidFill>
                      <a:prstDash val="solid"/>
                      <a:round/>
                      <a:headEnd type="none" w="med" len="med"/>
                      <a:tailEnd type="none" w="med" len="med"/>
                    </a:lnB>
                    <a:solidFill>
                      <a:srgbClr val="FDFEFF"/>
                    </a:solidFill>
                  </a:tcPr>
                </a:tc>
                <a:tc>
                  <a:txBody>
                    <a:bodyPr/>
                    <a:lstStyle/>
                    <a:p>
                      <a:pPr algn="ctr" indent="0" marL="0">
                        <a:buNone/>
                      </a:pPr>
                      <a:endParaRPr lang="en-US" sz="800" dirty="0">
                        <a:latin typeface="Meiryo UI" charset="0"/>
                        <a:ea typeface="Meiryo UI" charset="0"/>
                        <a:cs typeface="Meiryo UI" charset="0"/>
                      </a:endParaRPr>
                    </a:p>
                  </a:txBody>
                  <a:tcPr marL="41148" marR="41148" marT="41148" marB="41148" anchor="ctr">
                    <a:lnL w="6350" cap="flat" cmpd="sng" algn="ctr">
                      <a:solidFill>
                        <a:srgbClr val="C9D2E3"/>
                      </a:solidFill>
                      <a:prstDash val="solid"/>
                      <a:round/>
                      <a:headEnd type="none" w="med" len="med"/>
                      <a:tailEnd type="none" w="med" len="med"/>
                    </a:lnL>
                    <a:lnR w="6350" cap="flat" cmpd="sng" algn="ctr">
                      <a:solidFill>
                        <a:srgbClr val="C9D2E3"/>
                      </a:solidFill>
                      <a:prstDash val="solid"/>
                      <a:round/>
                      <a:headEnd type="none" w="med" len="med"/>
                      <a:tailEnd type="none" w="med" len="med"/>
                    </a:lnR>
                    <a:lnT w="6350" cap="flat" cmpd="sng" algn="ctr">
                      <a:solidFill>
                        <a:srgbClr val="C9D2E3"/>
                      </a:solidFill>
                      <a:prstDash val="solid"/>
                      <a:round/>
                      <a:headEnd type="none" w="med" len="med"/>
                      <a:tailEnd type="none" w="med" len="med"/>
                    </a:lnT>
                    <a:lnB w="6350" cap="flat" cmpd="sng" algn="ctr">
                      <a:solidFill>
                        <a:srgbClr val="C9D2E3"/>
                      </a:solidFill>
                      <a:prstDash val="solid"/>
                      <a:round/>
                      <a:headEnd type="none" w="med" len="med"/>
                      <a:tailEnd type="none" w="med" len="med"/>
                    </a:lnB>
                    <a:solidFill>
                      <a:srgbClr val="FDFEFF"/>
                    </a:solidFill>
                  </a:tcPr>
                </a:tc>
                <a:tc>
                  <a:txBody>
                    <a:bodyPr/>
                    <a:lstStyle/>
                    <a:p>
                      <a:pPr algn="ctr" indent="0" marL="0">
                        <a:buNone/>
                      </a:pPr>
                      <a:endParaRPr lang="en-US" sz="800" dirty="0">
                        <a:latin typeface="Meiryo UI" charset="0"/>
                        <a:ea typeface="Meiryo UI" charset="0"/>
                        <a:cs typeface="Meiryo UI" charset="0"/>
                      </a:endParaRPr>
                    </a:p>
                  </a:txBody>
                  <a:tcPr marL="41148" marR="41148" marT="41148" marB="41148" anchor="ctr">
                    <a:lnL w="6350" cap="flat" cmpd="sng" algn="ctr">
                      <a:solidFill>
                        <a:srgbClr val="C9D2E3"/>
                      </a:solidFill>
                      <a:prstDash val="solid"/>
                      <a:round/>
                      <a:headEnd type="none" w="med" len="med"/>
                      <a:tailEnd type="none" w="med" len="med"/>
                    </a:lnL>
                    <a:lnR w="6350" cap="flat" cmpd="sng" algn="ctr">
                      <a:solidFill>
                        <a:srgbClr val="C9D2E3"/>
                      </a:solidFill>
                      <a:prstDash val="solid"/>
                      <a:round/>
                      <a:headEnd type="none" w="med" len="med"/>
                      <a:tailEnd type="none" w="med" len="med"/>
                    </a:lnR>
                    <a:lnT w="6350" cap="flat" cmpd="sng" algn="ctr">
                      <a:solidFill>
                        <a:srgbClr val="C9D2E3"/>
                      </a:solidFill>
                      <a:prstDash val="solid"/>
                      <a:round/>
                      <a:headEnd type="none" w="med" len="med"/>
                      <a:tailEnd type="none" w="med" len="med"/>
                    </a:lnT>
                    <a:lnB w="6350" cap="flat" cmpd="sng" algn="ctr">
                      <a:solidFill>
                        <a:srgbClr val="C9D2E3"/>
                      </a:solidFill>
                      <a:prstDash val="solid"/>
                      <a:round/>
                      <a:headEnd type="none" w="med" len="med"/>
                      <a:tailEnd type="none" w="med" len="med"/>
                    </a:lnB>
                    <a:solidFill>
                      <a:srgbClr val="FDFEFF"/>
                    </a:solidFill>
                  </a:tcPr>
                </a:tc>
                <a:tc>
                  <a:txBody>
                    <a:bodyPr/>
                    <a:lstStyle/>
                    <a:p>
                      <a:pPr algn="ctr" indent="0" marL="0">
                        <a:buNone/>
                      </a:pPr>
                      <a:endParaRPr lang="en-US" sz="800" dirty="0">
                        <a:latin typeface="Meiryo UI" charset="0"/>
                        <a:ea typeface="Meiryo UI" charset="0"/>
                        <a:cs typeface="Meiryo UI" charset="0"/>
                      </a:endParaRPr>
                    </a:p>
                  </a:txBody>
                  <a:tcPr marL="41148" marR="41148" marT="41148" marB="41148" anchor="ctr">
                    <a:lnL w="6350" cap="flat" cmpd="sng" algn="ctr">
                      <a:solidFill>
                        <a:srgbClr val="C9D2E3"/>
                      </a:solidFill>
                      <a:prstDash val="solid"/>
                      <a:round/>
                      <a:headEnd type="none" w="med" len="med"/>
                      <a:tailEnd type="none" w="med" len="med"/>
                    </a:lnL>
                    <a:lnR w="6350" cap="flat" cmpd="sng" algn="ctr">
                      <a:solidFill>
                        <a:srgbClr val="C9D2E3"/>
                      </a:solidFill>
                      <a:prstDash val="solid"/>
                      <a:round/>
                      <a:headEnd type="none" w="med" len="med"/>
                      <a:tailEnd type="none" w="med" len="med"/>
                    </a:lnR>
                    <a:lnT w="6350" cap="flat" cmpd="sng" algn="ctr">
                      <a:solidFill>
                        <a:srgbClr val="C9D2E3"/>
                      </a:solidFill>
                      <a:prstDash val="solid"/>
                      <a:round/>
                      <a:headEnd type="none" w="med" len="med"/>
                      <a:tailEnd type="none" w="med" len="med"/>
                    </a:lnT>
                    <a:lnB w="6350" cap="flat" cmpd="sng" algn="ctr">
                      <a:solidFill>
                        <a:srgbClr val="C9D2E3"/>
                      </a:solidFill>
                      <a:prstDash val="solid"/>
                      <a:round/>
                      <a:headEnd type="none" w="med" len="med"/>
                      <a:tailEnd type="none" w="med" len="med"/>
                    </a:lnB>
                    <a:solidFill>
                      <a:srgbClr val="FDFEFF"/>
                    </a:solidFill>
                  </a:tcPr>
                </a:tc>
                <a:tc>
                  <a:txBody>
                    <a:bodyPr/>
                    <a:lstStyle/>
                    <a:p>
                      <a:pPr algn="ctr" indent="0" marL="0">
                        <a:buNone/>
                      </a:pPr>
                      <a:endParaRPr lang="en-US" sz="800" dirty="0">
                        <a:latin typeface="Meiryo UI" charset="0"/>
                        <a:ea typeface="Meiryo UI" charset="0"/>
                        <a:cs typeface="Meiryo UI" charset="0"/>
                      </a:endParaRPr>
                    </a:p>
                  </a:txBody>
                  <a:tcPr marL="41148" marR="41148" marT="41148" marB="41148" anchor="ctr">
                    <a:lnL w="6350" cap="flat" cmpd="sng" algn="ctr">
                      <a:solidFill>
                        <a:srgbClr val="C9D2E3"/>
                      </a:solidFill>
                      <a:prstDash val="solid"/>
                      <a:round/>
                      <a:headEnd type="none" w="med" len="med"/>
                      <a:tailEnd type="none" w="med" len="med"/>
                    </a:lnL>
                    <a:lnR w="6350" cap="flat" cmpd="sng" algn="ctr">
                      <a:solidFill>
                        <a:srgbClr val="C9D2E3"/>
                      </a:solidFill>
                      <a:prstDash val="solid"/>
                      <a:round/>
                      <a:headEnd type="none" w="med" len="med"/>
                      <a:tailEnd type="none" w="med" len="med"/>
                    </a:lnR>
                    <a:lnT w="6350" cap="flat" cmpd="sng" algn="ctr">
                      <a:solidFill>
                        <a:srgbClr val="C9D2E3"/>
                      </a:solidFill>
                      <a:prstDash val="solid"/>
                      <a:round/>
                      <a:headEnd type="none" w="med" len="med"/>
                      <a:tailEnd type="none" w="med" len="med"/>
                    </a:lnT>
                    <a:lnB w="6350" cap="flat" cmpd="sng" algn="ctr">
                      <a:solidFill>
                        <a:srgbClr val="C9D2E3"/>
                      </a:solidFill>
                      <a:prstDash val="solid"/>
                      <a:round/>
                      <a:headEnd type="none" w="med" len="med"/>
                      <a:tailEnd type="none" w="med" len="med"/>
                    </a:lnB>
                    <a:solidFill>
                      <a:srgbClr val="FDFEFF"/>
                    </a:solidFill>
                  </a:tcPr>
                </a:tc>
                <a:tc>
                  <a:txBody>
                    <a:bodyPr/>
                    <a:lstStyle/>
                    <a:p>
                      <a:pPr algn="ctr" indent="0" marL="0">
                        <a:buNone/>
                      </a:pPr>
                      <a:endParaRPr lang="en-US" sz="800" dirty="0">
                        <a:latin typeface="Meiryo UI" charset="0"/>
                        <a:ea typeface="Meiryo UI" charset="0"/>
                        <a:cs typeface="Meiryo UI" charset="0"/>
                      </a:endParaRPr>
                    </a:p>
                  </a:txBody>
                  <a:tcPr marL="41148" marR="41148" marT="41148" marB="41148" anchor="ctr">
                    <a:lnL w="6350" cap="flat" cmpd="sng" algn="ctr">
                      <a:solidFill>
                        <a:srgbClr val="C9D2E3"/>
                      </a:solidFill>
                      <a:prstDash val="solid"/>
                      <a:round/>
                      <a:headEnd type="none" w="med" len="med"/>
                      <a:tailEnd type="none" w="med" len="med"/>
                    </a:lnL>
                    <a:lnR w="6350" cap="flat" cmpd="sng" algn="ctr">
                      <a:solidFill>
                        <a:srgbClr val="C9D2E3"/>
                      </a:solidFill>
                      <a:prstDash val="solid"/>
                      <a:round/>
                      <a:headEnd type="none" w="med" len="med"/>
                      <a:tailEnd type="none" w="med" len="med"/>
                    </a:lnR>
                    <a:lnT w="6350" cap="flat" cmpd="sng" algn="ctr">
                      <a:solidFill>
                        <a:srgbClr val="C9D2E3"/>
                      </a:solidFill>
                      <a:prstDash val="solid"/>
                      <a:round/>
                      <a:headEnd type="none" w="med" len="med"/>
                      <a:tailEnd type="none" w="med" len="med"/>
                    </a:lnT>
                    <a:lnB w="6350" cap="flat" cmpd="sng" algn="ctr">
                      <a:solidFill>
                        <a:srgbClr val="C9D2E3"/>
                      </a:solidFill>
                      <a:prstDash val="solid"/>
                      <a:round/>
                      <a:headEnd type="none" w="med" len="med"/>
                      <a:tailEnd type="none" w="med" len="med"/>
                    </a:lnB>
                    <a:solidFill>
                      <a:srgbClr val="FDFEFF"/>
                    </a:solidFill>
                  </a:tcPr>
                </a:tc>
              </a:tr>
              <a:tr h="230429">
                <a:tc>
                  <a:txBody>
                    <a:bodyPr/>
                    <a:lstStyle/>
                    <a:p>
                      <a:pPr algn="ctr" indent="0" marL="0">
                        <a:buNone/>
                      </a:pPr>
                      <a:r>
                        <a:rPr lang="en-US" sz="800" b="1" dirty="0">
                          <a:solidFill>
                            <a:srgbClr val="333333"/>
                          </a:solidFill>
                          <a:latin typeface="Meiryo UI" pitchFamily="34" charset="0"/>
                          <a:ea typeface="Meiryo UI" pitchFamily="34" charset="-122"/>
                          <a:cs typeface="Meiryo UI" pitchFamily="34" charset="-120"/>
                        </a:rPr>
                        <a:t>Q5</a:t>
                      </a:r>
                      <a:endParaRPr lang="en-US" sz="800" dirty="0">
                        <a:latin typeface="Meiryo UI" charset="0"/>
                        <a:ea typeface="Meiryo UI" charset="0"/>
                        <a:cs typeface="Meiryo UI" charset="0"/>
                      </a:endParaRPr>
                    </a:p>
                  </a:txBody>
                  <a:tcPr marL="41148" marR="41148" marT="41148" marB="41148" anchor="ctr">
                    <a:lnL w="6350" cap="flat" cmpd="sng" algn="ctr">
                      <a:solidFill>
                        <a:srgbClr val="C9D2E3"/>
                      </a:solidFill>
                      <a:prstDash val="solid"/>
                      <a:round/>
                      <a:headEnd type="none" w="med" len="med"/>
                      <a:tailEnd type="none" w="med" len="med"/>
                    </a:lnL>
                    <a:lnR w="6350" cap="flat" cmpd="sng" algn="ctr">
                      <a:solidFill>
                        <a:srgbClr val="C9D2E3"/>
                      </a:solidFill>
                      <a:prstDash val="solid"/>
                      <a:round/>
                      <a:headEnd type="none" w="med" len="med"/>
                      <a:tailEnd type="none" w="med" len="med"/>
                    </a:lnR>
                    <a:lnT w="6350" cap="flat" cmpd="sng" algn="ctr">
                      <a:solidFill>
                        <a:srgbClr val="C9D2E3"/>
                      </a:solidFill>
                      <a:prstDash val="solid"/>
                      <a:round/>
                      <a:headEnd type="none" w="med" len="med"/>
                      <a:tailEnd type="none" w="med" len="med"/>
                    </a:lnT>
                    <a:lnB w="6350" cap="flat" cmpd="sng" algn="ctr">
                      <a:solidFill>
                        <a:srgbClr val="C9D2E3"/>
                      </a:solidFill>
                      <a:prstDash val="solid"/>
                      <a:round/>
                      <a:headEnd type="none" w="med" len="med"/>
                      <a:tailEnd type="none" w="med" len="med"/>
                    </a:lnB>
                  </a:tcPr>
                </a:tc>
                <a:tc>
                  <a:txBody>
                    <a:bodyPr/>
                    <a:lstStyle/>
                    <a:p>
                      <a:pPr algn="l" indent="0" marL="0">
                        <a:buNone/>
                      </a:pPr>
                      <a:r>
                        <a:rPr lang="en-US" sz="800" b="1" dirty="0">
                          <a:solidFill>
                            <a:srgbClr val="333333"/>
                          </a:solidFill>
                          <a:latin typeface="Meiryo UI" pitchFamily="34" charset="0"/>
                          <a:ea typeface="Meiryo UI" pitchFamily="34" charset="-122"/>
                          <a:cs typeface="Meiryo UI" pitchFamily="34" charset="-120"/>
                        </a:rPr>
                        <a:t>実績・知見（SSBJ／保証／類似基盤）</a:t>
                      </a:r>
                      <a:endParaRPr lang="en-US" sz="800" dirty="0">
                        <a:latin typeface="Meiryo UI" charset="0"/>
                        <a:ea typeface="Meiryo UI" charset="0"/>
                        <a:cs typeface="Meiryo UI" charset="0"/>
                      </a:endParaRPr>
                    </a:p>
                  </a:txBody>
                  <a:tcPr marL="41148" marR="41148" marT="41148" marB="41148" anchor="ctr">
                    <a:lnL w="6350" cap="flat" cmpd="sng" algn="ctr">
                      <a:solidFill>
                        <a:srgbClr val="C9D2E3"/>
                      </a:solidFill>
                      <a:prstDash val="solid"/>
                      <a:round/>
                      <a:headEnd type="none" w="med" len="med"/>
                      <a:tailEnd type="none" w="med" len="med"/>
                    </a:lnL>
                    <a:lnR w="6350" cap="flat" cmpd="sng" algn="ctr">
                      <a:solidFill>
                        <a:srgbClr val="C9D2E3"/>
                      </a:solidFill>
                      <a:prstDash val="solid"/>
                      <a:round/>
                      <a:headEnd type="none" w="med" len="med"/>
                      <a:tailEnd type="none" w="med" len="med"/>
                    </a:lnR>
                    <a:lnT w="6350" cap="flat" cmpd="sng" algn="ctr">
                      <a:solidFill>
                        <a:srgbClr val="C9D2E3"/>
                      </a:solidFill>
                      <a:prstDash val="solid"/>
                      <a:round/>
                      <a:headEnd type="none" w="med" len="med"/>
                      <a:tailEnd type="none" w="med" len="med"/>
                    </a:lnT>
                    <a:lnB w="6350" cap="flat" cmpd="sng" algn="ctr">
                      <a:solidFill>
                        <a:srgbClr val="C9D2E3"/>
                      </a:solidFill>
                      <a:prstDash val="solid"/>
                      <a:round/>
                      <a:headEnd type="none" w="med" len="med"/>
                      <a:tailEnd type="none" w="med" len="med"/>
                    </a:lnB>
                  </a:tcPr>
                </a:tc>
                <a:tc>
                  <a:txBody>
                    <a:bodyPr/>
                    <a:lstStyle/>
                    <a:p>
                      <a:pPr algn="l" indent="0" marL="0">
                        <a:buNone/>
                      </a:pPr>
                      <a:r>
                        <a:rPr lang="en-US" sz="750" dirty="0">
                          <a:solidFill>
                            <a:srgbClr val="333333"/>
                          </a:solidFill>
                          <a:latin typeface="Meiryo UI" pitchFamily="34" charset="0"/>
                          <a:ea typeface="Meiryo UI" pitchFamily="34" charset="-122"/>
                          <a:cs typeface="Meiryo UI" pitchFamily="34" charset="-120"/>
                        </a:rPr>
                        <a:t>類似案件の実績を「社名・時期・自社の役割・定量成果」の4点セットで示し、失敗と回避策を語れるか</a:t>
                      </a:r>
                      <a:endParaRPr lang="en-US" sz="750" dirty="0">
                        <a:latin typeface="Meiryo UI" charset="0"/>
                        <a:ea typeface="Meiryo UI" charset="0"/>
                        <a:cs typeface="Meiryo UI" charset="0"/>
                      </a:endParaRPr>
                    </a:p>
                  </a:txBody>
                  <a:tcPr marL="41148" marR="41148" marT="41148" marB="41148" anchor="ctr">
                    <a:lnL w="6350" cap="flat" cmpd="sng" algn="ctr">
                      <a:solidFill>
                        <a:srgbClr val="C9D2E3"/>
                      </a:solidFill>
                      <a:prstDash val="solid"/>
                      <a:round/>
                      <a:headEnd type="none" w="med" len="med"/>
                      <a:tailEnd type="none" w="med" len="med"/>
                    </a:lnL>
                    <a:lnR w="6350" cap="flat" cmpd="sng" algn="ctr">
                      <a:solidFill>
                        <a:srgbClr val="C9D2E3"/>
                      </a:solidFill>
                      <a:prstDash val="solid"/>
                      <a:round/>
                      <a:headEnd type="none" w="med" len="med"/>
                      <a:tailEnd type="none" w="med" len="med"/>
                    </a:lnR>
                    <a:lnT w="6350" cap="flat" cmpd="sng" algn="ctr">
                      <a:solidFill>
                        <a:srgbClr val="C9D2E3"/>
                      </a:solidFill>
                      <a:prstDash val="solid"/>
                      <a:round/>
                      <a:headEnd type="none" w="med" len="med"/>
                      <a:tailEnd type="none" w="med" len="med"/>
                    </a:lnT>
                    <a:lnB w="6350" cap="flat" cmpd="sng" algn="ctr">
                      <a:solidFill>
                        <a:srgbClr val="C9D2E3"/>
                      </a:solidFill>
                      <a:prstDash val="solid"/>
                      <a:round/>
                      <a:headEnd type="none" w="med" len="med"/>
                      <a:tailEnd type="none" w="med" len="med"/>
                    </a:lnB>
                  </a:tcPr>
                </a:tc>
                <a:tc>
                  <a:txBody>
                    <a:bodyPr/>
                    <a:lstStyle/>
                    <a:p>
                      <a:pPr algn="ctr" indent="0" marL="0">
                        <a:buNone/>
                      </a:pPr>
                      <a:r>
                        <a:rPr lang="en-US" sz="800" b="1" dirty="0">
                          <a:solidFill>
                            <a:srgbClr val="333333"/>
                          </a:solidFill>
                          <a:latin typeface="Meiryo UI" pitchFamily="34" charset="0"/>
                          <a:ea typeface="Meiryo UI" pitchFamily="34" charset="-122"/>
                          <a:cs typeface="Meiryo UI" pitchFamily="34" charset="-120"/>
                        </a:rPr>
                        <a:t>10</a:t>
                      </a:r>
                      <a:endParaRPr lang="en-US" sz="800" dirty="0">
                        <a:latin typeface="Meiryo UI" charset="0"/>
                        <a:ea typeface="Meiryo UI" charset="0"/>
                        <a:cs typeface="Meiryo UI" charset="0"/>
                      </a:endParaRPr>
                    </a:p>
                  </a:txBody>
                  <a:tcPr marL="41148" marR="41148" marT="41148" marB="41148" anchor="ctr">
                    <a:lnL w="6350" cap="flat" cmpd="sng" algn="ctr">
                      <a:solidFill>
                        <a:srgbClr val="C9D2E3"/>
                      </a:solidFill>
                      <a:prstDash val="solid"/>
                      <a:round/>
                      <a:headEnd type="none" w="med" len="med"/>
                      <a:tailEnd type="none" w="med" len="med"/>
                    </a:lnL>
                    <a:lnR w="6350" cap="flat" cmpd="sng" algn="ctr">
                      <a:solidFill>
                        <a:srgbClr val="C9D2E3"/>
                      </a:solidFill>
                      <a:prstDash val="solid"/>
                      <a:round/>
                      <a:headEnd type="none" w="med" len="med"/>
                      <a:tailEnd type="none" w="med" len="med"/>
                    </a:lnR>
                    <a:lnT w="6350" cap="flat" cmpd="sng" algn="ctr">
                      <a:solidFill>
                        <a:srgbClr val="C9D2E3"/>
                      </a:solidFill>
                      <a:prstDash val="solid"/>
                      <a:round/>
                      <a:headEnd type="none" w="med" len="med"/>
                      <a:tailEnd type="none" w="med" len="med"/>
                    </a:lnT>
                    <a:lnB w="6350" cap="flat" cmpd="sng" algn="ctr">
                      <a:solidFill>
                        <a:srgbClr val="C9D2E3"/>
                      </a:solidFill>
                      <a:prstDash val="solid"/>
                      <a:round/>
                      <a:headEnd type="none" w="med" len="med"/>
                      <a:tailEnd type="none" w="med" len="med"/>
                    </a:lnB>
                  </a:tcPr>
                </a:tc>
                <a:tc>
                  <a:txBody>
                    <a:bodyPr/>
                    <a:lstStyle/>
                    <a:p>
                      <a:pPr algn="ctr" indent="0" marL="0">
                        <a:buNone/>
                      </a:pPr>
                      <a:endParaRPr lang="en-US" sz="800" dirty="0">
                        <a:latin typeface="Meiryo UI" charset="0"/>
                        <a:ea typeface="Meiryo UI" charset="0"/>
                        <a:cs typeface="Meiryo UI" charset="0"/>
                      </a:endParaRPr>
                    </a:p>
                  </a:txBody>
                  <a:tcPr marL="41148" marR="41148" marT="41148" marB="41148" anchor="ctr">
                    <a:lnL w="6350" cap="flat" cmpd="sng" algn="ctr">
                      <a:solidFill>
                        <a:srgbClr val="C9D2E3"/>
                      </a:solidFill>
                      <a:prstDash val="solid"/>
                      <a:round/>
                      <a:headEnd type="none" w="med" len="med"/>
                      <a:tailEnd type="none" w="med" len="med"/>
                    </a:lnL>
                    <a:lnR w="6350" cap="flat" cmpd="sng" algn="ctr">
                      <a:solidFill>
                        <a:srgbClr val="C9D2E3"/>
                      </a:solidFill>
                      <a:prstDash val="solid"/>
                      <a:round/>
                      <a:headEnd type="none" w="med" len="med"/>
                      <a:tailEnd type="none" w="med" len="med"/>
                    </a:lnR>
                    <a:lnT w="6350" cap="flat" cmpd="sng" algn="ctr">
                      <a:solidFill>
                        <a:srgbClr val="C9D2E3"/>
                      </a:solidFill>
                      <a:prstDash val="solid"/>
                      <a:round/>
                      <a:headEnd type="none" w="med" len="med"/>
                      <a:tailEnd type="none" w="med" len="med"/>
                    </a:lnT>
                    <a:lnB w="6350" cap="flat" cmpd="sng" algn="ctr">
                      <a:solidFill>
                        <a:srgbClr val="C9D2E3"/>
                      </a:solidFill>
                      <a:prstDash val="solid"/>
                      <a:round/>
                      <a:headEnd type="none" w="med" len="med"/>
                      <a:tailEnd type="none" w="med" len="med"/>
                    </a:lnB>
                    <a:solidFill>
                      <a:srgbClr val="FDFEFF"/>
                    </a:solidFill>
                  </a:tcPr>
                </a:tc>
                <a:tc>
                  <a:txBody>
                    <a:bodyPr/>
                    <a:lstStyle/>
                    <a:p>
                      <a:pPr algn="ctr" indent="0" marL="0">
                        <a:buNone/>
                      </a:pPr>
                      <a:endParaRPr lang="en-US" sz="800" dirty="0">
                        <a:latin typeface="Meiryo UI" charset="0"/>
                        <a:ea typeface="Meiryo UI" charset="0"/>
                        <a:cs typeface="Meiryo UI" charset="0"/>
                      </a:endParaRPr>
                    </a:p>
                  </a:txBody>
                  <a:tcPr marL="41148" marR="41148" marT="41148" marB="41148" anchor="ctr">
                    <a:lnL w="6350" cap="flat" cmpd="sng" algn="ctr">
                      <a:solidFill>
                        <a:srgbClr val="C9D2E3"/>
                      </a:solidFill>
                      <a:prstDash val="solid"/>
                      <a:round/>
                      <a:headEnd type="none" w="med" len="med"/>
                      <a:tailEnd type="none" w="med" len="med"/>
                    </a:lnL>
                    <a:lnR w="6350" cap="flat" cmpd="sng" algn="ctr">
                      <a:solidFill>
                        <a:srgbClr val="C9D2E3"/>
                      </a:solidFill>
                      <a:prstDash val="solid"/>
                      <a:round/>
                      <a:headEnd type="none" w="med" len="med"/>
                      <a:tailEnd type="none" w="med" len="med"/>
                    </a:lnR>
                    <a:lnT w="6350" cap="flat" cmpd="sng" algn="ctr">
                      <a:solidFill>
                        <a:srgbClr val="C9D2E3"/>
                      </a:solidFill>
                      <a:prstDash val="solid"/>
                      <a:round/>
                      <a:headEnd type="none" w="med" len="med"/>
                      <a:tailEnd type="none" w="med" len="med"/>
                    </a:lnT>
                    <a:lnB w="6350" cap="flat" cmpd="sng" algn="ctr">
                      <a:solidFill>
                        <a:srgbClr val="C9D2E3"/>
                      </a:solidFill>
                      <a:prstDash val="solid"/>
                      <a:round/>
                      <a:headEnd type="none" w="med" len="med"/>
                      <a:tailEnd type="none" w="med" len="med"/>
                    </a:lnB>
                    <a:solidFill>
                      <a:srgbClr val="FDFEFF"/>
                    </a:solidFill>
                  </a:tcPr>
                </a:tc>
                <a:tc>
                  <a:txBody>
                    <a:bodyPr/>
                    <a:lstStyle/>
                    <a:p>
                      <a:pPr algn="ctr" indent="0" marL="0">
                        <a:buNone/>
                      </a:pPr>
                      <a:endParaRPr lang="en-US" sz="800" dirty="0">
                        <a:latin typeface="Meiryo UI" charset="0"/>
                        <a:ea typeface="Meiryo UI" charset="0"/>
                        <a:cs typeface="Meiryo UI" charset="0"/>
                      </a:endParaRPr>
                    </a:p>
                  </a:txBody>
                  <a:tcPr marL="41148" marR="41148" marT="41148" marB="41148" anchor="ctr">
                    <a:lnL w="6350" cap="flat" cmpd="sng" algn="ctr">
                      <a:solidFill>
                        <a:srgbClr val="C9D2E3"/>
                      </a:solidFill>
                      <a:prstDash val="solid"/>
                      <a:round/>
                      <a:headEnd type="none" w="med" len="med"/>
                      <a:tailEnd type="none" w="med" len="med"/>
                    </a:lnL>
                    <a:lnR w="6350" cap="flat" cmpd="sng" algn="ctr">
                      <a:solidFill>
                        <a:srgbClr val="C9D2E3"/>
                      </a:solidFill>
                      <a:prstDash val="solid"/>
                      <a:round/>
                      <a:headEnd type="none" w="med" len="med"/>
                      <a:tailEnd type="none" w="med" len="med"/>
                    </a:lnR>
                    <a:lnT w="6350" cap="flat" cmpd="sng" algn="ctr">
                      <a:solidFill>
                        <a:srgbClr val="C9D2E3"/>
                      </a:solidFill>
                      <a:prstDash val="solid"/>
                      <a:round/>
                      <a:headEnd type="none" w="med" len="med"/>
                      <a:tailEnd type="none" w="med" len="med"/>
                    </a:lnT>
                    <a:lnB w="6350" cap="flat" cmpd="sng" algn="ctr">
                      <a:solidFill>
                        <a:srgbClr val="C9D2E3"/>
                      </a:solidFill>
                      <a:prstDash val="solid"/>
                      <a:round/>
                      <a:headEnd type="none" w="med" len="med"/>
                      <a:tailEnd type="none" w="med" len="med"/>
                    </a:lnB>
                    <a:solidFill>
                      <a:srgbClr val="FDFEFF"/>
                    </a:solidFill>
                  </a:tcPr>
                </a:tc>
                <a:tc>
                  <a:txBody>
                    <a:bodyPr/>
                    <a:lstStyle/>
                    <a:p>
                      <a:pPr algn="ctr" indent="0" marL="0">
                        <a:buNone/>
                      </a:pPr>
                      <a:endParaRPr lang="en-US" sz="800" dirty="0">
                        <a:latin typeface="Meiryo UI" charset="0"/>
                        <a:ea typeface="Meiryo UI" charset="0"/>
                        <a:cs typeface="Meiryo UI" charset="0"/>
                      </a:endParaRPr>
                    </a:p>
                  </a:txBody>
                  <a:tcPr marL="41148" marR="41148" marT="41148" marB="41148" anchor="ctr">
                    <a:lnL w="6350" cap="flat" cmpd="sng" algn="ctr">
                      <a:solidFill>
                        <a:srgbClr val="C9D2E3"/>
                      </a:solidFill>
                      <a:prstDash val="solid"/>
                      <a:round/>
                      <a:headEnd type="none" w="med" len="med"/>
                      <a:tailEnd type="none" w="med" len="med"/>
                    </a:lnL>
                    <a:lnR w="6350" cap="flat" cmpd="sng" algn="ctr">
                      <a:solidFill>
                        <a:srgbClr val="C9D2E3"/>
                      </a:solidFill>
                      <a:prstDash val="solid"/>
                      <a:round/>
                      <a:headEnd type="none" w="med" len="med"/>
                      <a:tailEnd type="none" w="med" len="med"/>
                    </a:lnR>
                    <a:lnT w="6350" cap="flat" cmpd="sng" algn="ctr">
                      <a:solidFill>
                        <a:srgbClr val="C9D2E3"/>
                      </a:solidFill>
                      <a:prstDash val="solid"/>
                      <a:round/>
                      <a:headEnd type="none" w="med" len="med"/>
                      <a:tailEnd type="none" w="med" len="med"/>
                    </a:lnT>
                    <a:lnB w="6350" cap="flat" cmpd="sng" algn="ctr">
                      <a:solidFill>
                        <a:srgbClr val="C9D2E3"/>
                      </a:solidFill>
                      <a:prstDash val="solid"/>
                      <a:round/>
                      <a:headEnd type="none" w="med" len="med"/>
                      <a:tailEnd type="none" w="med" len="med"/>
                    </a:lnB>
                    <a:solidFill>
                      <a:srgbClr val="FDFEFF"/>
                    </a:solidFill>
                  </a:tcPr>
                </a:tc>
                <a:tc>
                  <a:txBody>
                    <a:bodyPr/>
                    <a:lstStyle/>
                    <a:p>
                      <a:pPr algn="ctr" indent="0" marL="0">
                        <a:buNone/>
                      </a:pPr>
                      <a:endParaRPr lang="en-US" sz="800" dirty="0">
                        <a:latin typeface="Meiryo UI" charset="0"/>
                        <a:ea typeface="Meiryo UI" charset="0"/>
                        <a:cs typeface="Meiryo UI" charset="0"/>
                      </a:endParaRPr>
                    </a:p>
                  </a:txBody>
                  <a:tcPr marL="41148" marR="41148" marT="41148" marB="41148" anchor="ctr">
                    <a:lnL w="6350" cap="flat" cmpd="sng" algn="ctr">
                      <a:solidFill>
                        <a:srgbClr val="C9D2E3"/>
                      </a:solidFill>
                      <a:prstDash val="solid"/>
                      <a:round/>
                      <a:headEnd type="none" w="med" len="med"/>
                      <a:tailEnd type="none" w="med" len="med"/>
                    </a:lnL>
                    <a:lnR w="6350" cap="flat" cmpd="sng" algn="ctr">
                      <a:solidFill>
                        <a:srgbClr val="C9D2E3"/>
                      </a:solidFill>
                      <a:prstDash val="solid"/>
                      <a:round/>
                      <a:headEnd type="none" w="med" len="med"/>
                      <a:tailEnd type="none" w="med" len="med"/>
                    </a:lnR>
                    <a:lnT w="6350" cap="flat" cmpd="sng" algn="ctr">
                      <a:solidFill>
                        <a:srgbClr val="C9D2E3"/>
                      </a:solidFill>
                      <a:prstDash val="solid"/>
                      <a:round/>
                      <a:headEnd type="none" w="med" len="med"/>
                      <a:tailEnd type="none" w="med" len="med"/>
                    </a:lnT>
                    <a:lnB w="6350" cap="flat" cmpd="sng" algn="ctr">
                      <a:solidFill>
                        <a:srgbClr val="C9D2E3"/>
                      </a:solidFill>
                      <a:prstDash val="solid"/>
                      <a:round/>
                      <a:headEnd type="none" w="med" len="med"/>
                      <a:tailEnd type="none" w="med" len="med"/>
                    </a:lnB>
                    <a:solidFill>
                      <a:srgbClr val="FDFEFF"/>
                    </a:solidFill>
                  </a:tcPr>
                </a:tc>
                <a:tc>
                  <a:txBody>
                    <a:bodyPr/>
                    <a:lstStyle/>
                    <a:p>
                      <a:pPr algn="ctr" indent="0" marL="0">
                        <a:buNone/>
                      </a:pPr>
                      <a:endParaRPr lang="en-US" sz="800" dirty="0">
                        <a:latin typeface="Meiryo UI" charset="0"/>
                        <a:ea typeface="Meiryo UI" charset="0"/>
                        <a:cs typeface="Meiryo UI" charset="0"/>
                      </a:endParaRPr>
                    </a:p>
                  </a:txBody>
                  <a:tcPr marL="41148" marR="41148" marT="41148" marB="41148" anchor="ctr">
                    <a:lnL w="6350" cap="flat" cmpd="sng" algn="ctr">
                      <a:solidFill>
                        <a:srgbClr val="C9D2E3"/>
                      </a:solidFill>
                      <a:prstDash val="solid"/>
                      <a:round/>
                      <a:headEnd type="none" w="med" len="med"/>
                      <a:tailEnd type="none" w="med" len="med"/>
                    </a:lnL>
                    <a:lnR w="6350" cap="flat" cmpd="sng" algn="ctr">
                      <a:solidFill>
                        <a:srgbClr val="C9D2E3"/>
                      </a:solidFill>
                      <a:prstDash val="solid"/>
                      <a:round/>
                      <a:headEnd type="none" w="med" len="med"/>
                      <a:tailEnd type="none" w="med" len="med"/>
                    </a:lnR>
                    <a:lnT w="6350" cap="flat" cmpd="sng" algn="ctr">
                      <a:solidFill>
                        <a:srgbClr val="C9D2E3"/>
                      </a:solidFill>
                      <a:prstDash val="solid"/>
                      <a:round/>
                      <a:headEnd type="none" w="med" len="med"/>
                      <a:tailEnd type="none" w="med" len="med"/>
                    </a:lnT>
                    <a:lnB w="6350" cap="flat" cmpd="sng" algn="ctr">
                      <a:solidFill>
                        <a:srgbClr val="C9D2E3"/>
                      </a:solidFill>
                      <a:prstDash val="solid"/>
                      <a:round/>
                      <a:headEnd type="none" w="med" len="med"/>
                      <a:tailEnd type="none" w="med" len="med"/>
                    </a:lnB>
                    <a:solidFill>
                      <a:srgbClr val="FDFEFF"/>
                    </a:solidFill>
                  </a:tcPr>
                </a:tc>
              </a:tr>
              <a:tr h="230429">
                <a:tc>
                  <a:txBody>
                    <a:bodyPr/>
                    <a:lstStyle/>
                    <a:p>
                      <a:pPr algn="ctr" indent="0" marL="0">
                        <a:buNone/>
                      </a:pPr>
                      <a:r>
                        <a:rPr lang="en-US" sz="800" b="1" dirty="0">
                          <a:solidFill>
                            <a:srgbClr val="333333"/>
                          </a:solidFill>
                          <a:latin typeface="Meiryo UI" pitchFamily="34" charset="0"/>
                          <a:ea typeface="Meiryo UI" pitchFamily="34" charset="-122"/>
                          <a:cs typeface="Meiryo UI" pitchFamily="34" charset="-120"/>
                        </a:rPr>
                        <a:t>Q6</a:t>
                      </a:r>
                      <a:endParaRPr lang="en-US" sz="800" dirty="0">
                        <a:latin typeface="Meiryo UI" charset="0"/>
                        <a:ea typeface="Meiryo UI" charset="0"/>
                        <a:cs typeface="Meiryo UI" charset="0"/>
                      </a:endParaRPr>
                    </a:p>
                  </a:txBody>
                  <a:tcPr marL="41148" marR="41148" marT="41148" marB="41148" anchor="ctr">
                    <a:lnL w="6350" cap="flat" cmpd="sng" algn="ctr">
                      <a:solidFill>
                        <a:srgbClr val="C9D2E3"/>
                      </a:solidFill>
                      <a:prstDash val="solid"/>
                      <a:round/>
                      <a:headEnd type="none" w="med" len="med"/>
                      <a:tailEnd type="none" w="med" len="med"/>
                    </a:lnL>
                    <a:lnR w="6350" cap="flat" cmpd="sng" algn="ctr">
                      <a:solidFill>
                        <a:srgbClr val="C9D2E3"/>
                      </a:solidFill>
                      <a:prstDash val="solid"/>
                      <a:round/>
                      <a:headEnd type="none" w="med" len="med"/>
                      <a:tailEnd type="none" w="med" len="med"/>
                    </a:lnR>
                    <a:lnT w="6350" cap="flat" cmpd="sng" algn="ctr">
                      <a:solidFill>
                        <a:srgbClr val="C9D2E3"/>
                      </a:solidFill>
                      <a:prstDash val="solid"/>
                      <a:round/>
                      <a:headEnd type="none" w="med" len="med"/>
                      <a:tailEnd type="none" w="med" len="med"/>
                    </a:lnT>
                    <a:lnB w="6350" cap="flat" cmpd="sng" algn="ctr">
                      <a:solidFill>
                        <a:srgbClr val="C9D2E3"/>
                      </a:solidFill>
                      <a:prstDash val="solid"/>
                      <a:round/>
                      <a:headEnd type="none" w="med" len="med"/>
                      <a:tailEnd type="none" w="med" len="med"/>
                    </a:lnB>
                  </a:tcPr>
                </a:tc>
                <a:tc>
                  <a:txBody>
                    <a:bodyPr/>
                    <a:lstStyle/>
                    <a:p>
                      <a:pPr algn="l" indent="0" marL="0">
                        <a:buNone/>
                      </a:pPr>
                      <a:r>
                        <a:rPr lang="en-US" sz="800" b="1" dirty="0">
                          <a:solidFill>
                            <a:srgbClr val="333333"/>
                          </a:solidFill>
                          <a:latin typeface="Meiryo UI" pitchFamily="34" charset="0"/>
                          <a:ea typeface="Meiryo UI" pitchFamily="34" charset="-122"/>
                          <a:cs typeface="Meiryo UI" pitchFamily="34" charset="-120"/>
                        </a:rPr>
                        <a:t>投入メンバーの専門性（実名）</a:t>
                      </a:r>
                      <a:endParaRPr lang="en-US" sz="800" dirty="0">
                        <a:latin typeface="Meiryo UI" charset="0"/>
                        <a:ea typeface="Meiryo UI" charset="0"/>
                        <a:cs typeface="Meiryo UI" charset="0"/>
                      </a:endParaRPr>
                    </a:p>
                  </a:txBody>
                  <a:tcPr marL="41148" marR="41148" marT="41148" marB="41148" anchor="ctr">
                    <a:lnL w="6350" cap="flat" cmpd="sng" algn="ctr">
                      <a:solidFill>
                        <a:srgbClr val="C9D2E3"/>
                      </a:solidFill>
                      <a:prstDash val="solid"/>
                      <a:round/>
                      <a:headEnd type="none" w="med" len="med"/>
                      <a:tailEnd type="none" w="med" len="med"/>
                    </a:lnL>
                    <a:lnR w="6350" cap="flat" cmpd="sng" algn="ctr">
                      <a:solidFill>
                        <a:srgbClr val="C9D2E3"/>
                      </a:solidFill>
                      <a:prstDash val="solid"/>
                      <a:round/>
                      <a:headEnd type="none" w="med" len="med"/>
                      <a:tailEnd type="none" w="med" len="med"/>
                    </a:lnR>
                    <a:lnT w="6350" cap="flat" cmpd="sng" algn="ctr">
                      <a:solidFill>
                        <a:srgbClr val="C9D2E3"/>
                      </a:solidFill>
                      <a:prstDash val="solid"/>
                      <a:round/>
                      <a:headEnd type="none" w="med" len="med"/>
                      <a:tailEnd type="none" w="med" len="med"/>
                    </a:lnT>
                    <a:lnB w="6350" cap="flat" cmpd="sng" algn="ctr">
                      <a:solidFill>
                        <a:srgbClr val="C9D2E3"/>
                      </a:solidFill>
                      <a:prstDash val="solid"/>
                      <a:round/>
                      <a:headEnd type="none" w="med" len="med"/>
                      <a:tailEnd type="none" w="med" len="med"/>
                    </a:lnB>
                  </a:tcPr>
                </a:tc>
                <a:tc>
                  <a:txBody>
                    <a:bodyPr/>
                    <a:lstStyle/>
                    <a:p>
                      <a:pPr algn="l" indent="0" marL="0">
                        <a:buNone/>
                      </a:pPr>
                      <a:r>
                        <a:rPr lang="en-US" sz="750" dirty="0">
                          <a:solidFill>
                            <a:srgbClr val="333333"/>
                          </a:solidFill>
                          <a:latin typeface="Meiryo UI" pitchFamily="34" charset="0"/>
                          <a:ea typeface="Meiryo UI" pitchFamily="34" charset="-122"/>
                          <a:cs typeface="Meiryo UI" pitchFamily="34" charset="-120"/>
                        </a:rPr>
                        <a:t>実名・経歴・類似案件経験が提示され、従事予定者本人がコンペに出席し自らの言葉で語れるか</a:t>
                      </a:r>
                      <a:endParaRPr lang="en-US" sz="750" dirty="0">
                        <a:latin typeface="Meiryo UI" charset="0"/>
                        <a:ea typeface="Meiryo UI" charset="0"/>
                        <a:cs typeface="Meiryo UI" charset="0"/>
                      </a:endParaRPr>
                    </a:p>
                  </a:txBody>
                  <a:tcPr marL="41148" marR="41148" marT="41148" marB="41148" anchor="ctr">
                    <a:lnL w="6350" cap="flat" cmpd="sng" algn="ctr">
                      <a:solidFill>
                        <a:srgbClr val="C9D2E3"/>
                      </a:solidFill>
                      <a:prstDash val="solid"/>
                      <a:round/>
                      <a:headEnd type="none" w="med" len="med"/>
                      <a:tailEnd type="none" w="med" len="med"/>
                    </a:lnL>
                    <a:lnR w="6350" cap="flat" cmpd="sng" algn="ctr">
                      <a:solidFill>
                        <a:srgbClr val="C9D2E3"/>
                      </a:solidFill>
                      <a:prstDash val="solid"/>
                      <a:round/>
                      <a:headEnd type="none" w="med" len="med"/>
                      <a:tailEnd type="none" w="med" len="med"/>
                    </a:lnR>
                    <a:lnT w="6350" cap="flat" cmpd="sng" algn="ctr">
                      <a:solidFill>
                        <a:srgbClr val="C9D2E3"/>
                      </a:solidFill>
                      <a:prstDash val="solid"/>
                      <a:round/>
                      <a:headEnd type="none" w="med" len="med"/>
                      <a:tailEnd type="none" w="med" len="med"/>
                    </a:lnT>
                    <a:lnB w="6350" cap="flat" cmpd="sng" algn="ctr">
                      <a:solidFill>
                        <a:srgbClr val="C9D2E3"/>
                      </a:solidFill>
                      <a:prstDash val="solid"/>
                      <a:round/>
                      <a:headEnd type="none" w="med" len="med"/>
                      <a:tailEnd type="none" w="med" len="med"/>
                    </a:lnB>
                  </a:tcPr>
                </a:tc>
                <a:tc>
                  <a:txBody>
                    <a:bodyPr/>
                    <a:lstStyle/>
                    <a:p>
                      <a:pPr algn="ctr" indent="0" marL="0">
                        <a:buNone/>
                      </a:pPr>
                      <a:r>
                        <a:rPr lang="en-US" sz="800" b="1" dirty="0">
                          <a:solidFill>
                            <a:srgbClr val="333333"/>
                          </a:solidFill>
                          <a:latin typeface="Meiryo UI" pitchFamily="34" charset="0"/>
                          <a:ea typeface="Meiryo UI" pitchFamily="34" charset="-122"/>
                          <a:cs typeface="Meiryo UI" pitchFamily="34" charset="-120"/>
                        </a:rPr>
                        <a:t>8</a:t>
                      </a:r>
                      <a:endParaRPr lang="en-US" sz="800" dirty="0">
                        <a:latin typeface="Meiryo UI" charset="0"/>
                        <a:ea typeface="Meiryo UI" charset="0"/>
                        <a:cs typeface="Meiryo UI" charset="0"/>
                      </a:endParaRPr>
                    </a:p>
                  </a:txBody>
                  <a:tcPr marL="41148" marR="41148" marT="41148" marB="41148" anchor="ctr">
                    <a:lnL w="6350" cap="flat" cmpd="sng" algn="ctr">
                      <a:solidFill>
                        <a:srgbClr val="C9D2E3"/>
                      </a:solidFill>
                      <a:prstDash val="solid"/>
                      <a:round/>
                      <a:headEnd type="none" w="med" len="med"/>
                      <a:tailEnd type="none" w="med" len="med"/>
                    </a:lnL>
                    <a:lnR w="6350" cap="flat" cmpd="sng" algn="ctr">
                      <a:solidFill>
                        <a:srgbClr val="C9D2E3"/>
                      </a:solidFill>
                      <a:prstDash val="solid"/>
                      <a:round/>
                      <a:headEnd type="none" w="med" len="med"/>
                      <a:tailEnd type="none" w="med" len="med"/>
                    </a:lnR>
                    <a:lnT w="6350" cap="flat" cmpd="sng" algn="ctr">
                      <a:solidFill>
                        <a:srgbClr val="C9D2E3"/>
                      </a:solidFill>
                      <a:prstDash val="solid"/>
                      <a:round/>
                      <a:headEnd type="none" w="med" len="med"/>
                      <a:tailEnd type="none" w="med" len="med"/>
                    </a:lnT>
                    <a:lnB w="6350" cap="flat" cmpd="sng" algn="ctr">
                      <a:solidFill>
                        <a:srgbClr val="C9D2E3"/>
                      </a:solidFill>
                      <a:prstDash val="solid"/>
                      <a:round/>
                      <a:headEnd type="none" w="med" len="med"/>
                      <a:tailEnd type="none" w="med" len="med"/>
                    </a:lnB>
                  </a:tcPr>
                </a:tc>
                <a:tc>
                  <a:txBody>
                    <a:bodyPr/>
                    <a:lstStyle/>
                    <a:p>
                      <a:pPr algn="ctr" indent="0" marL="0">
                        <a:buNone/>
                      </a:pPr>
                      <a:endParaRPr lang="en-US" sz="800" dirty="0">
                        <a:latin typeface="Meiryo UI" charset="0"/>
                        <a:ea typeface="Meiryo UI" charset="0"/>
                        <a:cs typeface="Meiryo UI" charset="0"/>
                      </a:endParaRPr>
                    </a:p>
                  </a:txBody>
                  <a:tcPr marL="41148" marR="41148" marT="41148" marB="41148" anchor="ctr">
                    <a:lnL w="6350" cap="flat" cmpd="sng" algn="ctr">
                      <a:solidFill>
                        <a:srgbClr val="C9D2E3"/>
                      </a:solidFill>
                      <a:prstDash val="solid"/>
                      <a:round/>
                      <a:headEnd type="none" w="med" len="med"/>
                      <a:tailEnd type="none" w="med" len="med"/>
                    </a:lnL>
                    <a:lnR w="6350" cap="flat" cmpd="sng" algn="ctr">
                      <a:solidFill>
                        <a:srgbClr val="C9D2E3"/>
                      </a:solidFill>
                      <a:prstDash val="solid"/>
                      <a:round/>
                      <a:headEnd type="none" w="med" len="med"/>
                      <a:tailEnd type="none" w="med" len="med"/>
                    </a:lnR>
                    <a:lnT w="6350" cap="flat" cmpd="sng" algn="ctr">
                      <a:solidFill>
                        <a:srgbClr val="C9D2E3"/>
                      </a:solidFill>
                      <a:prstDash val="solid"/>
                      <a:round/>
                      <a:headEnd type="none" w="med" len="med"/>
                      <a:tailEnd type="none" w="med" len="med"/>
                    </a:lnT>
                    <a:lnB w="6350" cap="flat" cmpd="sng" algn="ctr">
                      <a:solidFill>
                        <a:srgbClr val="C9D2E3"/>
                      </a:solidFill>
                      <a:prstDash val="solid"/>
                      <a:round/>
                      <a:headEnd type="none" w="med" len="med"/>
                      <a:tailEnd type="none" w="med" len="med"/>
                    </a:lnB>
                    <a:solidFill>
                      <a:srgbClr val="FDFEFF"/>
                    </a:solidFill>
                  </a:tcPr>
                </a:tc>
                <a:tc>
                  <a:txBody>
                    <a:bodyPr/>
                    <a:lstStyle/>
                    <a:p>
                      <a:pPr algn="ctr" indent="0" marL="0">
                        <a:buNone/>
                      </a:pPr>
                      <a:endParaRPr lang="en-US" sz="800" dirty="0">
                        <a:latin typeface="Meiryo UI" charset="0"/>
                        <a:ea typeface="Meiryo UI" charset="0"/>
                        <a:cs typeface="Meiryo UI" charset="0"/>
                      </a:endParaRPr>
                    </a:p>
                  </a:txBody>
                  <a:tcPr marL="41148" marR="41148" marT="41148" marB="41148" anchor="ctr">
                    <a:lnL w="6350" cap="flat" cmpd="sng" algn="ctr">
                      <a:solidFill>
                        <a:srgbClr val="C9D2E3"/>
                      </a:solidFill>
                      <a:prstDash val="solid"/>
                      <a:round/>
                      <a:headEnd type="none" w="med" len="med"/>
                      <a:tailEnd type="none" w="med" len="med"/>
                    </a:lnL>
                    <a:lnR w="6350" cap="flat" cmpd="sng" algn="ctr">
                      <a:solidFill>
                        <a:srgbClr val="C9D2E3"/>
                      </a:solidFill>
                      <a:prstDash val="solid"/>
                      <a:round/>
                      <a:headEnd type="none" w="med" len="med"/>
                      <a:tailEnd type="none" w="med" len="med"/>
                    </a:lnR>
                    <a:lnT w="6350" cap="flat" cmpd="sng" algn="ctr">
                      <a:solidFill>
                        <a:srgbClr val="C9D2E3"/>
                      </a:solidFill>
                      <a:prstDash val="solid"/>
                      <a:round/>
                      <a:headEnd type="none" w="med" len="med"/>
                      <a:tailEnd type="none" w="med" len="med"/>
                    </a:lnT>
                    <a:lnB w="6350" cap="flat" cmpd="sng" algn="ctr">
                      <a:solidFill>
                        <a:srgbClr val="C9D2E3"/>
                      </a:solidFill>
                      <a:prstDash val="solid"/>
                      <a:round/>
                      <a:headEnd type="none" w="med" len="med"/>
                      <a:tailEnd type="none" w="med" len="med"/>
                    </a:lnB>
                    <a:solidFill>
                      <a:srgbClr val="FDFEFF"/>
                    </a:solidFill>
                  </a:tcPr>
                </a:tc>
                <a:tc>
                  <a:txBody>
                    <a:bodyPr/>
                    <a:lstStyle/>
                    <a:p>
                      <a:pPr algn="ctr" indent="0" marL="0">
                        <a:buNone/>
                      </a:pPr>
                      <a:endParaRPr lang="en-US" sz="800" dirty="0">
                        <a:latin typeface="Meiryo UI" charset="0"/>
                        <a:ea typeface="Meiryo UI" charset="0"/>
                        <a:cs typeface="Meiryo UI" charset="0"/>
                      </a:endParaRPr>
                    </a:p>
                  </a:txBody>
                  <a:tcPr marL="41148" marR="41148" marT="41148" marB="41148" anchor="ctr">
                    <a:lnL w="6350" cap="flat" cmpd="sng" algn="ctr">
                      <a:solidFill>
                        <a:srgbClr val="C9D2E3"/>
                      </a:solidFill>
                      <a:prstDash val="solid"/>
                      <a:round/>
                      <a:headEnd type="none" w="med" len="med"/>
                      <a:tailEnd type="none" w="med" len="med"/>
                    </a:lnL>
                    <a:lnR w="6350" cap="flat" cmpd="sng" algn="ctr">
                      <a:solidFill>
                        <a:srgbClr val="C9D2E3"/>
                      </a:solidFill>
                      <a:prstDash val="solid"/>
                      <a:round/>
                      <a:headEnd type="none" w="med" len="med"/>
                      <a:tailEnd type="none" w="med" len="med"/>
                    </a:lnR>
                    <a:lnT w="6350" cap="flat" cmpd="sng" algn="ctr">
                      <a:solidFill>
                        <a:srgbClr val="C9D2E3"/>
                      </a:solidFill>
                      <a:prstDash val="solid"/>
                      <a:round/>
                      <a:headEnd type="none" w="med" len="med"/>
                      <a:tailEnd type="none" w="med" len="med"/>
                    </a:lnT>
                    <a:lnB w="6350" cap="flat" cmpd="sng" algn="ctr">
                      <a:solidFill>
                        <a:srgbClr val="C9D2E3"/>
                      </a:solidFill>
                      <a:prstDash val="solid"/>
                      <a:round/>
                      <a:headEnd type="none" w="med" len="med"/>
                      <a:tailEnd type="none" w="med" len="med"/>
                    </a:lnB>
                    <a:solidFill>
                      <a:srgbClr val="FDFEFF"/>
                    </a:solidFill>
                  </a:tcPr>
                </a:tc>
                <a:tc>
                  <a:txBody>
                    <a:bodyPr/>
                    <a:lstStyle/>
                    <a:p>
                      <a:pPr algn="ctr" indent="0" marL="0">
                        <a:buNone/>
                      </a:pPr>
                      <a:endParaRPr lang="en-US" sz="800" dirty="0">
                        <a:latin typeface="Meiryo UI" charset="0"/>
                        <a:ea typeface="Meiryo UI" charset="0"/>
                        <a:cs typeface="Meiryo UI" charset="0"/>
                      </a:endParaRPr>
                    </a:p>
                  </a:txBody>
                  <a:tcPr marL="41148" marR="41148" marT="41148" marB="41148" anchor="ctr">
                    <a:lnL w="6350" cap="flat" cmpd="sng" algn="ctr">
                      <a:solidFill>
                        <a:srgbClr val="C9D2E3"/>
                      </a:solidFill>
                      <a:prstDash val="solid"/>
                      <a:round/>
                      <a:headEnd type="none" w="med" len="med"/>
                      <a:tailEnd type="none" w="med" len="med"/>
                    </a:lnL>
                    <a:lnR w="6350" cap="flat" cmpd="sng" algn="ctr">
                      <a:solidFill>
                        <a:srgbClr val="C9D2E3"/>
                      </a:solidFill>
                      <a:prstDash val="solid"/>
                      <a:round/>
                      <a:headEnd type="none" w="med" len="med"/>
                      <a:tailEnd type="none" w="med" len="med"/>
                    </a:lnR>
                    <a:lnT w="6350" cap="flat" cmpd="sng" algn="ctr">
                      <a:solidFill>
                        <a:srgbClr val="C9D2E3"/>
                      </a:solidFill>
                      <a:prstDash val="solid"/>
                      <a:round/>
                      <a:headEnd type="none" w="med" len="med"/>
                      <a:tailEnd type="none" w="med" len="med"/>
                    </a:lnT>
                    <a:lnB w="6350" cap="flat" cmpd="sng" algn="ctr">
                      <a:solidFill>
                        <a:srgbClr val="C9D2E3"/>
                      </a:solidFill>
                      <a:prstDash val="solid"/>
                      <a:round/>
                      <a:headEnd type="none" w="med" len="med"/>
                      <a:tailEnd type="none" w="med" len="med"/>
                    </a:lnB>
                    <a:solidFill>
                      <a:srgbClr val="FDFEFF"/>
                    </a:solidFill>
                  </a:tcPr>
                </a:tc>
                <a:tc>
                  <a:txBody>
                    <a:bodyPr/>
                    <a:lstStyle/>
                    <a:p>
                      <a:pPr algn="ctr" indent="0" marL="0">
                        <a:buNone/>
                      </a:pPr>
                      <a:endParaRPr lang="en-US" sz="800" dirty="0">
                        <a:latin typeface="Meiryo UI" charset="0"/>
                        <a:ea typeface="Meiryo UI" charset="0"/>
                        <a:cs typeface="Meiryo UI" charset="0"/>
                      </a:endParaRPr>
                    </a:p>
                  </a:txBody>
                  <a:tcPr marL="41148" marR="41148" marT="41148" marB="41148" anchor="ctr">
                    <a:lnL w="6350" cap="flat" cmpd="sng" algn="ctr">
                      <a:solidFill>
                        <a:srgbClr val="C9D2E3"/>
                      </a:solidFill>
                      <a:prstDash val="solid"/>
                      <a:round/>
                      <a:headEnd type="none" w="med" len="med"/>
                      <a:tailEnd type="none" w="med" len="med"/>
                    </a:lnL>
                    <a:lnR w="6350" cap="flat" cmpd="sng" algn="ctr">
                      <a:solidFill>
                        <a:srgbClr val="C9D2E3"/>
                      </a:solidFill>
                      <a:prstDash val="solid"/>
                      <a:round/>
                      <a:headEnd type="none" w="med" len="med"/>
                      <a:tailEnd type="none" w="med" len="med"/>
                    </a:lnR>
                    <a:lnT w="6350" cap="flat" cmpd="sng" algn="ctr">
                      <a:solidFill>
                        <a:srgbClr val="C9D2E3"/>
                      </a:solidFill>
                      <a:prstDash val="solid"/>
                      <a:round/>
                      <a:headEnd type="none" w="med" len="med"/>
                      <a:tailEnd type="none" w="med" len="med"/>
                    </a:lnT>
                    <a:lnB w="6350" cap="flat" cmpd="sng" algn="ctr">
                      <a:solidFill>
                        <a:srgbClr val="C9D2E3"/>
                      </a:solidFill>
                      <a:prstDash val="solid"/>
                      <a:round/>
                      <a:headEnd type="none" w="med" len="med"/>
                      <a:tailEnd type="none" w="med" len="med"/>
                    </a:lnB>
                    <a:solidFill>
                      <a:srgbClr val="FDFEFF"/>
                    </a:solidFill>
                  </a:tcPr>
                </a:tc>
                <a:tc>
                  <a:txBody>
                    <a:bodyPr/>
                    <a:lstStyle/>
                    <a:p>
                      <a:pPr algn="ctr" indent="0" marL="0">
                        <a:buNone/>
                      </a:pPr>
                      <a:endParaRPr lang="en-US" sz="800" dirty="0">
                        <a:latin typeface="Meiryo UI" charset="0"/>
                        <a:ea typeface="Meiryo UI" charset="0"/>
                        <a:cs typeface="Meiryo UI" charset="0"/>
                      </a:endParaRPr>
                    </a:p>
                  </a:txBody>
                  <a:tcPr marL="41148" marR="41148" marT="41148" marB="41148" anchor="ctr">
                    <a:lnL w="6350" cap="flat" cmpd="sng" algn="ctr">
                      <a:solidFill>
                        <a:srgbClr val="C9D2E3"/>
                      </a:solidFill>
                      <a:prstDash val="solid"/>
                      <a:round/>
                      <a:headEnd type="none" w="med" len="med"/>
                      <a:tailEnd type="none" w="med" len="med"/>
                    </a:lnL>
                    <a:lnR w="6350" cap="flat" cmpd="sng" algn="ctr">
                      <a:solidFill>
                        <a:srgbClr val="C9D2E3"/>
                      </a:solidFill>
                      <a:prstDash val="solid"/>
                      <a:round/>
                      <a:headEnd type="none" w="med" len="med"/>
                      <a:tailEnd type="none" w="med" len="med"/>
                    </a:lnR>
                    <a:lnT w="6350" cap="flat" cmpd="sng" algn="ctr">
                      <a:solidFill>
                        <a:srgbClr val="C9D2E3"/>
                      </a:solidFill>
                      <a:prstDash val="solid"/>
                      <a:round/>
                      <a:headEnd type="none" w="med" len="med"/>
                      <a:tailEnd type="none" w="med" len="med"/>
                    </a:lnT>
                    <a:lnB w="6350" cap="flat" cmpd="sng" algn="ctr">
                      <a:solidFill>
                        <a:srgbClr val="C9D2E3"/>
                      </a:solidFill>
                      <a:prstDash val="solid"/>
                      <a:round/>
                      <a:headEnd type="none" w="med" len="med"/>
                      <a:tailEnd type="none" w="med" len="med"/>
                    </a:lnB>
                    <a:solidFill>
                      <a:srgbClr val="FDFEFF"/>
                    </a:solidFill>
                  </a:tcPr>
                </a:tc>
              </a:tr>
              <a:tr h="201168">
                <a:tc gridSpan="3">
                  <a:txBody>
                    <a:bodyPr/>
                    <a:lstStyle/>
                    <a:p>
                      <a:pPr algn="l" indent="0" marL="0">
                        <a:buNone/>
                      </a:pPr>
                      <a:r>
                        <a:rPr lang="en-US" sz="900" b="1" dirty="0">
                          <a:solidFill>
                            <a:srgbClr val="FFFFFF"/>
                          </a:solidFill>
                          <a:latin typeface="Meiryo UI" pitchFamily="34" charset="0"/>
                          <a:ea typeface="Meiryo UI" pitchFamily="34" charset="-122"/>
                          <a:cs typeface="Meiryo UI" pitchFamily="34" charset="-120"/>
                        </a:rPr>
                        <a:t>C｜Cost（コスト）— 価格の妥当性と統制</a:t>
                      </a:r>
                      <a:endParaRPr lang="en-US" sz="900" dirty="0">
                        <a:latin typeface="Meiryo UI" charset="0"/>
                        <a:ea typeface="Meiryo UI" charset="0"/>
                        <a:cs typeface="Meiryo UI" charset="0"/>
                      </a:endParaRPr>
                    </a:p>
                  </a:txBody>
                  <a:tcPr marL="41148" marR="41148" marT="41148" marB="41148" anchor="ctr">
                    <a:lnL w="6350" cap="flat" cmpd="sng" algn="ctr">
                      <a:solidFill>
                        <a:srgbClr val="C9D2E3"/>
                      </a:solidFill>
                      <a:prstDash val="solid"/>
                      <a:round/>
                      <a:headEnd type="none" w="med" len="med"/>
                      <a:tailEnd type="none" w="med" len="med"/>
                    </a:lnL>
                    <a:lnR w="6350" cap="flat" cmpd="sng" algn="ctr">
                      <a:solidFill>
                        <a:srgbClr val="C9D2E3"/>
                      </a:solidFill>
                      <a:prstDash val="solid"/>
                      <a:round/>
                      <a:headEnd type="none" w="med" len="med"/>
                      <a:tailEnd type="none" w="med" len="med"/>
                    </a:lnR>
                    <a:lnT w="6350" cap="flat" cmpd="sng" algn="ctr">
                      <a:solidFill>
                        <a:srgbClr val="C9D2E3"/>
                      </a:solidFill>
                      <a:prstDash val="solid"/>
                      <a:round/>
                      <a:headEnd type="none" w="med" len="med"/>
                      <a:tailEnd type="none" w="med" len="med"/>
                    </a:lnT>
                    <a:lnB w="6350" cap="flat" cmpd="sng" algn="ctr">
                      <a:solidFill>
                        <a:srgbClr val="C9D2E3"/>
                      </a:solidFill>
                      <a:prstDash val="solid"/>
                      <a:round/>
                      <a:headEnd type="none" w="med" len="med"/>
                      <a:tailEnd type="none" w="med" len="med"/>
                    </a:lnB>
                    <a:solidFill>
                      <a:srgbClr val="2E7D32"/>
                    </a:solidFill>
                  </a:tcPr>
                </a:tc>
                <a:tc hMerge="1">
                  <a:tcPr/>
                </a:tc>
                <a:tc hMerge="1">
                  <a:tcPr/>
                </a:tc>
                <a:tc>
                  <a:txBody>
                    <a:bodyPr/>
                    <a:lstStyle/>
                    <a:p>
                      <a:pPr algn="ctr" indent="0" marL="0">
                        <a:buNone/>
                      </a:pPr>
                      <a:r>
                        <a:rPr lang="en-US" sz="900" b="1" dirty="0">
                          <a:solidFill>
                            <a:srgbClr val="FFFFFF"/>
                          </a:solidFill>
                          <a:latin typeface="Meiryo UI" pitchFamily="34" charset="0"/>
                          <a:ea typeface="Meiryo UI" pitchFamily="34" charset="-122"/>
                          <a:cs typeface="Meiryo UI" pitchFamily="34" charset="-120"/>
                        </a:rPr>
                        <a:t>20</a:t>
                      </a:r>
                      <a:endParaRPr lang="en-US" sz="900" dirty="0">
                        <a:latin typeface="Meiryo UI" charset="0"/>
                        <a:ea typeface="Meiryo UI" charset="0"/>
                        <a:cs typeface="Meiryo UI" charset="0"/>
                      </a:endParaRPr>
                    </a:p>
                  </a:txBody>
                  <a:tcPr marL="41148" marR="41148" marT="41148" marB="41148" anchor="ctr">
                    <a:lnL w="6350" cap="flat" cmpd="sng" algn="ctr">
                      <a:solidFill>
                        <a:srgbClr val="C9D2E3"/>
                      </a:solidFill>
                      <a:prstDash val="solid"/>
                      <a:round/>
                      <a:headEnd type="none" w="med" len="med"/>
                      <a:tailEnd type="none" w="med" len="med"/>
                    </a:lnL>
                    <a:lnR w="6350" cap="flat" cmpd="sng" algn="ctr">
                      <a:solidFill>
                        <a:srgbClr val="C9D2E3"/>
                      </a:solidFill>
                      <a:prstDash val="solid"/>
                      <a:round/>
                      <a:headEnd type="none" w="med" len="med"/>
                      <a:tailEnd type="none" w="med" len="med"/>
                    </a:lnR>
                    <a:lnT w="6350" cap="flat" cmpd="sng" algn="ctr">
                      <a:solidFill>
                        <a:srgbClr val="C9D2E3"/>
                      </a:solidFill>
                      <a:prstDash val="solid"/>
                      <a:round/>
                      <a:headEnd type="none" w="med" len="med"/>
                      <a:tailEnd type="none" w="med" len="med"/>
                    </a:lnT>
                    <a:lnB w="6350" cap="flat" cmpd="sng" algn="ctr">
                      <a:solidFill>
                        <a:srgbClr val="C9D2E3"/>
                      </a:solidFill>
                      <a:prstDash val="solid"/>
                      <a:round/>
                      <a:headEnd type="none" w="med" len="med"/>
                      <a:tailEnd type="none" w="med" len="med"/>
                    </a:lnB>
                    <a:solidFill>
                      <a:srgbClr val="2E7D32"/>
                    </a:solidFill>
                  </a:tcPr>
                </a:tc>
                <a:tc>
                  <a:txBody>
                    <a:bodyPr/>
                    <a:lstStyle/>
                    <a:p>
                      <a:pPr algn="ctr" indent="0" marL="0">
                        <a:buNone/>
                      </a:pPr>
                      <a:endParaRPr lang="en-US" sz="900" dirty="0">
                        <a:latin typeface="Meiryo UI" charset="0"/>
                        <a:ea typeface="Meiryo UI" charset="0"/>
                        <a:cs typeface="Meiryo UI" charset="0"/>
                      </a:endParaRPr>
                    </a:p>
                  </a:txBody>
                  <a:tcPr marL="41148" marR="41148" marT="41148" marB="41148" anchor="ctr">
                    <a:lnL w="6350" cap="flat" cmpd="sng" algn="ctr">
                      <a:solidFill>
                        <a:srgbClr val="C9D2E3"/>
                      </a:solidFill>
                      <a:prstDash val="solid"/>
                      <a:round/>
                      <a:headEnd type="none" w="med" len="med"/>
                      <a:tailEnd type="none" w="med" len="med"/>
                    </a:lnL>
                    <a:lnR w="6350" cap="flat" cmpd="sng" algn="ctr">
                      <a:solidFill>
                        <a:srgbClr val="C9D2E3"/>
                      </a:solidFill>
                      <a:prstDash val="solid"/>
                      <a:round/>
                      <a:headEnd type="none" w="med" len="med"/>
                      <a:tailEnd type="none" w="med" len="med"/>
                    </a:lnR>
                    <a:lnT w="6350" cap="flat" cmpd="sng" algn="ctr">
                      <a:solidFill>
                        <a:srgbClr val="C9D2E3"/>
                      </a:solidFill>
                      <a:prstDash val="solid"/>
                      <a:round/>
                      <a:headEnd type="none" w="med" len="med"/>
                      <a:tailEnd type="none" w="med" len="med"/>
                    </a:lnT>
                    <a:lnB w="6350" cap="flat" cmpd="sng" algn="ctr">
                      <a:solidFill>
                        <a:srgbClr val="C9D2E3"/>
                      </a:solidFill>
                      <a:prstDash val="solid"/>
                      <a:round/>
                      <a:headEnd type="none" w="med" len="med"/>
                      <a:tailEnd type="none" w="med" len="med"/>
                    </a:lnB>
                    <a:solidFill>
                      <a:srgbClr val="2E7D32"/>
                    </a:solidFill>
                  </a:tcPr>
                </a:tc>
                <a:tc>
                  <a:txBody>
                    <a:bodyPr/>
                    <a:lstStyle/>
                    <a:p>
                      <a:pPr algn="ctr" indent="0" marL="0">
                        <a:buNone/>
                      </a:pPr>
                      <a:endParaRPr lang="en-US" sz="900" dirty="0">
                        <a:latin typeface="Meiryo UI" charset="0"/>
                        <a:ea typeface="Meiryo UI" charset="0"/>
                        <a:cs typeface="Meiryo UI" charset="0"/>
                      </a:endParaRPr>
                    </a:p>
                  </a:txBody>
                  <a:tcPr marL="41148" marR="41148" marT="41148" marB="41148" anchor="ctr">
                    <a:lnL w="6350" cap="flat" cmpd="sng" algn="ctr">
                      <a:solidFill>
                        <a:srgbClr val="C9D2E3"/>
                      </a:solidFill>
                      <a:prstDash val="solid"/>
                      <a:round/>
                      <a:headEnd type="none" w="med" len="med"/>
                      <a:tailEnd type="none" w="med" len="med"/>
                    </a:lnL>
                    <a:lnR w="6350" cap="flat" cmpd="sng" algn="ctr">
                      <a:solidFill>
                        <a:srgbClr val="C9D2E3"/>
                      </a:solidFill>
                      <a:prstDash val="solid"/>
                      <a:round/>
                      <a:headEnd type="none" w="med" len="med"/>
                      <a:tailEnd type="none" w="med" len="med"/>
                    </a:lnR>
                    <a:lnT w="6350" cap="flat" cmpd="sng" algn="ctr">
                      <a:solidFill>
                        <a:srgbClr val="C9D2E3"/>
                      </a:solidFill>
                      <a:prstDash val="solid"/>
                      <a:round/>
                      <a:headEnd type="none" w="med" len="med"/>
                      <a:tailEnd type="none" w="med" len="med"/>
                    </a:lnT>
                    <a:lnB w="6350" cap="flat" cmpd="sng" algn="ctr">
                      <a:solidFill>
                        <a:srgbClr val="C9D2E3"/>
                      </a:solidFill>
                      <a:prstDash val="solid"/>
                      <a:round/>
                      <a:headEnd type="none" w="med" len="med"/>
                      <a:tailEnd type="none" w="med" len="med"/>
                    </a:lnB>
                    <a:solidFill>
                      <a:srgbClr val="2E7D32"/>
                    </a:solidFill>
                  </a:tcPr>
                </a:tc>
                <a:tc>
                  <a:txBody>
                    <a:bodyPr/>
                    <a:lstStyle/>
                    <a:p>
                      <a:pPr algn="ctr" indent="0" marL="0">
                        <a:buNone/>
                      </a:pPr>
                      <a:endParaRPr lang="en-US" sz="900" dirty="0">
                        <a:latin typeface="Meiryo UI" charset="0"/>
                        <a:ea typeface="Meiryo UI" charset="0"/>
                        <a:cs typeface="Meiryo UI" charset="0"/>
                      </a:endParaRPr>
                    </a:p>
                  </a:txBody>
                  <a:tcPr marL="41148" marR="41148" marT="41148" marB="41148" anchor="ctr">
                    <a:lnL w="6350" cap="flat" cmpd="sng" algn="ctr">
                      <a:solidFill>
                        <a:srgbClr val="C9D2E3"/>
                      </a:solidFill>
                      <a:prstDash val="solid"/>
                      <a:round/>
                      <a:headEnd type="none" w="med" len="med"/>
                      <a:tailEnd type="none" w="med" len="med"/>
                    </a:lnL>
                    <a:lnR w="6350" cap="flat" cmpd="sng" algn="ctr">
                      <a:solidFill>
                        <a:srgbClr val="C9D2E3"/>
                      </a:solidFill>
                      <a:prstDash val="solid"/>
                      <a:round/>
                      <a:headEnd type="none" w="med" len="med"/>
                      <a:tailEnd type="none" w="med" len="med"/>
                    </a:lnR>
                    <a:lnT w="6350" cap="flat" cmpd="sng" algn="ctr">
                      <a:solidFill>
                        <a:srgbClr val="C9D2E3"/>
                      </a:solidFill>
                      <a:prstDash val="solid"/>
                      <a:round/>
                      <a:headEnd type="none" w="med" len="med"/>
                      <a:tailEnd type="none" w="med" len="med"/>
                    </a:lnT>
                    <a:lnB w="6350" cap="flat" cmpd="sng" algn="ctr">
                      <a:solidFill>
                        <a:srgbClr val="C9D2E3"/>
                      </a:solidFill>
                      <a:prstDash val="solid"/>
                      <a:round/>
                      <a:headEnd type="none" w="med" len="med"/>
                      <a:tailEnd type="none" w="med" len="med"/>
                    </a:lnB>
                    <a:solidFill>
                      <a:srgbClr val="2E7D32"/>
                    </a:solidFill>
                  </a:tcPr>
                </a:tc>
                <a:tc>
                  <a:txBody>
                    <a:bodyPr/>
                    <a:lstStyle/>
                    <a:p>
                      <a:pPr algn="ctr" indent="0" marL="0">
                        <a:buNone/>
                      </a:pPr>
                      <a:endParaRPr lang="en-US" sz="900" dirty="0">
                        <a:latin typeface="Meiryo UI" charset="0"/>
                        <a:ea typeface="Meiryo UI" charset="0"/>
                        <a:cs typeface="Meiryo UI" charset="0"/>
                      </a:endParaRPr>
                    </a:p>
                  </a:txBody>
                  <a:tcPr marL="41148" marR="41148" marT="41148" marB="41148" anchor="ctr">
                    <a:lnL w="6350" cap="flat" cmpd="sng" algn="ctr">
                      <a:solidFill>
                        <a:srgbClr val="C9D2E3"/>
                      </a:solidFill>
                      <a:prstDash val="solid"/>
                      <a:round/>
                      <a:headEnd type="none" w="med" len="med"/>
                      <a:tailEnd type="none" w="med" len="med"/>
                    </a:lnL>
                    <a:lnR w="6350" cap="flat" cmpd="sng" algn="ctr">
                      <a:solidFill>
                        <a:srgbClr val="C9D2E3"/>
                      </a:solidFill>
                      <a:prstDash val="solid"/>
                      <a:round/>
                      <a:headEnd type="none" w="med" len="med"/>
                      <a:tailEnd type="none" w="med" len="med"/>
                    </a:lnR>
                    <a:lnT w="6350" cap="flat" cmpd="sng" algn="ctr">
                      <a:solidFill>
                        <a:srgbClr val="C9D2E3"/>
                      </a:solidFill>
                      <a:prstDash val="solid"/>
                      <a:round/>
                      <a:headEnd type="none" w="med" len="med"/>
                      <a:tailEnd type="none" w="med" len="med"/>
                    </a:lnT>
                    <a:lnB w="6350" cap="flat" cmpd="sng" algn="ctr">
                      <a:solidFill>
                        <a:srgbClr val="C9D2E3"/>
                      </a:solidFill>
                      <a:prstDash val="solid"/>
                      <a:round/>
                      <a:headEnd type="none" w="med" len="med"/>
                      <a:tailEnd type="none" w="med" len="med"/>
                    </a:lnB>
                    <a:solidFill>
                      <a:srgbClr val="2E7D32"/>
                    </a:solidFill>
                  </a:tcPr>
                </a:tc>
                <a:tc>
                  <a:txBody>
                    <a:bodyPr/>
                    <a:lstStyle/>
                    <a:p>
                      <a:pPr algn="ctr" indent="0" marL="0">
                        <a:buNone/>
                      </a:pPr>
                      <a:endParaRPr lang="en-US" sz="900" dirty="0">
                        <a:latin typeface="Meiryo UI" charset="0"/>
                        <a:ea typeface="Meiryo UI" charset="0"/>
                        <a:cs typeface="Meiryo UI" charset="0"/>
                      </a:endParaRPr>
                    </a:p>
                  </a:txBody>
                  <a:tcPr marL="41148" marR="41148" marT="41148" marB="41148" anchor="ctr">
                    <a:lnL w="6350" cap="flat" cmpd="sng" algn="ctr">
                      <a:solidFill>
                        <a:srgbClr val="C9D2E3"/>
                      </a:solidFill>
                      <a:prstDash val="solid"/>
                      <a:round/>
                      <a:headEnd type="none" w="med" len="med"/>
                      <a:tailEnd type="none" w="med" len="med"/>
                    </a:lnL>
                    <a:lnR w="6350" cap="flat" cmpd="sng" algn="ctr">
                      <a:solidFill>
                        <a:srgbClr val="C9D2E3"/>
                      </a:solidFill>
                      <a:prstDash val="solid"/>
                      <a:round/>
                      <a:headEnd type="none" w="med" len="med"/>
                      <a:tailEnd type="none" w="med" len="med"/>
                    </a:lnR>
                    <a:lnT w="6350" cap="flat" cmpd="sng" algn="ctr">
                      <a:solidFill>
                        <a:srgbClr val="C9D2E3"/>
                      </a:solidFill>
                      <a:prstDash val="solid"/>
                      <a:round/>
                      <a:headEnd type="none" w="med" len="med"/>
                      <a:tailEnd type="none" w="med" len="med"/>
                    </a:lnT>
                    <a:lnB w="6350" cap="flat" cmpd="sng" algn="ctr">
                      <a:solidFill>
                        <a:srgbClr val="C9D2E3"/>
                      </a:solidFill>
                      <a:prstDash val="solid"/>
                      <a:round/>
                      <a:headEnd type="none" w="med" len="med"/>
                      <a:tailEnd type="none" w="med" len="med"/>
                    </a:lnB>
                    <a:solidFill>
                      <a:srgbClr val="2E7D32"/>
                    </a:solidFill>
                  </a:tcPr>
                </a:tc>
                <a:tc>
                  <a:txBody>
                    <a:bodyPr/>
                    <a:lstStyle/>
                    <a:p>
                      <a:pPr algn="ctr" indent="0" marL="0">
                        <a:buNone/>
                      </a:pPr>
                      <a:endParaRPr lang="en-US" sz="900" dirty="0">
                        <a:latin typeface="Meiryo UI" charset="0"/>
                        <a:ea typeface="Meiryo UI" charset="0"/>
                        <a:cs typeface="Meiryo UI" charset="0"/>
                      </a:endParaRPr>
                    </a:p>
                  </a:txBody>
                  <a:tcPr marL="41148" marR="41148" marT="41148" marB="41148" anchor="ctr">
                    <a:lnL w="6350" cap="flat" cmpd="sng" algn="ctr">
                      <a:solidFill>
                        <a:srgbClr val="C9D2E3"/>
                      </a:solidFill>
                      <a:prstDash val="solid"/>
                      <a:round/>
                      <a:headEnd type="none" w="med" len="med"/>
                      <a:tailEnd type="none" w="med" len="med"/>
                    </a:lnL>
                    <a:lnR w="6350" cap="flat" cmpd="sng" algn="ctr">
                      <a:solidFill>
                        <a:srgbClr val="C9D2E3"/>
                      </a:solidFill>
                      <a:prstDash val="solid"/>
                      <a:round/>
                      <a:headEnd type="none" w="med" len="med"/>
                      <a:tailEnd type="none" w="med" len="med"/>
                    </a:lnR>
                    <a:lnT w="6350" cap="flat" cmpd="sng" algn="ctr">
                      <a:solidFill>
                        <a:srgbClr val="C9D2E3"/>
                      </a:solidFill>
                      <a:prstDash val="solid"/>
                      <a:round/>
                      <a:headEnd type="none" w="med" len="med"/>
                      <a:tailEnd type="none" w="med" len="med"/>
                    </a:lnT>
                    <a:lnB w="6350" cap="flat" cmpd="sng" algn="ctr">
                      <a:solidFill>
                        <a:srgbClr val="C9D2E3"/>
                      </a:solidFill>
                      <a:prstDash val="solid"/>
                      <a:round/>
                      <a:headEnd type="none" w="med" len="med"/>
                      <a:tailEnd type="none" w="med" len="med"/>
                    </a:lnB>
                    <a:solidFill>
                      <a:srgbClr val="2E7D32"/>
                    </a:solidFill>
                  </a:tcPr>
                </a:tc>
              </a:tr>
              <a:tr h="230429">
                <a:tc>
                  <a:txBody>
                    <a:bodyPr/>
                    <a:lstStyle/>
                    <a:p>
                      <a:pPr algn="ctr" indent="0" marL="0">
                        <a:buNone/>
                      </a:pPr>
                      <a:r>
                        <a:rPr lang="en-US" sz="800" b="1" dirty="0">
                          <a:solidFill>
                            <a:srgbClr val="333333"/>
                          </a:solidFill>
                          <a:latin typeface="Meiryo UI" pitchFamily="34" charset="0"/>
                          <a:ea typeface="Meiryo UI" pitchFamily="34" charset="-122"/>
                          <a:cs typeface="Meiryo UI" pitchFamily="34" charset="-120"/>
                        </a:rPr>
                        <a:t>C1</a:t>
                      </a:r>
                      <a:endParaRPr lang="en-US" sz="800" dirty="0">
                        <a:latin typeface="Meiryo UI" charset="0"/>
                        <a:ea typeface="Meiryo UI" charset="0"/>
                        <a:cs typeface="Meiryo UI" charset="0"/>
                      </a:endParaRPr>
                    </a:p>
                  </a:txBody>
                  <a:tcPr marL="41148" marR="41148" marT="41148" marB="41148" anchor="ctr">
                    <a:lnL w="6350" cap="flat" cmpd="sng" algn="ctr">
                      <a:solidFill>
                        <a:srgbClr val="C9D2E3"/>
                      </a:solidFill>
                      <a:prstDash val="solid"/>
                      <a:round/>
                      <a:headEnd type="none" w="med" len="med"/>
                      <a:tailEnd type="none" w="med" len="med"/>
                    </a:lnL>
                    <a:lnR w="6350" cap="flat" cmpd="sng" algn="ctr">
                      <a:solidFill>
                        <a:srgbClr val="C9D2E3"/>
                      </a:solidFill>
                      <a:prstDash val="solid"/>
                      <a:round/>
                      <a:headEnd type="none" w="med" len="med"/>
                      <a:tailEnd type="none" w="med" len="med"/>
                    </a:lnR>
                    <a:lnT w="6350" cap="flat" cmpd="sng" algn="ctr">
                      <a:solidFill>
                        <a:srgbClr val="C9D2E3"/>
                      </a:solidFill>
                      <a:prstDash val="solid"/>
                      <a:round/>
                      <a:headEnd type="none" w="med" len="med"/>
                      <a:tailEnd type="none" w="med" len="med"/>
                    </a:lnT>
                    <a:lnB w="6350" cap="flat" cmpd="sng" algn="ctr">
                      <a:solidFill>
                        <a:srgbClr val="C9D2E3"/>
                      </a:solidFill>
                      <a:prstDash val="solid"/>
                      <a:round/>
                      <a:headEnd type="none" w="med" len="med"/>
                      <a:tailEnd type="none" w="med" len="med"/>
                    </a:lnB>
                  </a:tcPr>
                </a:tc>
                <a:tc>
                  <a:txBody>
                    <a:bodyPr/>
                    <a:lstStyle/>
                    <a:p>
                      <a:pPr algn="l" indent="0" marL="0">
                        <a:buNone/>
                      </a:pPr>
                      <a:r>
                        <a:rPr lang="en-US" sz="800" b="1" dirty="0">
                          <a:solidFill>
                            <a:srgbClr val="333333"/>
                          </a:solidFill>
                          <a:latin typeface="Meiryo UI" pitchFamily="34" charset="0"/>
                          <a:ea typeface="Meiryo UI" pitchFamily="34" charset="-122"/>
                          <a:cs typeface="Meiryo UI" pitchFamily="34" charset="-120"/>
                        </a:rPr>
                        <a:t>見積総額の妥当性</a:t>
                      </a:r>
                      <a:endParaRPr lang="en-US" sz="800" dirty="0">
                        <a:latin typeface="Meiryo UI" charset="0"/>
                        <a:ea typeface="Meiryo UI" charset="0"/>
                        <a:cs typeface="Meiryo UI" charset="0"/>
                      </a:endParaRPr>
                    </a:p>
                  </a:txBody>
                  <a:tcPr marL="41148" marR="41148" marT="41148" marB="41148" anchor="ctr">
                    <a:lnL w="6350" cap="flat" cmpd="sng" algn="ctr">
                      <a:solidFill>
                        <a:srgbClr val="C9D2E3"/>
                      </a:solidFill>
                      <a:prstDash val="solid"/>
                      <a:round/>
                      <a:headEnd type="none" w="med" len="med"/>
                      <a:tailEnd type="none" w="med" len="med"/>
                    </a:lnL>
                    <a:lnR w="6350" cap="flat" cmpd="sng" algn="ctr">
                      <a:solidFill>
                        <a:srgbClr val="C9D2E3"/>
                      </a:solidFill>
                      <a:prstDash val="solid"/>
                      <a:round/>
                      <a:headEnd type="none" w="med" len="med"/>
                      <a:tailEnd type="none" w="med" len="med"/>
                    </a:lnR>
                    <a:lnT w="6350" cap="flat" cmpd="sng" algn="ctr">
                      <a:solidFill>
                        <a:srgbClr val="C9D2E3"/>
                      </a:solidFill>
                      <a:prstDash val="solid"/>
                      <a:round/>
                      <a:headEnd type="none" w="med" len="med"/>
                      <a:tailEnd type="none" w="med" len="med"/>
                    </a:lnT>
                    <a:lnB w="6350" cap="flat" cmpd="sng" algn="ctr">
                      <a:solidFill>
                        <a:srgbClr val="C9D2E3"/>
                      </a:solidFill>
                      <a:prstDash val="solid"/>
                      <a:round/>
                      <a:headEnd type="none" w="med" len="med"/>
                      <a:tailEnd type="none" w="med" len="med"/>
                    </a:lnB>
                  </a:tcPr>
                </a:tc>
                <a:tc>
                  <a:txBody>
                    <a:bodyPr/>
                    <a:lstStyle/>
                    <a:p>
                      <a:pPr algn="l" indent="0" marL="0">
                        <a:buNone/>
                      </a:pPr>
                      <a:r>
                        <a:rPr lang="en-US" sz="750" dirty="0">
                          <a:solidFill>
                            <a:srgbClr val="333333"/>
                          </a:solidFill>
                          <a:latin typeface="Meiryo UI" pitchFamily="34" charset="0"/>
                          <a:ea typeface="Meiryo UI" pitchFamily="34" charset="-122"/>
                          <a:cs typeface="Meiryo UI" pitchFamily="34" charset="-120"/>
                        </a:rPr>
                        <a:t>3ヶ月スコープ・成果物10点に対し市場相場・投入体制と整合するか（極端な安値は実態確認のうえ減点）</a:t>
                      </a:r>
                      <a:endParaRPr lang="en-US" sz="750" dirty="0">
                        <a:latin typeface="Meiryo UI" charset="0"/>
                        <a:ea typeface="Meiryo UI" charset="0"/>
                        <a:cs typeface="Meiryo UI" charset="0"/>
                      </a:endParaRPr>
                    </a:p>
                  </a:txBody>
                  <a:tcPr marL="41148" marR="41148" marT="41148" marB="41148" anchor="ctr">
                    <a:lnL w="6350" cap="flat" cmpd="sng" algn="ctr">
                      <a:solidFill>
                        <a:srgbClr val="C9D2E3"/>
                      </a:solidFill>
                      <a:prstDash val="solid"/>
                      <a:round/>
                      <a:headEnd type="none" w="med" len="med"/>
                      <a:tailEnd type="none" w="med" len="med"/>
                    </a:lnL>
                    <a:lnR w="6350" cap="flat" cmpd="sng" algn="ctr">
                      <a:solidFill>
                        <a:srgbClr val="C9D2E3"/>
                      </a:solidFill>
                      <a:prstDash val="solid"/>
                      <a:round/>
                      <a:headEnd type="none" w="med" len="med"/>
                      <a:tailEnd type="none" w="med" len="med"/>
                    </a:lnR>
                    <a:lnT w="6350" cap="flat" cmpd="sng" algn="ctr">
                      <a:solidFill>
                        <a:srgbClr val="C9D2E3"/>
                      </a:solidFill>
                      <a:prstDash val="solid"/>
                      <a:round/>
                      <a:headEnd type="none" w="med" len="med"/>
                      <a:tailEnd type="none" w="med" len="med"/>
                    </a:lnT>
                    <a:lnB w="6350" cap="flat" cmpd="sng" algn="ctr">
                      <a:solidFill>
                        <a:srgbClr val="C9D2E3"/>
                      </a:solidFill>
                      <a:prstDash val="solid"/>
                      <a:round/>
                      <a:headEnd type="none" w="med" len="med"/>
                      <a:tailEnd type="none" w="med" len="med"/>
                    </a:lnB>
                  </a:tcPr>
                </a:tc>
                <a:tc>
                  <a:txBody>
                    <a:bodyPr/>
                    <a:lstStyle/>
                    <a:p>
                      <a:pPr algn="ctr" indent="0" marL="0">
                        <a:buNone/>
                      </a:pPr>
                      <a:r>
                        <a:rPr lang="en-US" sz="800" b="1" dirty="0">
                          <a:solidFill>
                            <a:srgbClr val="333333"/>
                          </a:solidFill>
                          <a:latin typeface="Meiryo UI" pitchFamily="34" charset="0"/>
                          <a:ea typeface="Meiryo UI" pitchFamily="34" charset="-122"/>
                          <a:cs typeface="Meiryo UI" pitchFamily="34" charset="-120"/>
                        </a:rPr>
                        <a:t>6</a:t>
                      </a:r>
                      <a:endParaRPr lang="en-US" sz="800" dirty="0">
                        <a:latin typeface="Meiryo UI" charset="0"/>
                        <a:ea typeface="Meiryo UI" charset="0"/>
                        <a:cs typeface="Meiryo UI" charset="0"/>
                      </a:endParaRPr>
                    </a:p>
                  </a:txBody>
                  <a:tcPr marL="41148" marR="41148" marT="41148" marB="41148" anchor="ctr">
                    <a:lnL w="6350" cap="flat" cmpd="sng" algn="ctr">
                      <a:solidFill>
                        <a:srgbClr val="C9D2E3"/>
                      </a:solidFill>
                      <a:prstDash val="solid"/>
                      <a:round/>
                      <a:headEnd type="none" w="med" len="med"/>
                      <a:tailEnd type="none" w="med" len="med"/>
                    </a:lnL>
                    <a:lnR w="6350" cap="flat" cmpd="sng" algn="ctr">
                      <a:solidFill>
                        <a:srgbClr val="C9D2E3"/>
                      </a:solidFill>
                      <a:prstDash val="solid"/>
                      <a:round/>
                      <a:headEnd type="none" w="med" len="med"/>
                      <a:tailEnd type="none" w="med" len="med"/>
                    </a:lnR>
                    <a:lnT w="6350" cap="flat" cmpd="sng" algn="ctr">
                      <a:solidFill>
                        <a:srgbClr val="C9D2E3"/>
                      </a:solidFill>
                      <a:prstDash val="solid"/>
                      <a:round/>
                      <a:headEnd type="none" w="med" len="med"/>
                      <a:tailEnd type="none" w="med" len="med"/>
                    </a:lnT>
                    <a:lnB w="6350" cap="flat" cmpd="sng" algn="ctr">
                      <a:solidFill>
                        <a:srgbClr val="C9D2E3"/>
                      </a:solidFill>
                      <a:prstDash val="solid"/>
                      <a:round/>
                      <a:headEnd type="none" w="med" len="med"/>
                      <a:tailEnd type="none" w="med" len="med"/>
                    </a:lnB>
                  </a:tcPr>
                </a:tc>
                <a:tc>
                  <a:txBody>
                    <a:bodyPr/>
                    <a:lstStyle/>
                    <a:p>
                      <a:pPr algn="ctr" indent="0" marL="0">
                        <a:buNone/>
                      </a:pPr>
                      <a:endParaRPr lang="en-US" sz="800" dirty="0">
                        <a:latin typeface="Meiryo UI" charset="0"/>
                        <a:ea typeface="Meiryo UI" charset="0"/>
                        <a:cs typeface="Meiryo UI" charset="0"/>
                      </a:endParaRPr>
                    </a:p>
                  </a:txBody>
                  <a:tcPr marL="41148" marR="41148" marT="41148" marB="41148" anchor="ctr">
                    <a:lnL w="6350" cap="flat" cmpd="sng" algn="ctr">
                      <a:solidFill>
                        <a:srgbClr val="C9D2E3"/>
                      </a:solidFill>
                      <a:prstDash val="solid"/>
                      <a:round/>
                      <a:headEnd type="none" w="med" len="med"/>
                      <a:tailEnd type="none" w="med" len="med"/>
                    </a:lnL>
                    <a:lnR w="6350" cap="flat" cmpd="sng" algn="ctr">
                      <a:solidFill>
                        <a:srgbClr val="C9D2E3"/>
                      </a:solidFill>
                      <a:prstDash val="solid"/>
                      <a:round/>
                      <a:headEnd type="none" w="med" len="med"/>
                      <a:tailEnd type="none" w="med" len="med"/>
                    </a:lnR>
                    <a:lnT w="6350" cap="flat" cmpd="sng" algn="ctr">
                      <a:solidFill>
                        <a:srgbClr val="C9D2E3"/>
                      </a:solidFill>
                      <a:prstDash val="solid"/>
                      <a:round/>
                      <a:headEnd type="none" w="med" len="med"/>
                      <a:tailEnd type="none" w="med" len="med"/>
                    </a:lnT>
                    <a:lnB w="6350" cap="flat" cmpd="sng" algn="ctr">
                      <a:solidFill>
                        <a:srgbClr val="C9D2E3"/>
                      </a:solidFill>
                      <a:prstDash val="solid"/>
                      <a:round/>
                      <a:headEnd type="none" w="med" len="med"/>
                      <a:tailEnd type="none" w="med" len="med"/>
                    </a:lnB>
                    <a:solidFill>
                      <a:srgbClr val="FDFEFF"/>
                    </a:solidFill>
                  </a:tcPr>
                </a:tc>
                <a:tc>
                  <a:txBody>
                    <a:bodyPr/>
                    <a:lstStyle/>
                    <a:p>
                      <a:pPr algn="ctr" indent="0" marL="0">
                        <a:buNone/>
                      </a:pPr>
                      <a:endParaRPr lang="en-US" sz="800" dirty="0">
                        <a:latin typeface="Meiryo UI" charset="0"/>
                        <a:ea typeface="Meiryo UI" charset="0"/>
                        <a:cs typeface="Meiryo UI" charset="0"/>
                      </a:endParaRPr>
                    </a:p>
                  </a:txBody>
                  <a:tcPr marL="41148" marR="41148" marT="41148" marB="41148" anchor="ctr">
                    <a:lnL w="6350" cap="flat" cmpd="sng" algn="ctr">
                      <a:solidFill>
                        <a:srgbClr val="C9D2E3"/>
                      </a:solidFill>
                      <a:prstDash val="solid"/>
                      <a:round/>
                      <a:headEnd type="none" w="med" len="med"/>
                      <a:tailEnd type="none" w="med" len="med"/>
                    </a:lnL>
                    <a:lnR w="6350" cap="flat" cmpd="sng" algn="ctr">
                      <a:solidFill>
                        <a:srgbClr val="C9D2E3"/>
                      </a:solidFill>
                      <a:prstDash val="solid"/>
                      <a:round/>
                      <a:headEnd type="none" w="med" len="med"/>
                      <a:tailEnd type="none" w="med" len="med"/>
                    </a:lnR>
                    <a:lnT w="6350" cap="flat" cmpd="sng" algn="ctr">
                      <a:solidFill>
                        <a:srgbClr val="C9D2E3"/>
                      </a:solidFill>
                      <a:prstDash val="solid"/>
                      <a:round/>
                      <a:headEnd type="none" w="med" len="med"/>
                      <a:tailEnd type="none" w="med" len="med"/>
                    </a:lnT>
                    <a:lnB w="6350" cap="flat" cmpd="sng" algn="ctr">
                      <a:solidFill>
                        <a:srgbClr val="C9D2E3"/>
                      </a:solidFill>
                      <a:prstDash val="solid"/>
                      <a:round/>
                      <a:headEnd type="none" w="med" len="med"/>
                      <a:tailEnd type="none" w="med" len="med"/>
                    </a:lnB>
                    <a:solidFill>
                      <a:srgbClr val="FDFEFF"/>
                    </a:solidFill>
                  </a:tcPr>
                </a:tc>
                <a:tc>
                  <a:txBody>
                    <a:bodyPr/>
                    <a:lstStyle/>
                    <a:p>
                      <a:pPr algn="ctr" indent="0" marL="0">
                        <a:buNone/>
                      </a:pPr>
                      <a:endParaRPr lang="en-US" sz="800" dirty="0">
                        <a:latin typeface="Meiryo UI" charset="0"/>
                        <a:ea typeface="Meiryo UI" charset="0"/>
                        <a:cs typeface="Meiryo UI" charset="0"/>
                      </a:endParaRPr>
                    </a:p>
                  </a:txBody>
                  <a:tcPr marL="41148" marR="41148" marT="41148" marB="41148" anchor="ctr">
                    <a:lnL w="6350" cap="flat" cmpd="sng" algn="ctr">
                      <a:solidFill>
                        <a:srgbClr val="C9D2E3"/>
                      </a:solidFill>
                      <a:prstDash val="solid"/>
                      <a:round/>
                      <a:headEnd type="none" w="med" len="med"/>
                      <a:tailEnd type="none" w="med" len="med"/>
                    </a:lnL>
                    <a:lnR w="6350" cap="flat" cmpd="sng" algn="ctr">
                      <a:solidFill>
                        <a:srgbClr val="C9D2E3"/>
                      </a:solidFill>
                      <a:prstDash val="solid"/>
                      <a:round/>
                      <a:headEnd type="none" w="med" len="med"/>
                      <a:tailEnd type="none" w="med" len="med"/>
                    </a:lnR>
                    <a:lnT w="6350" cap="flat" cmpd="sng" algn="ctr">
                      <a:solidFill>
                        <a:srgbClr val="C9D2E3"/>
                      </a:solidFill>
                      <a:prstDash val="solid"/>
                      <a:round/>
                      <a:headEnd type="none" w="med" len="med"/>
                      <a:tailEnd type="none" w="med" len="med"/>
                    </a:lnT>
                    <a:lnB w="6350" cap="flat" cmpd="sng" algn="ctr">
                      <a:solidFill>
                        <a:srgbClr val="C9D2E3"/>
                      </a:solidFill>
                      <a:prstDash val="solid"/>
                      <a:round/>
                      <a:headEnd type="none" w="med" len="med"/>
                      <a:tailEnd type="none" w="med" len="med"/>
                    </a:lnB>
                    <a:solidFill>
                      <a:srgbClr val="FDFEFF"/>
                    </a:solidFill>
                  </a:tcPr>
                </a:tc>
                <a:tc>
                  <a:txBody>
                    <a:bodyPr/>
                    <a:lstStyle/>
                    <a:p>
                      <a:pPr algn="ctr" indent="0" marL="0">
                        <a:buNone/>
                      </a:pPr>
                      <a:endParaRPr lang="en-US" sz="800" dirty="0">
                        <a:latin typeface="Meiryo UI" charset="0"/>
                        <a:ea typeface="Meiryo UI" charset="0"/>
                        <a:cs typeface="Meiryo UI" charset="0"/>
                      </a:endParaRPr>
                    </a:p>
                  </a:txBody>
                  <a:tcPr marL="41148" marR="41148" marT="41148" marB="41148" anchor="ctr">
                    <a:lnL w="6350" cap="flat" cmpd="sng" algn="ctr">
                      <a:solidFill>
                        <a:srgbClr val="C9D2E3"/>
                      </a:solidFill>
                      <a:prstDash val="solid"/>
                      <a:round/>
                      <a:headEnd type="none" w="med" len="med"/>
                      <a:tailEnd type="none" w="med" len="med"/>
                    </a:lnL>
                    <a:lnR w="6350" cap="flat" cmpd="sng" algn="ctr">
                      <a:solidFill>
                        <a:srgbClr val="C9D2E3"/>
                      </a:solidFill>
                      <a:prstDash val="solid"/>
                      <a:round/>
                      <a:headEnd type="none" w="med" len="med"/>
                      <a:tailEnd type="none" w="med" len="med"/>
                    </a:lnR>
                    <a:lnT w="6350" cap="flat" cmpd="sng" algn="ctr">
                      <a:solidFill>
                        <a:srgbClr val="C9D2E3"/>
                      </a:solidFill>
                      <a:prstDash val="solid"/>
                      <a:round/>
                      <a:headEnd type="none" w="med" len="med"/>
                      <a:tailEnd type="none" w="med" len="med"/>
                    </a:lnT>
                    <a:lnB w="6350" cap="flat" cmpd="sng" algn="ctr">
                      <a:solidFill>
                        <a:srgbClr val="C9D2E3"/>
                      </a:solidFill>
                      <a:prstDash val="solid"/>
                      <a:round/>
                      <a:headEnd type="none" w="med" len="med"/>
                      <a:tailEnd type="none" w="med" len="med"/>
                    </a:lnB>
                    <a:solidFill>
                      <a:srgbClr val="FDFEFF"/>
                    </a:solidFill>
                  </a:tcPr>
                </a:tc>
                <a:tc>
                  <a:txBody>
                    <a:bodyPr/>
                    <a:lstStyle/>
                    <a:p>
                      <a:pPr algn="ctr" indent="0" marL="0">
                        <a:buNone/>
                      </a:pPr>
                      <a:endParaRPr lang="en-US" sz="800" dirty="0">
                        <a:latin typeface="Meiryo UI" charset="0"/>
                        <a:ea typeface="Meiryo UI" charset="0"/>
                        <a:cs typeface="Meiryo UI" charset="0"/>
                      </a:endParaRPr>
                    </a:p>
                  </a:txBody>
                  <a:tcPr marL="41148" marR="41148" marT="41148" marB="41148" anchor="ctr">
                    <a:lnL w="6350" cap="flat" cmpd="sng" algn="ctr">
                      <a:solidFill>
                        <a:srgbClr val="C9D2E3"/>
                      </a:solidFill>
                      <a:prstDash val="solid"/>
                      <a:round/>
                      <a:headEnd type="none" w="med" len="med"/>
                      <a:tailEnd type="none" w="med" len="med"/>
                    </a:lnL>
                    <a:lnR w="6350" cap="flat" cmpd="sng" algn="ctr">
                      <a:solidFill>
                        <a:srgbClr val="C9D2E3"/>
                      </a:solidFill>
                      <a:prstDash val="solid"/>
                      <a:round/>
                      <a:headEnd type="none" w="med" len="med"/>
                      <a:tailEnd type="none" w="med" len="med"/>
                    </a:lnR>
                    <a:lnT w="6350" cap="flat" cmpd="sng" algn="ctr">
                      <a:solidFill>
                        <a:srgbClr val="C9D2E3"/>
                      </a:solidFill>
                      <a:prstDash val="solid"/>
                      <a:round/>
                      <a:headEnd type="none" w="med" len="med"/>
                      <a:tailEnd type="none" w="med" len="med"/>
                    </a:lnT>
                    <a:lnB w="6350" cap="flat" cmpd="sng" algn="ctr">
                      <a:solidFill>
                        <a:srgbClr val="C9D2E3"/>
                      </a:solidFill>
                      <a:prstDash val="solid"/>
                      <a:round/>
                      <a:headEnd type="none" w="med" len="med"/>
                      <a:tailEnd type="none" w="med" len="med"/>
                    </a:lnB>
                    <a:solidFill>
                      <a:srgbClr val="FDFEFF"/>
                    </a:solidFill>
                  </a:tcPr>
                </a:tc>
                <a:tc>
                  <a:txBody>
                    <a:bodyPr/>
                    <a:lstStyle/>
                    <a:p>
                      <a:pPr algn="ctr" indent="0" marL="0">
                        <a:buNone/>
                      </a:pPr>
                      <a:endParaRPr lang="en-US" sz="800" dirty="0">
                        <a:latin typeface="Meiryo UI" charset="0"/>
                        <a:ea typeface="Meiryo UI" charset="0"/>
                        <a:cs typeface="Meiryo UI" charset="0"/>
                      </a:endParaRPr>
                    </a:p>
                  </a:txBody>
                  <a:tcPr marL="41148" marR="41148" marT="41148" marB="41148" anchor="ctr">
                    <a:lnL w="6350" cap="flat" cmpd="sng" algn="ctr">
                      <a:solidFill>
                        <a:srgbClr val="C9D2E3"/>
                      </a:solidFill>
                      <a:prstDash val="solid"/>
                      <a:round/>
                      <a:headEnd type="none" w="med" len="med"/>
                      <a:tailEnd type="none" w="med" len="med"/>
                    </a:lnL>
                    <a:lnR w="6350" cap="flat" cmpd="sng" algn="ctr">
                      <a:solidFill>
                        <a:srgbClr val="C9D2E3"/>
                      </a:solidFill>
                      <a:prstDash val="solid"/>
                      <a:round/>
                      <a:headEnd type="none" w="med" len="med"/>
                      <a:tailEnd type="none" w="med" len="med"/>
                    </a:lnR>
                    <a:lnT w="6350" cap="flat" cmpd="sng" algn="ctr">
                      <a:solidFill>
                        <a:srgbClr val="C9D2E3"/>
                      </a:solidFill>
                      <a:prstDash val="solid"/>
                      <a:round/>
                      <a:headEnd type="none" w="med" len="med"/>
                      <a:tailEnd type="none" w="med" len="med"/>
                    </a:lnT>
                    <a:lnB w="6350" cap="flat" cmpd="sng" algn="ctr">
                      <a:solidFill>
                        <a:srgbClr val="C9D2E3"/>
                      </a:solidFill>
                      <a:prstDash val="solid"/>
                      <a:round/>
                      <a:headEnd type="none" w="med" len="med"/>
                      <a:tailEnd type="none" w="med" len="med"/>
                    </a:lnB>
                    <a:solidFill>
                      <a:srgbClr val="FDFEFF"/>
                    </a:solidFill>
                  </a:tcPr>
                </a:tc>
              </a:tr>
              <a:tr h="230429">
                <a:tc>
                  <a:txBody>
                    <a:bodyPr/>
                    <a:lstStyle/>
                    <a:p>
                      <a:pPr algn="ctr" indent="0" marL="0">
                        <a:buNone/>
                      </a:pPr>
                      <a:r>
                        <a:rPr lang="en-US" sz="800" b="1" dirty="0">
                          <a:solidFill>
                            <a:srgbClr val="333333"/>
                          </a:solidFill>
                          <a:latin typeface="Meiryo UI" pitchFamily="34" charset="0"/>
                          <a:ea typeface="Meiryo UI" pitchFamily="34" charset="-122"/>
                          <a:cs typeface="Meiryo UI" pitchFamily="34" charset="-120"/>
                        </a:rPr>
                        <a:t>C2</a:t>
                      </a:r>
                      <a:endParaRPr lang="en-US" sz="800" dirty="0">
                        <a:latin typeface="Meiryo UI" charset="0"/>
                        <a:ea typeface="Meiryo UI" charset="0"/>
                        <a:cs typeface="Meiryo UI" charset="0"/>
                      </a:endParaRPr>
                    </a:p>
                  </a:txBody>
                  <a:tcPr marL="41148" marR="41148" marT="41148" marB="41148" anchor="ctr">
                    <a:lnL w="6350" cap="flat" cmpd="sng" algn="ctr">
                      <a:solidFill>
                        <a:srgbClr val="C9D2E3"/>
                      </a:solidFill>
                      <a:prstDash val="solid"/>
                      <a:round/>
                      <a:headEnd type="none" w="med" len="med"/>
                      <a:tailEnd type="none" w="med" len="med"/>
                    </a:lnL>
                    <a:lnR w="6350" cap="flat" cmpd="sng" algn="ctr">
                      <a:solidFill>
                        <a:srgbClr val="C9D2E3"/>
                      </a:solidFill>
                      <a:prstDash val="solid"/>
                      <a:round/>
                      <a:headEnd type="none" w="med" len="med"/>
                      <a:tailEnd type="none" w="med" len="med"/>
                    </a:lnR>
                    <a:lnT w="6350" cap="flat" cmpd="sng" algn="ctr">
                      <a:solidFill>
                        <a:srgbClr val="C9D2E3"/>
                      </a:solidFill>
                      <a:prstDash val="solid"/>
                      <a:round/>
                      <a:headEnd type="none" w="med" len="med"/>
                      <a:tailEnd type="none" w="med" len="med"/>
                    </a:lnT>
                    <a:lnB w="6350" cap="flat" cmpd="sng" algn="ctr">
                      <a:solidFill>
                        <a:srgbClr val="C9D2E3"/>
                      </a:solidFill>
                      <a:prstDash val="solid"/>
                      <a:round/>
                      <a:headEnd type="none" w="med" len="med"/>
                      <a:tailEnd type="none" w="med" len="med"/>
                    </a:lnB>
                  </a:tcPr>
                </a:tc>
                <a:tc>
                  <a:txBody>
                    <a:bodyPr/>
                    <a:lstStyle/>
                    <a:p>
                      <a:pPr algn="l" indent="0" marL="0">
                        <a:buNone/>
                      </a:pPr>
                      <a:r>
                        <a:rPr lang="en-US" sz="800" b="1" dirty="0">
                          <a:solidFill>
                            <a:srgbClr val="333333"/>
                          </a:solidFill>
                          <a:latin typeface="Meiryo UI" pitchFamily="34" charset="0"/>
                          <a:ea typeface="Meiryo UI" pitchFamily="34" charset="-122"/>
                          <a:cs typeface="Meiryo UI" pitchFamily="34" charset="-120"/>
                        </a:rPr>
                        <a:t>工数・単価の透明性</a:t>
                      </a:r>
                      <a:endParaRPr lang="en-US" sz="800" dirty="0">
                        <a:latin typeface="Meiryo UI" charset="0"/>
                        <a:ea typeface="Meiryo UI" charset="0"/>
                        <a:cs typeface="Meiryo UI" charset="0"/>
                      </a:endParaRPr>
                    </a:p>
                  </a:txBody>
                  <a:tcPr marL="41148" marR="41148" marT="41148" marB="41148" anchor="ctr">
                    <a:lnL w="6350" cap="flat" cmpd="sng" algn="ctr">
                      <a:solidFill>
                        <a:srgbClr val="C9D2E3"/>
                      </a:solidFill>
                      <a:prstDash val="solid"/>
                      <a:round/>
                      <a:headEnd type="none" w="med" len="med"/>
                      <a:tailEnd type="none" w="med" len="med"/>
                    </a:lnL>
                    <a:lnR w="6350" cap="flat" cmpd="sng" algn="ctr">
                      <a:solidFill>
                        <a:srgbClr val="C9D2E3"/>
                      </a:solidFill>
                      <a:prstDash val="solid"/>
                      <a:round/>
                      <a:headEnd type="none" w="med" len="med"/>
                      <a:tailEnd type="none" w="med" len="med"/>
                    </a:lnR>
                    <a:lnT w="6350" cap="flat" cmpd="sng" algn="ctr">
                      <a:solidFill>
                        <a:srgbClr val="C9D2E3"/>
                      </a:solidFill>
                      <a:prstDash val="solid"/>
                      <a:round/>
                      <a:headEnd type="none" w="med" len="med"/>
                      <a:tailEnd type="none" w="med" len="med"/>
                    </a:lnT>
                    <a:lnB w="6350" cap="flat" cmpd="sng" algn="ctr">
                      <a:solidFill>
                        <a:srgbClr val="C9D2E3"/>
                      </a:solidFill>
                      <a:prstDash val="solid"/>
                      <a:round/>
                      <a:headEnd type="none" w="med" len="med"/>
                      <a:tailEnd type="none" w="med" len="med"/>
                    </a:lnB>
                  </a:tcPr>
                </a:tc>
                <a:tc>
                  <a:txBody>
                    <a:bodyPr/>
                    <a:lstStyle/>
                    <a:p>
                      <a:pPr algn="l" indent="0" marL="0">
                        <a:buNone/>
                      </a:pPr>
                      <a:r>
                        <a:rPr lang="en-US" sz="750" dirty="0">
                          <a:solidFill>
                            <a:srgbClr val="333333"/>
                          </a:solidFill>
                          <a:latin typeface="Meiryo UI" pitchFamily="34" charset="0"/>
                          <a:ea typeface="Meiryo UI" pitchFamily="34" charset="-122"/>
                          <a:cs typeface="Meiryo UI" pitchFamily="34" charset="-120"/>
                        </a:rPr>
                        <a:t>ランク別単価×人数×稼働率×期間の内訳が開示され、WBSのタスクと工数の対応を検証できるか</a:t>
                      </a:r>
                      <a:endParaRPr lang="en-US" sz="750" dirty="0">
                        <a:latin typeface="Meiryo UI" charset="0"/>
                        <a:ea typeface="Meiryo UI" charset="0"/>
                        <a:cs typeface="Meiryo UI" charset="0"/>
                      </a:endParaRPr>
                    </a:p>
                  </a:txBody>
                  <a:tcPr marL="41148" marR="41148" marT="41148" marB="41148" anchor="ctr">
                    <a:lnL w="6350" cap="flat" cmpd="sng" algn="ctr">
                      <a:solidFill>
                        <a:srgbClr val="C9D2E3"/>
                      </a:solidFill>
                      <a:prstDash val="solid"/>
                      <a:round/>
                      <a:headEnd type="none" w="med" len="med"/>
                      <a:tailEnd type="none" w="med" len="med"/>
                    </a:lnL>
                    <a:lnR w="6350" cap="flat" cmpd="sng" algn="ctr">
                      <a:solidFill>
                        <a:srgbClr val="C9D2E3"/>
                      </a:solidFill>
                      <a:prstDash val="solid"/>
                      <a:round/>
                      <a:headEnd type="none" w="med" len="med"/>
                      <a:tailEnd type="none" w="med" len="med"/>
                    </a:lnR>
                    <a:lnT w="6350" cap="flat" cmpd="sng" algn="ctr">
                      <a:solidFill>
                        <a:srgbClr val="C9D2E3"/>
                      </a:solidFill>
                      <a:prstDash val="solid"/>
                      <a:round/>
                      <a:headEnd type="none" w="med" len="med"/>
                      <a:tailEnd type="none" w="med" len="med"/>
                    </a:lnT>
                    <a:lnB w="6350" cap="flat" cmpd="sng" algn="ctr">
                      <a:solidFill>
                        <a:srgbClr val="C9D2E3"/>
                      </a:solidFill>
                      <a:prstDash val="solid"/>
                      <a:round/>
                      <a:headEnd type="none" w="med" len="med"/>
                      <a:tailEnd type="none" w="med" len="med"/>
                    </a:lnB>
                  </a:tcPr>
                </a:tc>
                <a:tc>
                  <a:txBody>
                    <a:bodyPr/>
                    <a:lstStyle/>
                    <a:p>
                      <a:pPr algn="ctr" indent="0" marL="0">
                        <a:buNone/>
                      </a:pPr>
                      <a:r>
                        <a:rPr lang="en-US" sz="800" b="1" dirty="0">
                          <a:solidFill>
                            <a:srgbClr val="333333"/>
                          </a:solidFill>
                          <a:latin typeface="Meiryo UI" pitchFamily="34" charset="0"/>
                          <a:ea typeface="Meiryo UI" pitchFamily="34" charset="-122"/>
                          <a:cs typeface="Meiryo UI" pitchFamily="34" charset="-120"/>
                        </a:rPr>
                        <a:t>6</a:t>
                      </a:r>
                      <a:endParaRPr lang="en-US" sz="800" dirty="0">
                        <a:latin typeface="Meiryo UI" charset="0"/>
                        <a:ea typeface="Meiryo UI" charset="0"/>
                        <a:cs typeface="Meiryo UI" charset="0"/>
                      </a:endParaRPr>
                    </a:p>
                  </a:txBody>
                  <a:tcPr marL="41148" marR="41148" marT="41148" marB="41148" anchor="ctr">
                    <a:lnL w="6350" cap="flat" cmpd="sng" algn="ctr">
                      <a:solidFill>
                        <a:srgbClr val="C9D2E3"/>
                      </a:solidFill>
                      <a:prstDash val="solid"/>
                      <a:round/>
                      <a:headEnd type="none" w="med" len="med"/>
                      <a:tailEnd type="none" w="med" len="med"/>
                    </a:lnL>
                    <a:lnR w="6350" cap="flat" cmpd="sng" algn="ctr">
                      <a:solidFill>
                        <a:srgbClr val="C9D2E3"/>
                      </a:solidFill>
                      <a:prstDash val="solid"/>
                      <a:round/>
                      <a:headEnd type="none" w="med" len="med"/>
                      <a:tailEnd type="none" w="med" len="med"/>
                    </a:lnR>
                    <a:lnT w="6350" cap="flat" cmpd="sng" algn="ctr">
                      <a:solidFill>
                        <a:srgbClr val="C9D2E3"/>
                      </a:solidFill>
                      <a:prstDash val="solid"/>
                      <a:round/>
                      <a:headEnd type="none" w="med" len="med"/>
                      <a:tailEnd type="none" w="med" len="med"/>
                    </a:lnT>
                    <a:lnB w="6350" cap="flat" cmpd="sng" algn="ctr">
                      <a:solidFill>
                        <a:srgbClr val="C9D2E3"/>
                      </a:solidFill>
                      <a:prstDash val="solid"/>
                      <a:round/>
                      <a:headEnd type="none" w="med" len="med"/>
                      <a:tailEnd type="none" w="med" len="med"/>
                    </a:lnB>
                  </a:tcPr>
                </a:tc>
                <a:tc>
                  <a:txBody>
                    <a:bodyPr/>
                    <a:lstStyle/>
                    <a:p>
                      <a:pPr algn="ctr" indent="0" marL="0">
                        <a:buNone/>
                      </a:pPr>
                      <a:endParaRPr lang="en-US" sz="800" dirty="0">
                        <a:latin typeface="Meiryo UI" charset="0"/>
                        <a:ea typeface="Meiryo UI" charset="0"/>
                        <a:cs typeface="Meiryo UI" charset="0"/>
                      </a:endParaRPr>
                    </a:p>
                  </a:txBody>
                  <a:tcPr marL="41148" marR="41148" marT="41148" marB="41148" anchor="ctr">
                    <a:lnL w="6350" cap="flat" cmpd="sng" algn="ctr">
                      <a:solidFill>
                        <a:srgbClr val="C9D2E3"/>
                      </a:solidFill>
                      <a:prstDash val="solid"/>
                      <a:round/>
                      <a:headEnd type="none" w="med" len="med"/>
                      <a:tailEnd type="none" w="med" len="med"/>
                    </a:lnL>
                    <a:lnR w="6350" cap="flat" cmpd="sng" algn="ctr">
                      <a:solidFill>
                        <a:srgbClr val="C9D2E3"/>
                      </a:solidFill>
                      <a:prstDash val="solid"/>
                      <a:round/>
                      <a:headEnd type="none" w="med" len="med"/>
                      <a:tailEnd type="none" w="med" len="med"/>
                    </a:lnR>
                    <a:lnT w="6350" cap="flat" cmpd="sng" algn="ctr">
                      <a:solidFill>
                        <a:srgbClr val="C9D2E3"/>
                      </a:solidFill>
                      <a:prstDash val="solid"/>
                      <a:round/>
                      <a:headEnd type="none" w="med" len="med"/>
                      <a:tailEnd type="none" w="med" len="med"/>
                    </a:lnT>
                    <a:lnB w="6350" cap="flat" cmpd="sng" algn="ctr">
                      <a:solidFill>
                        <a:srgbClr val="C9D2E3"/>
                      </a:solidFill>
                      <a:prstDash val="solid"/>
                      <a:round/>
                      <a:headEnd type="none" w="med" len="med"/>
                      <a:tailEnd type="none" w="med" len="med"/>
                    </a:lnB>
                    <a:solidFill>
                      <a:srgbClr val="FDFEFF"/>
                    </a:solidFill>
                  </a:tcPr>
                </a:tc>
                <a:tc>
                  <a:txBody>
                    <a:bodyPr/>
                    <a:lstStyle/>
                    <a:p>
                      <a:pPr algn="ctr" indent="0" marL="0">
                        <a:buNone/>
                      </a:pPr>
                      <a:endParaRPr lang="en-US" sz="800" dirty="0">
                        <a:latin typeface="Meiryo UI" charset="0"/>
                        <a:ea typeface="Meiryo UI" charset="0"/>
                        <a:cs typeface="Meiryo UI" charset="0"/>
                      </a:endParaRPr>
                    </a:p>
                  </a:txBody>
                  <a:tcPr marL="41148" marR="41148" marT="41148" marB="41148" anchor="ctr">
                    <a:lnL w="6350" cap="flat" cmpd="sng" algn="ctr">
                      <a:solidFill>
                        <a:srgbClr val="C9D2E3"/>
                      </a:solidFill>
                      <a:prstDash val="solid"/>
                      <a:round/>
                      <a:headEnd type="none" w="med" len="med"/>
                      <a:tailEnd type="none" w="med" len="med"/>
                    </a:lnL>
                    <a:lnR w="6350" cap="flat" cmpd="sng" algn="ctr">
                      <a:solidFill>
                        <a:srgbClr val="C9D2E3"/>
                      </a:solidFill>
                      <a:prstDash val="solid"/>
                      <a:round/>
                      <a:headEnd type="none" w="med" len="med"/>
                      <a:tailEnd type="none" w="med" len="med"/>
                    </a:lnR>
                    <a:lnT w="6350" cap="flat" cmpd="sng" algn="ctr">
                      <a:solidFill>
                        <a:srgbClr val="C9D2E3"/>
                      </a:solidFill>
                      <a:prstDash val="solid"/>
                      <a:round/>
                      <a:headEnd type="none" w="med" len="med"/>
                      <a:tailEnd type="none" w="med" len="med"/>
                    </a:lnT>
                    <a:lnB w="6350" cap="flat" cmpd="sng" algn="ctr">
                      <a:solidFill>
                        <a:srgbClr val="C9D2E3"/>
                      </a:solidFill>
                      <a:prstDash val="solid"/>
                      <a:round/>
                      <a:headEnd type="none" w="med" len="med"/>
                      <a:tailEnd type="none" w="med" len="med"/>
                    </a:lnB>
                    <a:solidFill>
                      <a:srgbClr val="FDFEFF"/>
                    </a:solidFill>
                  </a:tcPr>
                </a:tc>
                <a:tc>
                  <a:txBody>
                    <a:bodyPr/>
                    <a:lstStyle/>
                    <a:p>
                      <a:pPr algn="ctr" indent="0" marL="0">
                        <a:buNone/>
                      </a:pPr>
                      <a:endParaRPr lang="en-US" sz="800" dirty="0">
                        <a:latin typeface="Meiryo UI" charset="0"/>
                        <a:ea typeface="Meiryo UI" charset="0"/>
                        <a:cs typeface="Meiryo UI" charset="0"/>
                      </a:endParaRPr>
                    </a:p>
                  </a:txBody>
                  <a:tcPr marL="41148" marR="41148" marT="41148" marB="41148" anchor="ctr">
                    <a:lnL w="6350" cap="flat" cmpd="sng" algn="ctr">
                      <a:solidFill>
                        <a:srgbClr val="C9D2E3"/>
                      </a:solidFill>
                      <a:prstDash val="solid"/>
                      <a:round/>
                      <a:headEnd type="none" w="med" len="med"/>
                      <a:tailEnd type="none" w="med" len="med"/>
                    </a:lnL>
                    <a:lnR w="6350" cap="flat" cmpd="sng" algn="ctr">
                      <a:solidFill>
                        <a:srgbClr val="C9D2E3"/>
                      </a:solidFill>
                      <a:prstDash val="solid"/>
                      <a:round/>
                      <a:headEnd type="none" w="med" len="med"/>
                      <a:tailEnd type="none" w="med" len="med"/>
                    </a:lnR>
                    <a:lnT w="6350" cap="flat" cmpd="sng" algn="ctr">
                      <a:solidFill>
                        <a:srgbClr val="C9D2E3"/>
                      </a:solidFill>
                      <a:prstDash val="solid"/>
                      <a:round/>
                      <a:headEnd type="none" w="med" len="med"/>
                      <a:tailEnd type="none" w="med" len="med"/>
                    </a:lnT>
                    <a:lnB w="6350" cap="flat" cmpd="sng" algn="ctr">
                      <a:solidFill>
                        <a:srgbClr val="C9D2E3"/>
                      </a:solidFill>
                      <a:prstDash val="solid"/>
                      <a:round/>
                      <a:headEnd type="none" w="med" len="med"/>
                      <a:tailEnd type="none" w="med" len="med"/>
                    </a:lnB>
                    <a:solidFill>
                      <a:srgbClr val="FDFEFF"/>
                    </a:solidFill>
                  </a:tcPr>
                </a:tc>
                <a:tc>
                  <a:txBody>
                    <a:bodyPr/>
                    <a:lstStyle/>
                    <a:p>
                      <a:pPr algn="ctr" indent="0" marL="0">
                        <a:buNone/>
                      </a:pPr>
                      <a:endParaRPr lang="en-US" sz="800" dirty="0">
                        <a:latin typeface="Meiryo UI" charset="0"/>
                        <a:ea typeface="Meiryo UI" charset="0"/>
                        <a:cs typeface="Meiryo UI" charset="0"/>
                      </a:endParaRPr>
                    </a:p>
                  </a:txBody>
                  <a:tcPr marL="41148" marR="41148" marT="41148" marB="41148" anchor="ctr">
                    <a:lnL w="6350" cap="flat" cmpd="sng" algn="ctr">
                      <a:solidFill>
                        <a:srgbClr val="C9D2E3"/>
                      </a:solidFill>
                      <a:prstDash val="solid"/>
                      <a:round/>
                      <a:headEnd type="none" w="med" len="med"/>
                      <a:tailEnd type="none" w="med" len="med"/>
                    </a:lnL>
                    <a:lnR w="6350" cap="flat" cmpd="sng" algn="ctr">
                      <a:solidFill>
                        <a:srgbClr val="C9D2E3"/>
                      </a:solidFill>
                      <a:prstDash val="solid"/>
                      <a:round/>
                      <a:headEnd type="none" w="med" len="med"/>
                      <a:tailEnd type="none" w="med" len="med"/>
                    </a:lnR>
                    <a:lnT w="6350" cap="flat" cmpd="sng" algn="ctr">
                      <a:solidFill>
                        <a:srgbClr val="C9D2E3"/>
                      </a:solidFill>
                      <a:prstDash val="solid"/>
                      <a:round/>
                      <a:headEnd type="none" w="med" len="med"/>
                      <a:tailEnd type="none" w="med" len="med"/>
                    </a:lnT>
                    <a:lnB w="6350" cap="flat" cmpd="sng" algn="ctr">
                      <a:solidFill>
                        <a:srgbClr val="C9D2E3"/>
                      </a:solidFill>
                      <a:prstDash val="solid"/>
                      <a:round/>
                      <a:headEnd type="none" w="med" len="med"/>
                      <a:tailEnd type="none" w="med" len="med"/>
                    </a:lnB>
                    <a:solidFill>
                      <a:srgbClr val="FDFEFF"/>
                    </a:solidFill>
                  </a:tcPr>
                </a:tc>
                <a:tc>
                  <a:txBody>
                    <a:bodyPr/>
                    <a:lstStyle/>
                    <a:p>
                      <a:pPr algn="ctr" indent="0" marL="0">
                        <a:buNone/>
                      </a:pPr>
                      <a:endParaRPr lang="en-US" sz="800" dirty="0">
                        <a:latin typeface="Meiryo UI" charset="0"/>
                        <a:ea typeface="Meiryo UI" charset="0"/>
                        <a:cs typeface="Meiryo UI" charset="0"/>
                      </a:endParaRPr>
                    </a:p>
                  </a:txBody>
                  <a:tcPr marL="41148" marR="41148" marT="41148" marB="41148" anchor="ctr">
                    <a:lnL w="6350" cap="flat" cmpd="sng" algn="ctr">
                      <a:solidFill>
                        <a:srgbClr val="C9D2E3"/>
                      </a:solidFill>
                      <a:prstDash val="solid"/>
                      <a:round/>
                      <a:headEnd type="none" w="med" len="med"/>
                      <a:tailEnd type="none" w="med" len="med"/>
                    </a:lnL>
                    <a:lnR w="6350" cap="flat" cmpd="sng" algn="ctr">
                      <a:solidFill>
                        <a:srgbClr val="C9D2E3"/>
                      </a:solidFill>
                      <a:prstDash val="solid"/>
                      <a:round/>
                      <a:headEnd type="none" w="med" len="med"/>
                      <a:tailEnd type="none" w="med" len="med"/>
                    </a:lnR>
                    <a:lnT w="6350" cap="flat" cmpd="sng" algn="ctr">
                      <a:solidFill>
                        <a:srgbClr val="C9D2E3"/>
                      </a:solidFill>
                      <a:prstDash val="solid"/>
                      <a:round/>
                      <a:headEnd type="none" w="med" len="med"/>
                      <a:tailEnd type="none" w="med" len="med"/>
                    </a:lnT>
                    <a:lnB w="6350" cap="flat" cmpd="sng" algn="ctr">
                      <a:solidFill>
                        <a:srgbClr val="C9D2E3"/>
                      </a:solidFill>
                      <a:prstDash val="solid"/>
                      <a:round/>
                      <a:headEnd type="none" w="med" len="med"/>
                      <a:tailEnd type="none" w="med" len="med"/>
                    </a:lnB>
                    <a:solidFill>
                      <a:srgbClr val="FDFEFF"/>
                    </a:solidFill>
                  </a:tcPr>
                </a:tc>
                <a:tc>
                  <a:txBody>
                    <a:bodyPr/>
                    <a:lstStyle/>
                    <a:p>
                      <a:pPr algn="ctr" indent="0" marL="0">
                        <a:buNone/>
                      </a:pPr>
                      <a:endParaRPr lang="en-US" sz="800" dirty="0">
                        <a:latin typeface="Meiryo UI" charset="0"/>
                        <a:ea typeface="Meiryo UI" charset="0"/>
                        <a:cs typeface="Meiryo UI" charset="0"/>
                      </a:endParaRPr>
                    </a:p>
                  </a:txBody>
                  <a:tcPr marL="41148" marR="41148" marT="41148" marB="41148" anchor="ctr">
                    <a:lnL w="6350" cap="flat" cmpd="sng" algn="ctr">
                      <a:solidFill>
                        <a:srgbClr val="C9D2E3"/>
                      </a:solidFill>
                      <a:prstDash val="solid"/>
                      <a:round/>
                      <a:headEnd type="none" w="med" len="med"/>
                      <a:tailEnd type="none" w="med" len="med"/>
                    </a:lnL>
                    <a:lnR w="6350" cap="flat" cmpd="sng" algn="ctr">
                      <a:solidFill>
                        <a:srgbClr val="C9D2E3"/>
                      </a:solidFill>
                      <a:prstDash val="solid"/>
                      <a:round/>
                      <a:headEnd type="none" w="med" len="med"/>
                      <a:tailEnd type="none" w="med" len="med"/>
                    </a:lnR>
                    <a:lnT w="6350" cap="flat" cmpd="sng" algn="ctr">
                      <a:solidFill>
                        <a:srgbClr val="C9D2E3"/>
                      </a:solidFill>
                      <a:prstDash val="solid"/>
                      <a:round/>
                      <a:headEnd type="none" w="med" len="med"/>
                      <a:tailEnd type="none" w="med" len="med"/>
                    </a:lnT>
                    <a:lnB w="6350" cap="flat" cmpd="sng" algn="ctr">
                      <a:solidFill>
                        <a:srgbClr val="C9D2E3"/>
                      </a:solidFill>
                      <a:prstDash val="solid"/>
                      <a:round/>
                      <a:headEnd type="none" w="med" len="med"/>
                      <a:tailEnd type="none" w="med" len="med"/>
                    </a:lnB>
                    <a:solidFill>
                      <a:srgbClr val="FDFEFF"/>
                    </a:solidFill>
                  </a:tcPr>
                </a:tc>
              </a:tr>
              <a:tr h="230429">
                <a:tc>
                  <a:txBody>
                    <a:bodyPr/>
                    <a:lstStyle/>
                    <a:p>
                      <a:pPr algn="ctr" indent="0" marL="0">
                        <a:buNone/>
                      </a:pPr>
                      <a:r>
                        <a:rPr lang="en-US" sz="800" b="1" dirty="0">
                          <a:solidFill>
                            <a:srgbClr val="333333"/>
                          </a:solidFill>
                          <a:latin typeface="Meiryo UI" pitchFamily="34" charset="0"/>
                          <a:ea typeface="Meiryo UI" pitchFamily="34" charset="-122"/>
                          <a:cs typeface="Meiryo UI" pitchFamily="34" charset="-120"/>
                        </a:rPr>
                        <a:t>C3</a:t>
                      </a:r>
                      <a:endParaRPr lang="en-US" sz="800" dirty="0">
                        <a:latin typeface="Meiryo UI" charset="0"/>
                        <a:ea typeface="Meiryo UI" charset="0"/>
                        <a:cs typeface="Meiryo UI" charset="0"/>
                      </a:endParaRPr>
                    </a:p>
                  </a:txBody>
                  <a:tcPr marL="41148" marR="41148" marT="41148" marB="41148" anchor="ctr">
                    <a:lnL w="6350" cap="flat" cmpd="sng" algn="ctr">
                      <a:solidFill>
                        <a:srgbClr val="C9D2E3"/>
                      </a:solidFill>
                      <a:prstDash val="solid"/>
                      <a:round/>
                      <a:headEnd type="none" w="med" len="med"/>
                      <a:tailEnd type="none" w="med" len="med"/>
                    </a:lnL>
                    <a:lnR w="6350" cap="flat" cmpd="sng" algn="ctr">
                      <a:solidFill>
                        <a:srgbClr val="C9D2E3"/>
                      </a:solidFill>
                      <a:prstDash val="solid"/>
                      <a:round/>
                      <a:headEnd type="none" w="med" len="med"/>
                      <a:tailEnd type="none" w="med" len="med"/>
                    </a:lnR>
                    <a:lnT w="6350" cap="flat" cmpd="sng" algn="ctr">
                      <a:solidFill>
                        <a:srgbClr val="C9D2E3"/>
                      </a:solidFill>
                      <a:prstDash val="solid"/>
                      <a:round/>
                      <a:headEnd type="none" w="med" len="med"/>
                      <a:tailEnd type="none" w="med" len="med"/>
                    </a:lnT>
                    <a:lnB w="6350" cap="flat" cmpd="sng" algn="ctr">
                      <a:solidFill>
                        <a:srgbClr val="C9D2E3"/>
                      </a:solidFill>
                      <a:prstDash val="solid"/>
                      <a:round/>
                      <a:headEnd type="none" w="med" len="med"/>
                      <a:tailEnd type="none" w="med" len="med"/>
                    </a:lnB>
                  </a:tcPr>
                </a:tc>
                <a:tc>
                  <a:txBody>
                    <a:bodyPr/>
                    <a:lstStyle/>
                    <a:p>
                      <a:pPr algn="l" indent="0" marL="0">
                        <a:buNone/>
                      </a:pPr>
                      <a:r>
                        <a:rPr lang="en-US" sz="800" b="1" dirty="0">
                          <a:solidFill>
                            <a:srgbClr val="333333"/>
                          </a:solidFill>
                          <a:latin typeface="Meiryo UI" pitchFamily="34" charset="0"/>
                          <a:ea typeface="Meiryo UI" pitchFamily="34" charset="-122"/>
                          <a:cs typeface="Meiryo UI" pitchFamily="34" charset="-120"/>
                        </a:rPr>
                        <a:t>追加費用条件・変更管理</a:t>
                      </a:r>
                      <a:endParaRPr lang="en-US" sz="800" dirty="0">
                        <a:latin typeface="Meiryo UI" charset="0"/>
                        <a:ea typeface="Meiryo UI" charset="0"/>
                        <a:cs typeface="Meiryo UI" charset="0"/>
                      </a:endParaRPr>
                    </a:p>
                  </a:txBody>
                  <a:tcPr marL="41148" marR="41148" marT="41148" marB="41148" anchor="ctr">
                    <a:lnL w="6350" cap="flat" cmpd="sng" algn="ctr">
                      <a:solidFill>
                        <a:srgbClr val="C9D2E3"/>
                      </a:solidFill>
                      <a:prstDash val="solid"/>
                      <a:round/>
                      <a:headEnd type="none" w="med" len="med"/>
                      <a:tailEnd type="none" w="med" len="med"/>
                    </a:lnL>
                    <a:lnR w="6350" cap="flat" cmpd="sng" algn="ctr">
                      <a:solidFill>
                        <a:srgbClr val="C9D2E3"/>
                      </a:solidFill>
                      <a:prstDash val="solid"/>
                      <a:round/>
                      <a:headEnd type="none" w="med" len="med"/>
                      <a:tailEnd type="none" w="med" len="med"/>
                    </a:lnR>
                    <a:lnT w="6350" cap="flat" cmpd="sng" algn="ctr">
                      <a:solidFill>
                        <a:srgbClr val="C9D2E3"/>
                      </a:solidFill>
                      <a:prstDash val="solid"/>
                      <a:round/>
                      <a:headEnd type="none" w="med" len="med"/>
                      <a:tailEnd type="none" w="med" len="med"/>
                    </a:lnT>
                    <a:lnB w="6350" cap="flat" cmpd="sng" algn="ctr">
                      <a:solidFill>
                        <a:srgbClr val="C9D2E3"/>
                      </a:solidFill>
                      <a:prstDash val="solid"/>
                      <a:round/>
                      <a:headEnd type="none" w="med" len="med"/>
                      <a:tailEnd type="none" w="med" len="med"/>
                    </a:lnB>
                  </a:tcPr>
                </a:tc>
                <a:tc>
                  <a:txBody>
                    <a:bodyPr/>
                    <a:lstStyle/>
                    <a:p>
                      <a:pPr algn="l" indent="0" marL="0">
                        <a:buNone/>
                      </a:pPr>
                      <a:r>
                        <a:rPr lang="en-US" sz="750" dirty="0">
                          <a:solidFill>
                            <a:srgbClr val="333333"/>
                          </a:solidFill>
                          <a:latin typeface="Meiryo UI" pitchFamily="34" charset="0"/>
                          <a:ea typeface="Meiryo UI" pitchFamily="34" charset="-122"/>
                          <a:cs typeface="Meiryo UI" pitchFamily="34" charset="-120"/>
                        </a:rPr>
                        <a:t>手戻り・スコープ変更時の費用発生条件と変更管理手続きが契約前に明文化されているか</a:t>
                      </a:r>
                      <a:endParaRPr lang="en-US" sz="750" dirty="0">
                        <a:latin typeface="Meiryo UI" charset="0"/>
                        <a:ea typeface="Meiryo UI" charset="0"/>
                        <a:cs typeface="Meiryo UI" charset="0"/>
                      </a:endParaRPr>
                    </a:p>
                  </a:txBody>
                  <a:tcPr marL="41148" marR="41148" marT="41148" marB="41148" anchor="ctr">
                    <a:lnL w="6350" cap="flat" cmpd="sng" algn="ctr">
                      <a:solidFill>
                        <a:srgbClr val="C9D2E3"/>
                      </a:solidFill>
                      <a:prstDash val="solid"/>
                      <a:round/>
                      <a:headEnd type="none" w="med" len="med"/>
                      <a:tailEnd type="none" w="med" len="med"/>
                    </a:lnL>
                    <a:lnR w="6350" cap="flat" cmpd="sng" algn="ctr">
                      <a:solidFill>
                        <a:srgbClr val="C9D2E3"/>
                      </a:solidFill>
                      <a:prstDash val="solid"/>
                      <a:round/>
                      <a:headEnd type="none" w="med" len="med"/>
                      <a:tailEnd type="none" w="med" len="med"/>
                    </a:lnR>
                    <a:lnT w="6350" cap="flat" cmpd="sng" algn="ctr">
                      <a:solidFill>
                        <a:srgbClr val="C9D2E3"/>
                      </a:solidFill>
                      <a:prstDash val="solid"/>
                      <a:round/>
                      <a:headEnd type="none" w="med" len="med"/>
                      <a:tailEnd type="none" w="med" len="med"/>
                    </a:lnT>
                    <a:lnB w="6350" cap="flat" cmpd="sng" algn="ctr">
                      <a:solidFill>
                        <a:srgbClr val="C9D2E3"/>
                      </a:solidFill>
                      <a:prstDash val="solid"/>
                      <a:round/>
                      <a:headEnd type="none" w="med" len="med"/>
                      <a:tailEnd type="none" w="med" len="med"/>
                    </a:lnB>
                  </a:tcPr>
                </a:tc>
                <a:tc>
                  <a:txBody>
                    <a:bodyPr/>
                    <a:lstStyle/>
                    <a:p>
                      <a:pPr algn="ctr" indent="0" marL="0">
                        <a:buNone/>
                      </a:pPr>
                      <a:r>
                        <a:rPr lang="en-US" sz="800" b="1" dirty="0">
                          <a:solidFill>
                            <a:srgbClr val="333333"/>
                          </a:solidFill>
                          <a:latin typeface="Meiryo UI" pitchFamily="34" charset="0"/>
                          <a:ea typeface="Meiryo UI" pitchFamily="34" charset="-122"/>
                          <a:cs typeface="Meiryo UI" pitchFamily="34" charset="-120"/>
                        </a:rPr>
                        <a:t>5</a:t>
                      </a:r>
                      <a:endParaRPr lang="en-US" sz="800" dirty="0">
                        <a:latin typeface="Meiryo UI" charset="0"/>
                        <a:ea typeface="Meiryo UI" charset="0"/>
                        <a:cs typeface="Meiryo UI" charset="0"/>
                      </a:endParaRPr>
                    </a:p>
                  </a:txBody>
                  <a:tcPr marL="41148" marR="41148" marT="41148" marB="41148" anchor="ctr">
                    <a:lnL w="6350" cap="flat" cmpd="sng" algn="ctr">
                      <a:solidFill>
                        <a:srgbClr val="C9D2E3"/>
                      </a:solidFill>
                      <a:prstDash val="solid"/>
                      <a:round/>
                      <a:headEnd type="none" w="med" len="med"/>
                      <a:tailEnd type="none" w="med" len="med"/>
                    </a:lnL>
                    <a:lnR w="6350" cap="flat" cmpd="sng" algn="ctr">
                      <a:solidFill>
                        <a:srgbClr val="C9D2E3"/>
                      </a:solidFill>
                      <a:prstDash val="solid"/>
                      <a:round/>
                      <a:headEnd type="none" w="med" len="med"/>
                      <a:tailEnd type="none" w="med" len="med"/>
                    </a:lnR>
                    <a:lnT w="6350" cap="flat" cmpd="sng" algn="ctr">
                      <a:solidFill>
                        <a:srgbClr val="C9D2E3"/>
                      </a:solidFill>
                      <a:prstDash val="solid"/>
                      <a:round/>
                      <a:headEnd type="none" w="med" len="med"/>
                      <a:tailEnd type="none" w="med" len="med"/>
                    </a:lnT>
                    <a:lnB w="6350" cap="flat" cmpd="sng" algn="ctr">
                      <a:solidFill>
                        <a:srgbClr val="C9D2E3"/>
                      </a:solidFill>
                      <a:prstDash val="solid"/>
                      <a:round/>
                      <a:headEnd type="none" w="med" len="med"/>
                      <a:tailEnd type="none" w="med" len="med"/>
                    </a:lnB>
                  </a:tcPr>
                </a:tc>
                <a:tc>
                  <a:txBody>
                    <a:bodyPr/>
                    <a:lstStyle/>
                    <a:p>
                      <a:pPr algn="ctr" indent="0" marL="0">
                        <a:buNone/>
                      </a:pPr>
                      <a:endParaRPr lang="en-US" sz="800" dirty="0">
                        <a:latin typeface="Meiryo UI" charset="0"/>
                        <a:ea typeface="Meiryo UI" charset="0"/>
                        <a:cs typeface="Meiryo UI" charset="0"/>
                      </a:endParaRPr>
                    </a:p>
                  </a:txBody>
                  <a:tcPr marL="41148" marR="41148" marT="41148" marB="41148" anchor="ctr">
                    <a:lnL w="6350" cap="flat" cmpd="sng" algn="ctr">
                      <a:solidFill>
                        <a:srgbClr val="C9D2E3"/>
                      </a:solidFill>
                      <a:prstDash val="solid"/>
                      <a:round/>
                      <a:headEnd type="none" w="med" len="med"/>
                      <a:tailEnd type="none" w="med" len="med"/>
                    </a:lnL>
                    <a:lnR w="6350" cap="flat" cmpd="sng" algn="ctr">
                      <a:solidFill>
                        <a:srgbClr val="C9D2E3"/>
                      </a:solidFill>
                      <a:prstDash val="solid"/>
                      <a:round/>
                      <a:headEnd type="none" w="med" len="med"/>
                      <a:tailEnd type="none" w="med" len="med"/>
                    </a:lnR>
                    <a:lnT w="6350" cap="flat" cmpd="sng" algn="ctr">
                      <a:solidFill>
                        <a:srgbClr val="C9D2E3"/>
                      </a:solidFill>
                      <a:prstDash val="solid"/>
                      <a:round/>
                      <a:headEnd type="none" w="med" len="med"/>
                      <a:tailEnd type="none" w="med" len="med"/>
                    </a:lnT>
                    <a:lnB w="6350" cap="flat" cmpd="sng" algn="ctr">
                      <a:solidFill>
                        <a:srgbClr val="C9D2E3"/>
                      </a:solidFill>
                      <a:prstDash val="solid"/>
                      <a:round/>
                      <a:headEnd type="none" w="med" len="med"/>
                      <a:tailEnd type="none" w="med" len="med"/>
                    </a:lnB>
                    <a:solidFill>
                      <a:srgbClr val="FDFEFF"/>
                    </a:solidFill>
                  </a:tcPr>
                </a:tc>
                <a:tc>
                  <a:txBody>
                    <a:bodyPr/>
                    <a:lstStyle/>
                    <a:p>
                      <a:pPr algn="ctr" indent="0" marL="0">
                        <a:buNone/>
                      </a:pPr>
                      <a:endParaRPr lang="en-US" sz="800" dirty="0">
                        <a:latin typeface="Meiryo UI" charset="0"/>
                        <a:ea typeface="Meiryo UI" charset="0"/>
                        <a:cs typeface="Meiryo UI" charset="0"/>
                      </a:endParaRPr>
                    </a:p>
                  </a:txBody>
                  <a:tcPr marL="41148" marR="41148" marT="41148" marB="41148" anchor="ctr">
                    <a:lnL w="6350" cap="flat" cmpd="sng" algn="ctr">
                      <a:solidFill>
                        <a:srgbClr val="C9D2E3"/>
                      </a:solidFill>
                      <a:prstDash val="solid"/>
                      <a:round/>
                      <a:headEnd type="none" w="med" len="med"/>
                      <a:tailEnd type="none" w="med" len="med"/>
                    </a:lnL>
                    <a:lnR w="6350" cap="flat" cmpd="sng" algn="ctr">
                      <a:solidFill>
                        <a:srgbClr val="C9D2E3"/>
                      </a:solidFill>
                      <a:prstDash val="solid"/>
                      <a:round/>
                      <a:headEnd type="none" w="med" len="med"/>
                      <a:tailEnd type="none" w="med" len="med"/>
                    </a:lnR>
                    <a:lnT w="6350" cap="flat" cmpd="sng" algn="ctr">
                      <a:solidFill>
                        <a:srgbClr val="C9D2E3"/>
                      </a:solidFill>
                      <a:prstDash val="solid"/>
                      <a:round/>
                      <a:headEnd type="none" w="med" len="med"/>
                      <a:tailEnd type="none" w="med" len="med"/>
                    </a:lnT>
                    <a:lnB w="6350" cap="flat" cmpd="sng" algn="ctr">
                      <a:solidFill>
                        <a:srgbClr val="C9D2E3"/>
                      </a:solidFill>
                      <a:prstDash val="solid"/>
                      <a:round/>
                      <a:headEnd type="none" w="med" len="med"/>
                      <a:tailEnd type="none" w="med" len="med"/>
                    </a:lnB>
                    <a:solidFill>
                      <a:srgbClr val="FDFEFF"/>
                    </a:solidFill>
                  </a:tcPr>
                </a:tc>
                <a:tc>
                  <a:txBody>
                    <a:bodyPr/>
                    <a:lstStyle/>
                    <a:p>
                      <a:pPr algn="ctr" indent="0" marL="0">
                        <a:buNone/>
                      </a:pPr>
                      <a:endParaRPr lang="en-US" sz="800" dirty="0">
                        <a:latin typeface="Meiryo UI" charset="0"/>
                        <a:ea typeface="Meiryo UI" charset="0"/>
                        <a:cs typeface="Meiryo UI" charset="0"/>
                      </a:endParaRPr>
                    </a:p>
                  </a:txBody>
                  <a:tcPr marL="41148" marR="41148" marT="41148" marB="41148" anchor="ctr">
                    <a:lnL w="6350" cap="flat" cmpd="sng" algn="ctr">
                      <a:solidFill>
                        <a:srgbClr val="C9D2E3"/>
                      </a:solidFill>
                      <a:prstDash val="solid"/>
                      <a:round/>
                      <a:headEnd type="none" w="med" len="med"/>
                      <a:tailEnd type="none" w="med" len="med"/>
                    </a:lnL>
                    <a:lnR w="6350" cap="flat" cmpd="sng" algn="ctr">
                      <a:solidFill>
                        <a:srgbClr val="C9D2E3"/>
                      </a:solidFill>
                      <a:prstDash val="solid"/>
                      <a:round/>
                      <a:headEnd type="none" w="med" len="med"/>
                      <a:tailEnd type="none" w="med" len="med"/>
                    </a:lnR>
                    <a:lnT w="6350" cap="flat" cmpd="sng" algn="ctr">
                      <a:solidFill>
                        <a:srgbClr val="C9D2E3"/>
                      </a:solidFill>
                      <a:prstDash val="solid"/>
                      <a:round/>
                      <a:headEnd type="none" w="med" len="med"/>
                      <a:tailEnd type="none" w="med" len="med"/>
                    </a:lnT>
                    <a:lnB w="6350" cap="flat" cmpd="sng" algn="ctr">
                      <a:solidFill>
                        <a:srgbClr val="C9D2E3"/>
                      </a:solidFill>
                      <a:prstDash val="solid"/>
                      <a:round/>
                      <a:headEnd type="none" w="med" len="med"/>
                      <a:tailEnd type="none" w="med" len="med"/>
                    </a:lnB>
                    <a:solidFill>
                      <a:srgbClr val="FDFEFF"/>
                    </a:solidFill>
                  </a:tcPr>
                </a:tc>
                <a:tc>
                  <a:txBody>
                    <a:bodyPr/>
                    <a:lstStyle/>
                    <a:p>
                      <a:pPr algn="ctr" indent="0" marL="0">
                        <a:buNone/>
                      </a:pPr>
                      <a:endParaRPr lang="en-US" sz="800" dirty="0">
                        <a:latin typeface="Meiryo UI" charset="0"/>
                        <a:ea typeface="Meiryo UI" charset="0"/>
                        <a:cs typeface="Meiryo UI" charset="0"/>
                      </a:endParaRPr>
                    </a:p>
                  </a:txBody>
                  <a:tcPr marL="41148" marR="41148" marT="41148" marB="41148" anchor="ctr">
                    <a:lnL w="6350" cap="flat" cmpd="sng" algn="ctr">
                      <a:solidFill>
                        <a:srgbClr val="C9D2E3"/>
                      </a:solidFill>
                      <a:prstDash val="solid"/>
                      <a:round/>
                      <a:headEnd type="none" w="med" len="med"/>
                      <a:tailEnd type="none" w="med" len="med"/>
                    </a:lnL>
                    <a:lnR w="6350" cap="flat" cmpd="sng" algn="ctr">
                      <a:solidFill>
                        <a:srgbClr val="C9D2E3"/>
                      </a:solidFill>
                      <a:prstDash val="solid"/>
                      <a:round/>
                      <a:headEnd type="none" w="med" len="med"/>
                      <a:tailEnd type="none" w="med" len="med"/>
                    </a:lnR>
                    <a:lnT w="6350" cap="flat" cmpd="sng" algn="ctr">
                      <a:solidFill>
                        <a:srgbClr val="C9D2E3"/>
                      </a:solidFill>
                      <a:prstDash val="solid"/>
                      <a:round/>
                      <a:headEnd type="none" w="med" len="med"/>
                      <a:tailEnd type="none" w="med" len="med"/>
                    </a:lnT>
                    <a:lnB w="6350" cap="flat" cmpd="sng" algn="ctr">
                      <a:solidFill>
                        <a:srgbClr val="C9D2E3"/>
                      </a:solidFill>
                      <a:prstDash val="solid"/>
                      <a:round/>
                      <a:headEnd type="none" w="med" len="med"/>
                      <a:tailEnd type="none" w="med" len="med"/>
                    </a:lnB>
                    <a:solidFill>
                      <a:srgbClr val="FDFEFF"/>
                    </a:solidFill>
                  </a:tcPr>
                </a:tc>
                <a:tc>
                  <a:txBody>
                    <a:bodyPr/>
                    <a:lstStyle/>
                    <a:p>
                      <a:pPr algn="ctr" indent="0" marL="0">
                        <a:buNone/>
                      </a:pPr>
                      <a:endParaRPr lang="en-US" sz="800" dirty="0">
                        <a:latin typeface="Meiryo UI" charset="0"/>
                        <a:ea typeface="Meiryo UI" charset="0"/>
                        <a:cs typeface="Meiryo UI" charset="0"/>
                      </a:endParaRPr>
                    </a:p>
                  </a:txBody>
                  <a:tcPr marL="41148" marR="41148" marT="41148" marB="41148" anchor="ctr">
                    <a:lnL w="6350" cap="flat" cmpd="sng" algn="ctr">
                      <a:solidFill>
                        <a:srgbClr val="C9D2E3"/>
                      </a:solidFill>
                      <a:prstDash val="solid"/>
                      <a:round/>
                      <a:headEnd type="none" w="med" len="med"/>
                      <a:tailEnd type="none" w="med" len="med"/>
                    </a:lnL>
                    <a:lnR w="6350" cap="flat" cmpd="sng" algn="ctr">
                      <a:solidFill>
                        <a:srgbClr val="C9D2E3"/>
                      </a:solidFill>
                      <a:prstDash val="solid"/>
                      <a:round/>
                      <a:headEnd type="none" w="med" len="med"/>
                      <a:tailEnd type="none" w="med" len="med"/>
                    </a:lnR>
                    <a:lnT w="6350" cap="flat" cmpd="sng" algn="ctr">
                      <a:solidFill>
                        <a:srgbClr val="C9D2E3"/>
                      </a:solidFill>
                      <a:prstDash val="solid"/>
                      <a:round/>
                      <a:headEnd type="none" w="med" len="med"/>
                      <a:tailEnd type="none" w="med" len="med"/>
                    </a:lnT>
                    <a:lnB w="6350" cap="flat" cmpd="sng" algn="ctr">
                      <a:solidFill>
                        <a:srgbClr val="C9D2E3"/>
                      </a:solidFill>
                      <a:prstDash val="solid"/>
                      <a:round/>
                      <a:headEnd type="none" w="med" len="med"/>
                      <a:tailEnd type="none" w="med" len="med"/>
                    </a:lnB>
                    <a:solidFill>
                      <a:srgbClr val="FDFEFF"/>
                    </a:solidFill>
                  </a:tcPr>
                </a:tc>
                <a:tc>
                  <a:txBody>
                    <a:bodyPr/>
                    <a:lstStyle/>
                    <a:p>
                      <a:pPr algn="ctr" indent="0" marL="0">
                        <a:buNone/>
                      </a:pPr>
                      <a:endParaRPr lang="en-US" sz="800" dirty="0">
                        <a:latin typeface="Meiryo UI" charset="0"/>
                        <a:ea typeface="Meiryo UI" charset="0"/>
                        <a:cs typeface="Meiryo UI" charset="0"/>
                      </a:endParaRPr>
                    </a:p>
                  </a:txBody>
                  <a:tcPr marL="41148" marR="41148" marT="41148" marB="41148" anchor="ctr">
                    <a:lnL w="6350" cap="flat" cmpd="sng" algn="ctr">
                      <a:solidFill>
                        <a:srgbClr val="C9D2E3"/>
                      </a:solidFill>
                      <a:prstDash val="solid"/>
                      <a:round/>
                      <a:headEnd type="none" w="med" len="med"/>
                      <a:tailEnd type="none" w="med" len="med"/>
                    </a:lnL>
                    <a:lnR w="6350" cap="flat" cmpd="sng" algn="ctr">
                      <a:solidFill>
                        <a:srgbClr val="C9D2E3"/>
                      </a:solidFill>
                      <a:prstDash val="solid"/>
                      <a:round/>
                      <a:headEnd type="none" w="med" len="med"/>
                      <a:tailEnd type="none" w="med" len="med"/>
                    </a:lnR>
                    <a:lnT w="6350" cap="flat" cmpd="sng" algn="ctr">
                      <a:solidFill>
                        <a:srgbClr val="C9D2E3"/>
                      </a:solidFill>
                      <a:prstDash val="solid"/>
                      <a:round/>
                      <a:headEnd type="none" w="med" len="med"/>
                      <a:tailEnd type="none" w="med" len="med"/>
                    </a:lnT>
                    <a:lnB w="6350" cap="flat" cmpd="sng" algn="ctr">
                      <a:solidFill>
                        <a:srgbClr val="C9D2E3"/>
                      </a:solidFill>
                      <a:prstDash val="solid"/>
                      <a:round/>
                      <a:headEnd type="none" w="med" len="med"/>
                      <a:tailEnd type="none" w="med" len="med"/>
                    </a:lnB>
                    <a:solidFill>
                      <a:srgbClr val="FDFEFF"/>
                    </a:solidFill>
                  </a:tcPr>
                </a:tc>
              </a:tr>
              <a:tr h="230429">
                <a:tc>
                  <a:txBody>
                    <a:bodyPr/>
                    <a:lstStyle/>
                    <a:p>
                      <a:pPr algn="ctr" indent="0" marL="0">
                        <a:buNone/>
                      </a:pPr>
                      <a:r>
                        <a:rPr lang="en-US" sz="800" b="1" dirty="0">
                          <a:solidFill>
                            <a:srgbClr val="333333"/>
                          </a:solidFill>
                          <a:latin typeface="Meiryo UI" pitchFamily="34" charset="0"/>
                          <a:ea typeface="Meiryo UI" pitchFamily="34" charset="-122"/>
                          <a:cs typeface="Meiryo UI" pitchFamily="34" charset="-120"/>
                        </a:rPr>
                        <a:t>C4</a:t>
                      </a:r>
                      <a:endParaRPr lang="en-US" sz="800" dirty="0">
                        <a:latin typeface="Meiryo UI" charset="0"/>
                        <a:ea typeface="Meiryo UI" charset="0"/>
                        <a:cs typeface="Meiryo UI" charset="0"/>
                      </a:endParaRPr>
                    </a:p>
                  </a:txBody>
                  <a:tcPr marL="41148" marR="41148" marT="41148" marB="41148" anchor="ctr">
                    <a:lnL w="6350" cap="flat" cmpd="sng" algn="ctr">
                      <a:solidFill>
                        <a:srgbClr val="C9D2E3"/>
                      </a:solidFill>
                      <a:prstDash val="solid"/>
                      <a:round/>
                      <a:headEnd type="none" w="med" len="med"/>
                      <a:tailEnd type="none" w="med" len="med"/>
                    </a:lnL>
                    <a:lnR w="6350" cap="flat" cmpd="sng" algn="ctr">
                      <a:solidFill>
                        <a:srgbClr val="C9D2E3"/>
                      </a:solidFill>
                      <a:prstDash val="solid"/>
                      <a:round/>
                      <a:headEnd type="none" w="med" len="med"/>
                      <a:tailEnd type="none" w="med" len="med"/>
                    </a:lnR>
                    <a:lnT w="6350" cap="flat" cmpd="sng" algn="ctr">
                      <a:solidFill>
                        <a:srgbClr val="C9D2E3"/>
                      </a:solidFill>
                      <a:prstDash val="solid"/>
                      <a:round/>
                      <a:headEnd type="none" w="med" len="med"/>
                      <a:tailEnd type="none" w="med" len="med"/>
                    </a:lnT>
                    <a:lnB w="6350" cap="flat" cmpd="sng" algn="ctr">
                      <a:solidFill>
                        <a:srgbClr val="C9D2E3"/>
                      </a:solidFill>
                      <a:prstDash val="solid"/>
                      <a:round/>
                      <a:headEnd type="none" w="med" len="med"/>
                      <a:tailEnd type="none" w="med" len="med"/>
                    </a:lnB>
                  </a:tcPr>
                </a:tc>
                <a:tc>
                  <a:txBody>
                    <a:bodyPr/>
                    <a:lstStyle/>
                    <a:p>
                      <a:pPr algn="l" indent="0" marL="0">
                        <a:buNone/>
                      </a:pPr>
                      <a:r>
                        <a:rPr lang="en-US" sz="800" b="1" dirty="0">
                          <a:solidFill>
                            <a:srgbClr val="333333"/>
                          </a:solidFill>
                          <a:latin typeface="Meiryo UI" pitchFamily="34" charset="0"/>
                          <a:ea typeface="Meiryo UI" pitchFamily="34" charset="-122"/>
                          <a:cs typeface="Meiryo UI" pitchFamily="34" charset="-120"/>
                        </a:rPr>
                        <a:t>費用対効果の説明力</a:t>
                      </a:r>
                      <a:endParaRPr lang="en-US" sz="800" dirty="0">
                        <a:latin typeface="Meiryo UI" charset="0"/>
                        <a:ea typeface="Meiryo UI" charset="0"/>
                        <a:cs typeface="Meiryo UI" charset="0"/>
                      </a:endParaRPr>
                    </a:p>
                  </a:txBody>
                  <a:tcPr marL="41148" marR="41148" marT="41148" marB="41148" anchor="ctr">
                    <a:lnL w="6350" cap="flat" cmpd="sng" algn="ctr">
                      <a:solidFill>
                        <a:srgbClr val="C9D2E3"/>
                      </a:solidFill>
                      <a:prstDash val="solid"/>
                      <a:round/>
                      <a:headEnd type="none" w="med" len="med"/>
                      <a:tailEnd type="none" w="med" len="med"/>
                    </a:lnL>
                    <a:lnR w="6350" cap="flat" cmpd="sng" algn="ctr">
                      <a:solidFill>
                        <a:srgbClr val="C9D2E3"/>
                      </a:solidFill>
                      <a:prstDash val="solid"/>
                      <a:round/>
                      <a:headEnd type="none" w="med" len="med"/>
                      <a:tailEnd type="none" w="med" len="med"/>
                    </a:lnR>
                    <a:lnT w="6350" cap="flat" cmpd="sng" algn="ctr">
                      <a:solidFill>
                        <a:srgbClr val="C9D2E3"/>
                      </a:solidFill>
                      <a:prstDash val="solid"/>
                      <a:round/>
                      <a:headEnd type="none" w="med" len="med"/>
                      <a:tailEnd type="none" w="med" len="med"/>
                    </a:lnT>
                    <a:lnB w="6350" cap="flat" cmpd="sng" algn="ctr">
                      <a:solidFill>
                        <a:srgbClr val="C9D2E3"/>
                      </a:solidFill>
                      <a:prstDash val="solid"/>
                      <a:round/>
                      <a:headEnd type="none" w="med" len="med"/>
                      <a:tailEnd type="none" w="med" len="med"/>
                    </a:lnB>
                  </a:tcPr>
                </a:tc>
                <a:tc>
                  <a:txBody>
                    <a:bodyPr/>
                    <a:lstStyle/>
                    <a:p>
                      <a:pPr algn="l" indent="0" marL="0">
                        <a:buNone/>
                      </a:pPr>
                      <a:r>
                        <a:rPr lang="en-US" sz="750" dirty="0">
                          <a:solidFill>
                            <a:srgbClr val="333333"/>
                          </a:solidFill>
                          <a:latin typeface="Meiryo UI" pitchFamily="34" charset="0"/>
                          <a:ea typeface="Meiryo UI" pitchFamily="34" charset="-122"/>
                          <a:cs typeface="Meiryo UI" pitchFamily="34" charset="-120"/>
                        </a:rPr>
                        <a:t>支援により回避できるコスト（監査工数・手戻り・ベンダー選定失敗）と投資額の関係を説明できるか</a:t>
                      </a:r>
                      <a:endParaRPr lang="en-US" sz="750" dirty="0">
                        <a:latin typeface="Meiryo UI" charset="0"/>
                        <a:ea typeface="Meiryo UI" charset="0"/>
                        <a:cs typeface="Meiryo UI" charset="0"/>
                      </a:endParaRPr>
                    </a:p>
                  </a:txBody>
                  <a:tcPr marL="41148" marR="41148" marT="41148" marB="41148" anchor="ctr">
                    <a:lnL w="6350" cap="flat" cmpd="sng" algn="ctr">
                      <a:solidFill>
                        <a:srgbClr val="C9D2E3"/>
                      </a:solidFill>
                      <a:prstDash val="solid"/>
                      <a:round/>
                      <a:headEnd type="none" w="med" len="med"/>
                      <a:tailEnd type="none" w="med" len="med"/>
                    </a:lnL>
                    <a:lnR w="6350" cap="flat" cmpd="sng" algn="ctr">
                      <a:solidFill>
                        <a:srgbClr val="C9D2E3"/>
                      </a:solidFill>
                      <a:prstDash val="solid"/>
                      <a:round/>
                      <a:headEnd type="none" w="med" len="med"/>
                      <a:tailEnd type="none" w="med" len="med"/>
                    </a:lnR>
                    <a:lnT w="6350" cap="flat" cmpd="sng" algn="ctr">
                      <a:solidFill>
                        <a:srgbClr val="C9D2E3"/>
                      </a:solidFill>
                      <a:prstDash val="solid"/>
                      <a:round/>
                      <a:headEnd type="none" w="med" len="med"/>
                      <a:tailEnd type="none" w="med" len="med"/>
                    </a:lnT>
                    <a:lnB w="6350" cap="flat" cmpd="sng" algn="ctr">
                      <a:solidFill>
                        <a:srgbClr val="C9D2E3"/>
                      </a:solidFill>
                      <a:prstDash val="solid"/>
                      <a:round/>
                      <a:headEnd type="none" w="med" len="med"/>
                      <a:tailEnd type="none" w="med" len="med"/>
                    </a:lnB>
                  </a:tcPr>
                </a:tc>
                <a:tc>
                  <a:txBody>
                    <a:bodyPr/>
                    <a:lstStyle/>
                    <a:p>
                      <a:pPr algn="ctr" indent="0" marL="0">
                        <a:buNone/>
                      </a:pPr>
                      <a:r>
                        <a:rPr lang="en-US" sz="800" b="1" dirty="0">
                          <a:solidFill>
                            <a:srgbClr val="333333"/>
                          </a:solidFill>
                          <a:latin typeface="Meiryo UI" pitchFamily="34" charset="0"/>
                          <a:ea typeface="Meiryo UI" pitchFamily="34" charset="-122"/>
                          <a:cs typeface="Meiryo UI" pitchFamily="34" charset="-120"/>
                        </a:rPr>
                        <a:t>3</a:t>
                      </a:r>
                      <a:endParaRPr lang="en-US" sz="800" dirty="0">
                        <a:latin typeface="Meiryo UI" charset="0"/>
                        <a:ea typeface="Meiryo UI" charset="0"/>
                        <a:cs typeface="Meiryo UI" charset="0"/>
                      </a:endParaRPr>
                    </a:p>
                  </a:txBody>
                  <a:tcPr marL="41148" marR="41148" marT="41148" marB="41148" anchor="ctr">
                    <a:lnL w="6350" cap="flat" cmpd="sng" algn="ctr">
                      <a:solidFill>
                        <a:srgbClr val="C9D2E3"/>
                      </a:solidFill>
                      <a:prstDash val="solid"/>
                      <a:round/>
                      <a:headEnd type="none" w="med" len="med"/>
                      <a:tailEnd type="none" w="med" len="med"/>
                    </a:lnL>
                    <a:lnR w="6350" cap="flat" cmpd="sng" algn="ctr">
                      <a:solidFill>
                        <a:srgbClr val="C9D2E3"/>
                      </a:solidFill>
                      <a:prstDash val="solid"/>
                      <a:round/>
                      <a:headEnd type="none" w="med" len="med"/>
                      <a:tailEnd type="none" w="med" len="med"/>
                    </a:lnR>
                    <a:lnT w="6350" cap="flat" cmpd="sng" algn="ctr">
                      <a:solidFill>
                        <a:srgbClr val="C9D2E3"/>
                      </a:solidFill>
                      <a:prstDash val="solid"/>
                      <a:round/>
                      <a:headEnd type="none" w="med" len="med"/>
                      <a:tailEnd type="none" w="med" len="med"/>
                    </a:lnT>
                    <a:lnB w="6350" cap="flat" cmpd="sng" algn="ctr">
                      <a:solidFill>
                        <a:srgbClr val="C9D2E3"/>
                      </a:solidFill>
                      <a:prstDash val="solid"/>
                      <a:round/>
                      <a:headEnd type="none" w="med" len="med"/>
                      <a:tailEnd type="none" w="med" len="med"/>
                    </a:lnB>
                  </a:tcPr>
                </a:tc>
                <a:tc>
                  <a:txBody>
                    <a:bodyPr/>
                    <a:lstStyle/>
                    <a:p>
                      <a:pPr algn="ctr" indent="0" marL="0">
                        <a:buNone/>
                      </a:pPr>
                      <a:endParaRPr lang="en-US" sz="800" dirty="0">
                        <a:latin typeface="Meiryo UI" charset="0"/>
                        <a:ea typeface="Meiryo UI" charset="0"/>
                        <a:cs typeface="Meiryo UI" charset="0"/>
                      </a:endParaRPr>
                    </a:p>
                  </a:txBody>
                  <a:tcPr marL="41148" marR="41148" marT="41148" marB="41148" anchor="ctr">
                    <a:lnL w="6350" cap="flat" cmpd="sng" algn="ctr">
                      <a:solidFill>
                        <a:srgbClr val="C9D2E3"/>
                      </a:solidFill>
                      <a:prstDash val="solid"/>
                      <a:round/>
                      <a:headEnd type="none" w="med" len="med"/>
                      <a:tailEnd type="none" w="med" len="med"/>
                    </a:lnL>
                    <a:lnR w="6350" cap="flat" cmpd="sng" algn="ctr">
                      <a:solidFill>
                        <a:srgbClr val="C9D2E3"/>
                      </a:solidFill>
                      <a:prstDash val="solid"/>
                      <a:round/>
                      <a:headEnd type="none" w="med" len="med"/>
                      <a:tailEnd type="none" w="med" len="med"/>
                    </a:lnR>
                    <a:lnT w="6350" cap="flat" cmpd="sng" algn="ctr">
                      <a:solidFill>
                        <a:srgbClr val="C9D2E3"/>
                      </a:solidFill>
                      <a:prstDash val="solid"/>
                      <a:round/>
                      <a:headEnd type="none" w="med" len="med"/>
                      <a:tailEnd type="none" w="med" len="med"/>
                    </a:lnT>
                    <a:lnB w="6350" cap="flat" cmpd="sng" algn="ctr">
                      <a:solidFill>
                        <a:srgbClr val="C9D2E3"/>
                      </a:solidFill>
                      <a:prstDash val="solid"/>
                      <a:round/>
                      <a:headEnd type="none" w="med" len="med"/>
                      <a:tailEnd type="none" w="med" len="med"/>
                    </a:lnB>
                    <a:solidFill>
                      <a:srgbClr val="FDFEFF"/>
                    </a:solidFill>
                  </a:tcPr>
                </a:tc>
                <a:tc>
                  <a:txBody>
                    <a:bodyPr/>
                    <a:lstStyle/>
                    <a:p>
                      <a:pPr algn="ctr" indent="0" marL="0">
                        <a:buNone/>
                      </a:pPr>
                      <a:endParaRPr lang="en-US" sz="800" dirty="0">
                        <a:latin typeface="Meiryo UI" charset="0"/>
                        <a:ea typeface="Meiryo UI" charset="0"/>
                        <a:cs typeface="Meiryo UI" charset="0"/>
                      </a:endParaRPr>
                    </a:p>
                  </a:txBody>
                  <a:tcPr marL="41148" marR="41148" marT="41148" marB="41148" anchor="ctr">
                    <a:lnL w="6350" cap="flat" cmpd="sng" algn="ctr">
                      <a:solidFill>
                        <a:srgbClr val="C9D2E3"/>
                      </a:solidFill>
                      <a:prstDash val="solid"/>
                      <a:round/>
                      <a:headEnd type="none" w="med" len="med"/>
                      <a:tailEnd type="none" w="med" len="med"/>
                    </a:lnL>
                    <a:lnR w="6350" cap="flat" cmpd="sng" algn="ctr">
                      <a:solidFill>
                        <a:srgbClr val="C9D2E3"/>
                      </a:solidFill>
                      <a:prstDash val="solid"/>
                      <a:round/>
                      <a:headEnd type="none" w="med" len="med"/>
                      <a:tailEnd type="none" w="med" len="med"/>
                    </a:lnR>
                    <a:lnT w="6350" cap="flat" cmpd="sng" algn="ctr">
                      <a:solidFill>
                        <a:srgbClr val="C9D2E3"/>
                      </a:solidFill>
                      <a:prstDash val="solid"/>
                      <a:round/>
                      <a:headEnd type="none" w="med" len="med"/>
                      <a:tailEnd type="none" w="med" len="med"/>
                    </a:lnT>
                    <a:lnB w="6350" cap="flat" cmpd="sng" algn="ctr">
                      <a:solidFill>
                        <a:srgbClr val="C9D2E3"/>
                      </a:solidFill>
                      <a:prstDash val="solid"/>
                      <a:round/>
                      <a:headEnd type="none" w="med" len="med"/>
                      <a:tailEnd type="none" w="med" len="med"/>
                    </a:lnB>
                    <a:solidFill>
                      <a:srgbClr val="FDFEFF"/>
                    </a:solidFill>
                  </a:tcPr>
                </a:tc>
                <a:tc>
                  <a:txBody>
                    <a:bodyPr/>
                    <a:lstStyle/>
                    <a:p>
                      <a:pPr algn="ctr" indent="0" marL="0">
                        <a:buNone/>
                      </a:pPr>
                      <a:endParaRPr lang="en-US" sz="800" dirty="0">
                        <a:latin typeface="Meiryo UI" charset="0"/>
                        <a:ea typeface="Meiryo UI" charset="0"/>
                        <a:cs typeface="Meiryo UI" charset="0"/>
                      </a:endParaRPr>
                    </a:p>
                  </a:txBody>
                  <a:tcPr marL="41148" marR="41148" marT="41148" marB="41148" anchor="ctr">
                    <a:lnL w="6350" cap="flat" cmpd="sng" algn="ctr">
                      <a:solidFill>
                        <a:srgbClr val="C9D2E3"/>
                      </a:solidFill>
                      <a:prstDash val="solid"/>
                      <a:round/>
                      <a:headEnd type="none" w="med" len="med"/>
                      <a:tailEnd type="none" w="med" len="med"/>
                    </a:lnL>
                    <a:lnR w="6350" cap="flat" cmpd="sng" algn="ctr">
                      <a:solidFill>
                        <a:srgbClr val="C9D2E3"/>
                      </a:solidFill>
                      <a:prstDash val="solid"/>
                      <a:round/>
                      <a:headEnd type="none" w="med" len="med"/>
                      <a:tailEnd type="none" w="med" len="med"/>
                    </a:lnR>
                    <a:lnT w="6350" cap="flat" cmpd="sng" algn="ctr">
                      <a:solidFill>
                        <a:srgbClr val="C9D2E3"/>
                      </a:solidFill>
                      <a:prstDash val="solid"/>
                      <a:round/>
                      <a:headEnd type="none" w="med" len="med"/>
                      <a:tailEnd type="none" w="med" len="med"/>
                    </a:lnT>
                    <a:lnB w="6350" cap="flat" cmpd="sng" algn="ctr">
                      <a:solidFill>
                        <a:srgbClr val="C9D2E3"/>
                      </a:solidFill>
                      <a:prstDash val="solid"/>
                      <a:round/>
                      <a:headEnd type="none" w="med" len="med"/>
                      <a:tailEnd type="none" w="med" len="med"/>
                    </a:lnB>
                    <a:solidFill>
                      <a:srgbClr val="FDFEFF"/>
                    </a:solidFill>
                  </a:tcPr>
                </a:tc>
                <a:tc>
                  <a:txBody>
                    <a:bodyPr/>
                    <a:lstStyle/>
                    <a:p>
                      <a:pPr algn="ctr" indent="0" marL="0">
                        <a:buNone/>
                      </a:pPr>
                      <a:endParaRPr lang="en-US" sz="800" dirty="0">
                        <a:latin typeface="Meiryo UI" charset="0"/>
                        <a:ea typeface="Meiryo UI" charset="0"/>
                        <a:cs typeface="Meiryo UI" charset="0"/>
                      </a:endParaRPr>
                    </a:p>
                  </a:txBody>
                  <a:tcPr marL="41148" marR="41148" marT="41148" marB="41148" anchor="ctr">
                    <a:lnL w="6350" cap="flat" cmpd="sng" algn="ctr">
                      <a:solidFill>
                        <a:srgbClr val="C9D2E3"/>
                      </a:solidFill>
                      <a:prstDash val="solid"/>
                      <a:round/>
                      <a:headEnd type="none" w="med" len="med"/>
                      <a:tailEnd type="none" w="med" len="med"/>
                    </a:lnL>
                    <a:lnR w="6350" cap="flat" cmpd="sng" algn="ctr">
                      <a:solidFill>
                        <a:srgbClr val="C9D2E3"/>
                      </a:solidFill>
                      <a:prstDash val="solid"/>
                      <a:round/>
                      <a:headEnd type="none" w="med" len="med"/>
                      <a:tailEnd type="none" w="med" len="med"/>
                    </a:lnR>
                    <a:lnT w="6350" cap="flat" cmpd="sng" algn="ctr">
                      <a:solidFill>
                        <a:srgbClr val="C9D2E3"/>
                      </a:solidFill>
                      <a:prstDash val="solid"/>
                      <a:round/>
                      <a:headEnd type="none" w="med" len="med"/>
                      <a:tailEnd type="none" w="med" len="med"/>
                    </a:lnT>
                    <a:lnB w="6350" cap="flat" cmpd="sng" algn="ctr">
                      <a:solidFill>
                        <a:srgbClr val="C9D2E3"/>
                      </a:solidFill>
                      <a:prstDash val="solid"/>
                      <a:round/>
                      <a:headEnd type="none" w="med" len="med"/>
                      <a:tailEnd type="none" w="med" len="med"/>
                    </a:lnB>
                    <a:solidFill>
                      <a:srgbClr val="FDFEFF"/>
                    </a:solidFill>
                  </a:tcPr>
                </a:tc>
                <a:tc>
                  <a:txBody>
                    <a:bodyPr/>
                    <a:lstStyle/>
                    <a:p>
                      <a:pPr algn="ctr" indent="0" marL="0">
                        <a:buNone/>
                      </a:pPr>
                      <a:endParaRPr lang="en-US" sz="800" dirty="0">
                        <a:latin typeface="Meiryo UI" charset="0"/>
                        <a:ea typeface="Meiryo UI" charset="0"/>
                        <a:cs typeface="Meiryo UI" charset="0"/>
                      </a:endParaRPr>
                    </a:p>
                  </a:txBody>
                  <a:tcPr marL="41148" marR="41148" marT="41148" marB="41148" anchor="ctr">
                    <a:lnL w="6350" cap="flat" cmpd="sng" algn="ctr">
                      <a:solidFill>
                        <a:srgbClr val="C9D2E3"/>
                      </a:solidFill>
                      <a:prstDash val="solid"/>
                      <a:round/>
                      <a:headEnd type="none" w="med" len="med"/>
                      <a:tailEnd type="none" w="med" len="med"/>
                    </a:lnL>
                    <a:lnR w="6350" cap="flat" cmpd="sng" algn="ctr">
                      <a:solidFill>
                        <a:srgbClr val="C9D2E3"/>
                      </a:solidFill>
                      <a:prstDash val="solid"/>
                      <a:round/>
                      <a:headEnd type="none" w="med" len="med"/>
                      <a:tailEnd type="none" w="med" len="med"/>
                    </a:lnR>
                    <a:lnT w="6350" cap="flat" cmpd="sng" algn="ctr">
                      <a:solidFill>
                        <a:srgbClr val="C9D2E3"/>
                      </a:solidFill>
                      <a:prstDash val="solid"/>
                      <a:round/>
                      <a:headEnd type="none" w="med" len="med"/>
                      <a:tailEnd type="none" w="med" len="med"/>
                    </a:lnT>
                    <a:lnB w="6350" cap="flat" cmpd="sng" algn="ctr">
                      <a:solidFill>
                        <a:srgbClr val="C9D2E3"/>
                      </a:solidFill>
                      <a:prstDash val="solid"/>
                      <a:round/>
                      <a:headEnd type="none" w="med" len="med"/>
                      <a:tailEnd type="none" w="med" len="med"/>
                    </a:lnB>
                    <a:solidFill>
                      <a:srgbClr val="FDFEFF"/>
                    </a:solidFill>
                  </a:tcPr>
                </a:tc>
                <a:tc>
                  <a:txBody>
                    <a:bodyPr/>
                    <a:lstStyle/>
                    <a:p>
                      <a:pPr algn="ctr" indent="0" marL="0">
                        <a:buNone/>
                      </a:pPr>
                      <a:endParaRPr lang="en-US" sz="800" dirty="0">
                        <a:latin typeface="Meiryo UI" charset="0"/>
                        <a:ea typeface="Meiryo UI" charset="0"/>
                        <a:cs typeface="Meiryo UI" charset="0"/>
                      </a:endParaRPr>
                    </a:p>
                  </a:txBody>
                  <a:tcPr marL="41148" marR="41148" marT="41148" marB="41148" anchor="ctr">
                    <a:lnL w="6350" cap="flat" cmpd="sng" algn="ctr">
                      <a:solidFill>
                        <a:srgbClr val="C9D2E3"/>
                      </a:solidFill>
                      <a:prstDash val="solid"/>
                      <a:round/>
                      <a:headEnd type="none" w="med" len="med"/>
                      <a:tailEnd type="none" w="med" len="med"/>
                    </a:lnL>
                    <a:lnR w="6350" cap="flat" cmpd="sng" algn="ctr">
                      <a:solidFill>
                        <a:srgbClr val="C9D2E3"/>
                      </a:solidFill>
                      <a:prstDash val="solid"/>
                      <a:round/>
                      <a:headEnd type="none" w="med" len="med"/>
                      <a:tailEnd type="none" w="med" len="med"/>
                    </a:lnR>
                    <a:lnT w="6350" cap="flat" cmpd="sng" algn="ctr">
                      <a:solidFill>
                        <a:srgbClr val="C9D2E3"/>
                      </a:solidFill>
                      <a:prstDash val="solid"/>
                      <a:round/>
                      <a:headEnd type="none" w="med" len="med"/>
                      <a:tailEnd type="none" w="med" len="med"/>
                    </a:lnT>
                    <a:lnB w="6350" cap="flat" cmpd="sng" algn="ctr">
                      <a:solidFill>
                        <a:srgbClr val="C9D2E3"/>
                      </a:solidFill>
                      <a:prstDash val="solid"/>
                      <a:round/>
                      <a:headEnd type="none" w="med" len="med"/>
                      <a:tailEnd type="none" w="med" len="med"/>
                    </a:lnB>
                    <a:solidFill>
                      <a:srgbClr val="FDFEFF"/>
                    </a:solidFill>
                  </a:tcPr>
                </a:tc>
              </a:tr>
              <a:tr h="201168">
                <a:tc gridSpan="3">
                  <a:txBody>
                    <a:bodyPr/>
                    <a:lstStyle/>
                    <a:p>
                      <a:pPr algn="l" indent="0" marL="0">
                        <a:buNone/>
                      </a:pPr>
                      <a:r>
                        <a:rPr lang="en-US" sz="900" b="1" dirty="0">
                          <a:solidFill>
                            <a:srgbClr val="FFFFFF"/>
                          </a:solidFill>
                          <a:latin typeface="Meiryo UI" pitchFamily="34" charset="0"/>
                          <a:ea typeface="Meiryo UI" pitchFamily="34" charset="-122"/>
                          <a:cs typeface="Meiryo UI" pitchFamily="34" charset="-120"/>
                        </a:rPr>
                        <a:t>D｜Delivery（納期）— 3ヶ月完遂の確実性</a:t>
                      </a:r>
                      <a:endParaRPr lang="en-US" sz="900" dirty="0">
                        <a:latin typeface="Meiryo UI" charset="0"/>
                        <a:ea typeface="Meiryo UI" charset="0"/>
                        <a:cs typeface="Meiryo UI" charset="0"/>
                      </a:endParaRPr>
                    </a:p>
                  </a:txBody>
                  <a:tcPr marL="41148" marR="41148" marT="41148" marB="41148" anchor="ctr">
                    <a:lnL w="6350" cap="flat" cmpd="sng" algn="ctr">
                      <a:solidFill>
                        <a:srgbClr val="C9D2E3"/>
                      </a:solidFill>
                      <a:prstDash val="solid"/>
                      <a:round/>
                      <a:headEnd type="none" w="med" len="med"/>
                      <a:tailEnd type="none" w="med" len="med"/>
                    </a:lnL>
                    <a:lnR w="6350" cap="flat" cmpd="sng" algn="ctr">
                      <a:solidFill>
                        <a:srgbClr val="C9D2E3"/>
                      </a:solidFill>
                      <a:prstDash val="solid"/>
                      <a:round/>
                      <a:headEnd type="none" w="med" len="med"/>
                      <a:tailEnd type="none" w="med" len="med"/>
                    </a:lnR>
                    <a:lnT w="6350" cap="flat" cmpd="sng" algn="ctr">
                      <a:solidFill>
                        <a:srgbClr val="C9D2E3"/>
                      </a:solidFill>
                      <a:prstDash val="solid"/>
                      <a:round/>
                      <a:headEnd type="none" w="med" len="med"/>
                      <a:tailEnd type="none" w="med" len="med"/>
                    </a:lnT>
                    <a:lnB w="6350" cap="flat" cmpd="sng" algn="ctr">
                      <a:solidFill>
                        <a:srgbClr val="C9D2E3"/>
                      </a:solidFill>
                      <a:prstDash val="solid"/>
                      <a:round/>
                      <a:headEnd type="none" w="med" len="med"/>
                      <a:tailEnd type="none" w="med" len="med"/>
                    </a:lnB>
                    <a:solidFill>
                      <a:srgbClr val="B4700A"/>
                    </a:solidFill>
                  </a:tcPr>
                </a:tc>
                <a:tc hMerge="1">
                  <a:tcPr/>
                </a:tc>
                <a:tc hMerge="1">
                  <a:tcPr/>
                </a:tc>
                <a:tc>
                  <a:txBody>
                    <a:bodyPr/>
                    <a:lstStyle/>
                    <a:p>
                      <a:pPr algn="ctr" indent="0" marL="0">
                        <a:buNone/>
                      </a:pPr>
                      <a:r>
                        <a:rPr lang="en-US" sz="900" b="1" dirty="0">
                          <a:solidFill>
                            <a:srgbClr val="FFFFFF"/>
                          </a:solidFill>
                          <a:latin typeface="Meiryo UI" pitchFamily="34" charset="0"/>
                          <a:ea typeface="Meiryo UI" pitchFamily="34" charset="-122"/>
                          <a:cs typeface="Meiryo UI" pitchFamily="34" charset="-120"/>
                        </a:rPr>
                        <a:t>30</a:t>
                      </a:r>
                      <a:endParaRPr lang="en-US" sz="900" dirty="0">
                        <a:latin typeface="Meiryo UI" charset="0"/>
                        <a:ea typeface="Meiryo UI" charset="0"/>
                        <a:cs typeface="Meiryo UI" charset="0"/>
                      </a:endParaRPr>
                    </a:p>
                  </a:txBody>
                  <a:tcPr marL="41148" marR="41148" marT="41148" marB="41148" anchor="ctr">
                    <a:lnL w="6350" cap="flat" cmpd="sng" algn="ctr">
                      <a:solidFill>
                        <a:srgbClr val="C9D2E3"/>
                      </a:solidFill>
                      <a:prstDash val="solid"/>
                      <a:round/>
                      <a:headEnd type="none" w="med" len="med"/>
                      <a:tailEnd type="none" w="med" len="med"/>
                    </a:lnL>
                    <a:lnR w="6350" cap="flat" cmpd="sng" algn="ctr">
                      <a:solidFill>
                        <a:srgbClr val="C9D2E3"/>
                      </a:solidFill>
                      <a:prstDash val="solid"/>
                      <a:round/>
                      <a:headEnd type="none" w="med" len="med"/>
                      <a:tailEnd type="none" w="med" len="med"/>
                    </a:lnR>
                    <a:lnT w="6350" cap="flat" cmpd="sng" algn="ctr">
                      <a:solidFill>
                        <a:srgbClr val="C9D2E3"/>
                      </a:solidFill>
                      <a:prstDash val="solid"/>
                      <a:round/>
                      <a:headEnd type="none" w="med" len="med"/>
                      <a:tailEnd type="none" w="med" len="med"/>
                    </a:lnT>
                    <a:lnB w="6350" cap="flat" cmpd="sng" algn="ctr">
                      <a:solidFill>
                        <a:srgbClr val="C9D2E3"/>
                      </a:solidFill>
                      <a:prstDash val="solid"/>
                      <a:round/>
                      <a:headEnd type="none" w="med" len="med"/>
                      <a:tailEnd type="none" w="med" len="med"/>
                    </a:lnB>
                    <a:solidFill>
                      <a:srgbClr val="B4700A"/>
                    </a:solidFill>
                  </a:tcPr>
                </a:tc>
                <a:tc>
                  <a:txBody>
                    <a:bodyPr/>
                    <a:lstStyle/>
                    <a:p>
                      <a:pPr algn="ctr" indent="0" marL="0">
                        <a:buNone/>
                      </a:pPr>
                      <a:endParaRPr lang="en-US" sz="900" dirty="0">
                        <a:latin typeface="Meiryo UI" charset="0"/>
                        <a:ea typeface="Meiryo UI" charset="0"/>
                        <a:cs typeface="Meiryo UI" charset="0"/>
                      </a:endParaRPr>
                    </a:p>
                  </a:txBody>
                  <a:tcPr marL="41148" marR="41148" marT="41148" marB="41148" anchor="ctr">
                    <a:lnL w="6350" cap="flat" cmpd="sng" algn="ctr">
                      <a:solidFill>
                        <a:srgbClr val="C9D2E3"/>
                      </a:solidFill>
                      <a:prstDash val="solid"/>
                      <a:round/>
                      <a:headEnd type="none" w="med" len="med"/>
                      <a:tailEnd type="none" w="med" len="med"/>
                    </a:lnL>
                    <a:lnR w="6350" cap="flat" cmpd="sng" algn="ctr">
                      <a:solidFill>
                        <a:srgbClr val="C9D2E3"/>
                      </a:solidFill>
                      <a:prstDash val="solid"/>
                      <a:round/>
                      <a:headEnd type="none" w="med" len="med"/>
                      <a:tailEnd type="none" w="med" len="med"/>
                    </a:lnR>
                    <a:lnT w="6350" cap="flat" cmpd="sng" algn="ctr">
                      <a:solidFill>
                        <a:srgbClr val="C9D2E3"/>
                      </a:solidFill>
                      <a:prstDash val="solid"/>
                      <a:round/>
                      <a:headEnd type="none" w="med" len="med"/>
                      <a:tailEnd type="none" w="med" len="med"/>
                    </a:lnT>
                    <a:lnB w="6350" cap="flat" cmpd="sng" algn="ctr">
                      <a:solidFill>
                        <a:srgbClr val="C9D2E3"/>
                      </a:solidFill>
                      <a:prstDash val="solid"/>
                      <a:round/>
                      <a:headEnd type="none" w="med" len="med"/>
                      <a:tailEnd type="none" w="med" len="med"/>
                    </a:lnB>
                    <a:solidFill>
                      <a:srgbClr val="B4700A"/>
                    </a:solidFill>
                  </a:tcPr>
                </a:tc>
                <a:tc>
                  <a:txBody>
                    <a:bodyPr/>
                    <a:lstStyle/>
                    <a:p>
                      <a:pPr algn="ctr" indent="0" marL="0">
                        <a:buNone/>
                      </a:pPr>
                      <a:endParaRPr lang="en-US" sz="900" dirty="0">
                        <a:latin typeface="Meiryo UI" charset="0"/>
                        <a:ea typeface="Meiryo UI" charset="0"/>
                        <a:cs typeface="Meiryo UI" charset="0"/>
                      </a:endParaRPr>
                    </a:p>
                  </a:txBody>
                  <a:tcPr marL="41148" marR="41148" marT="41148" marB="41148" anchor="ctr">
                    <a:lnL w="6350" cap="flat" cmpd="sng" algn="ctr">
                      <a:solidFill>
                        <a:srgbClr val="C9D2E3"/>
                      </a:solidFill>
                      <a:prstDash val="solid"/>
                      <a:round/>
                      <a:headEnd type="none" w="med" len="med"/>
                      <a:tailEnd type="none" w="med" len="med"/>
                    </a:lnL>
                    <a:lnR w="6350" cap="flat" cmpd="sng" algn="ctr">
                      <a:solidFill>
                        <a:srgbClr val="C9D2E3"/>
                      </a:solidFill>
                      <a:prstDash val="solid"/>
                      <a:round/>
                      <a:headEnd type="none" w="med" len="med"/>
                      <a:tailEnd type="none" w="med" len="med"/>
                    </a:lnR>
                    <a:lnT w="6350" cap="flat" cmpd="sng" algn="ctr">
                      <a:solidFill>
                        <a:srgbClr val="C9D2E3"/>
                      </a:solidFill>
                      <a:prstDash val="solid"/>
                      <a:round/>
                      <a:headEnd type="none" w="med" len="med"/>
                      <a:tailEnd type="none" w="med" len="med"/>
                    </a:lnT>
                    <a:lnB w="6350" cap="flat" cmpd="sng" algn="ctr">
                      <a:solidFill>
                        <a:srgbClr val="C9D2E3"/>
                      </a:solidFill>
                      <a:prstDash val="solid"/>
                      <a:round/>
                      <a:headEnd type="none" w="med" len="med"/>
                      <a:tailEnd type="none" w="med" len="med"/>
                    </a:lnB>
                    <a:solidFill>
                      <a:srgbClr val="B4700A"/>
                    </a:solidFill>
                  </a:tcPr>
                </a:tc>
                <a:tc>
                  <a:txBody>
                    <a:bodyPr/>
                    <a:lstStyle/>
                    <a:p>
                      <a:pPr algn="ctr" indent="0" marL="0">
                        <a:buNone/>
                      </a:pPr>
                      <a:endParaRPr lang="en-US" sz="900" dirty="0">
                        <a:latin typeface="Meiryo UI" charset="0"/>
                        <a:ea typeface="Meiryo UI" charset="0"/>
                        <a:cs typeface="Meiryo UI" charset="0"/>
                      </a:endParaRPr>
                    </a:p>
                  </a:txBody>
                  <a:tcPr marL="41148" marR="41148" marT="41148" marB="41148" anchor="ctr">
                    <a:lnL w="6350" cap="flat" cmpd="sng" algn="ctr">
                      <a:solidFill>
                        <a:srgbClr val="C9D2E3"/>
                      </a:solidFill>
                      <a:prstDash val="solid"/>
                      <a:round/>
                      <a:headEnd type="none" w="med" len="med"/>
                      <a:tailEnd type="none" w="med" len="med"/>
                    </a:lnL>
                    <a:lnR w="6350" cap="flat" cmpd="sng" algn="ctr">
                      <a:solidFill>
                        <a:srgbClr val="C9D2E3"/>
                      </a:solidFill>
                      <a:prstDash val="solid"/>
                      <a:round/>
                      <a:headEnd type="none" w="med" len="med"/>
                      <a:tailEnd type="none" w="med" len="med"/>
                    </a:lnR>
                    <a:lnT w="6350" cap="flat" cmpd="sng" algn="ctr">
                      <a:solidFill>
                        <a:srgbClr val="C9D2E3"/>
                      </a:solidFill>
                      <a:prstDash val="solid"/>
                      <a:round/>
                      <a:headEnd type="none" w="med" len="med"/>
                      <a:tailEnd type="none" w="med" len="med"/>
                    </a:lnT>
                    <a:lnB w="6350" cap="flat" cmpd="sng" algn="ctr">
                      <a:solidFill>
                        <a:srgbClr val="C9D2E3"/>
                      </a:solidFill>
                      <a:prstDash val="solid"/>
                      <a:round/>
                      <a:headEnd type="none" w="med" len="med"/>
                      <a:tailEnd type="none" w="med" len="med"/>
                    </a:lnB>
                    <a:solidFill>
                      <a:srgbClr val="B4700A"/>
                    </a:solidFill>
                  </a:tcPr>
                </a:tc>
                <a:tc>
                  <a:txBody>
                    <a:bodyPr/>
                    <a:lstStyle/>
                    <a:p>
                      <a:pPr algn="ctr" indent="0" marL="0">
                        <a:buNone/>
                      </a:pPr>
                      <a:endParaRPr lang="en-US" sz="900" dirty="0">
                        <a:latin typeface="Meiryo UI" charset="0"/>
                        <a:ea typeface="Meiryo UI" charset="0"/>
                        <a:cs typeface="Meiryo UI" charset="0"/>
                      </a:endParaRPr>
                    </a:p>
                  </a:txBody>
                  <a:tcPr marL="41148" marR="41148" marT="41148" marB="41148" anchor="ctr">
                    <a:lnL w="6350" cap="flat" cmpd="sng" algn="ctr">
                      <a:solidFill>
                        <a:srgbClr val="C9D2E3"/>
                      </a:solidFill>
                      <a:prstDash val="solid"/>
                      <a:round/>
                      <a:headEnd type="none" w="med" len="med"/>
                      <a:tailEnd type="none" w="med" len="med"/>
                    </a:lnL>
                    <a:lnR w="6350" cap="flat" cmpd="sng" algn="ctr">
                      <a:solidFill>
                        <a:srgbClr val="C9D2E3"/>
                      </a:solidFill>
                      <a:prstDash val="solid"/>
                      <a:round/>
                      <a:headEnd type="none" w="med" len="med"/>
                      <a:tailEnd type="none" w="med" len="med"/>
                    </a:lnR>
                    <a:lnT w="6350" cap="flat" cmpd="sng" algn="ctr">
                      <a:solidFill>
                        <a:srgbClr val="C9D2E3"/>
                      </a:solidFill>
                      <a:prstDash val="solid"/>
                      <a:round/>
                      <a:headEnd type="none" w="med" len="med"/>
                      <a:tailEnd type="none" w="med" len="med"/>
                    </a:lnT>
                    <a:lnB w="6350" cap="flat" cmpd="sng" algn="ctr">
                      <a:solidFill>
                        <a:srgbClr val="C9D2E3"/>
                      </a:solidFill>
                      <a:prstDash val="solid"/>
                      <a:round/>
                      <a:headEnd type="none" w="med" len="med"/>
                      <a:tailEnd type="none" w="med" len="med"/>
                    </a:lnB>
                    <a:solidFill>
                      <a:srgbClr val="B4700A"/>
                    </a:solidFill>
                  </a:tcPr>
                </a:tc>
                <a:tc>
                  <a:txBody>
                    <a:bodyPr/>
                    <a:lstStyle/>
                    <a:p>
                      <a:pPr algn="ctr" indent="0" marL="0">
                        <a:buNone/>
                      </a:pPr>
                      <a:endParaRPr lang="en-US" sz="900" dirty="0">
                        <a:latin typeface="Meiryo UI" charset="0"/>
                        <a:ea typeface="Meiryo UI" charset="0"/>
                        <a:cs typeface="Meiryo UI" charset="0"/>
                      </a:endParaRPr>
                    </a:p>
                  </a:txBody>
                  <a:tcPr marL="41148" marR="41148" marT="41148" marB="41148" anchor="ctr">
                    <a:lnL w="6350" cap="flat" cmpd="sng" algn="ctr">
                      <a:solidFill>
                        <a:srgbClr val="C9D2E3"/>
                      </a:solidFill>
                      <a:prstDash val="solid"/>
                      <a:round/>
                      <a:headEnd type="none" w="med" len="med"/>
                      <a:tailEnd type="none" w="med" len="med"/>
                    </a:lnL>
                    <a:lnR w="6350" cap="flat" cmpd="sng" algn="ctr">
                      <a:solidFill>
                        <a:srgbClr val="C9D2E3"/>
                      </a:solidFill>
                      <a:prstDash val="solid"/>
                      <a:round/>
                      <a:headEnd type="none" w="med" len="med"/>
                      <a:tailEnd type="none" w="med" len="med"/>
                    </a:lnR>
                    <a:lnT w="6350" cap="flat" cmpd="sng" algn="ctr">
                      <a:solidFill>
                        <a:srgbClr val="C9D2E3"/>
                      </a:solidFill>
                      <a:prstDash val="solid"/>
                      <a:round/>
                      <a:headEnd type="none" w="med" len="med"/>
                      <a:tailEnd type="none" w="med" len="med"/>
                    </a:lnT>
                    <a:lnB w="6350" cap="flat" cmpd="sng" algn="ctr">
                      <a:solidFill>
                        <a:srgbClr val="C9D2E3"/>
                      </a:solidFill>
                      <a:prstDash val="solid"/>
                      <a:round/>
                      <a:headEnd type="none" w="med" len="med"/>
                      <a:tailEnd type="none" w="med" len="med"/>
                    </a:lnB>
                    <a:solidFill>
                      <a:srgbClr val="B4700A"/>
                    </a:solidFill>
                  </a:tcPr>
                </a:tc>
                <a:tc>
                  <a:txBody>
                    <a:bodyPr/>
                    <a:lstStyle/>
                    <a:p>
                      <a:pPr algn="ctr" indent="0" marL="0">
                        <a:buNone/>
                      </a:pPr>
                      <a:endParaRPr lang="en-US" sz="900" dirty="0">
                        <a:latin typeface="Meiryo UI" charset="0"/>
                        <a:ea typeface="Meiryo UI" charset="0"/>
                        <a:cs typeface="Meiryo UI" charset="0"/>
                      </a:endParaRPr>
                    </a:p>
                  </a:txBody>
                  <a:tcPr marL="41148" marR="41148" marT="41148" marB="41148" anchor="ctr">
                    <a:lnL w="6350" cap="flat" cmpd="sng" algn="ctr">
                      <a:solidFill>
                        <a:srgbClr val="C9D2E3"/>
                      </a:solidFill>
                      <a:prstDash val="solid"/>
                      <a:round/>
                      <a:headEnd type="none" w="med" len="med"/>
                      <a:tailEnd type="none" w="med" len="med"/>
                    </a:lnL>
                    <a:lnR w="6350" cap="flat" cmpd="sng" algn="ctr">
                      <a:solidFill>
                        <a:srgbClr val="C9D2E3"/>
                      </a:solidFill>
                      <a:prstDash val="solid"/>
                      <a:round/>
                      <a:headEnd type="none" w="med" len="med"/>
                      <a:tailEnd type="none" w="med" len="med"/>
                    </a:lnR>
                    <a:lnT w="6350" cap="flat" cmpd="sng" algn="ctr">
                      <a:solidFill>
                        <a:srgbClr val="C9D2E3"/>
                      </a:solidFill>
                      <a:prstDash val="solid"/>
                      <a:round/>
                      <a:headEnd type="none" w="med" len="med"/>
                      <a:tailEnd type="none" w="med" len="med"/>
                    </a:lnT>
                    <a:lnB w="6350" cap="flat" cmpd="sng" algn="ctr">
                      <a:solidFill>
                        <a:srgbClr val="C9D2E3"/>
                      </a:solidFill>
                      <a:prstDash val="solid"/>
                      <a:round/>
                      <a:headEnd type="none" w="med" len="med"/>
                      <a:tailEnd type="none" w="med" len="med"/>
                    </a:lnB>
                    <a:solidFill>
                      <a:srgbClr val="B4700A"/>
                    </a:solidFill>
                  </a:tcPr>
                </a:tc>
              </a:tr>
              <a:tr h="230429">
                <a:tc>
                  <a:txBody>
                    <a:bodyPr/>
                    <a:lstStyle/>
                    <a:p>
                      <a:pPr algn="ctr" indent="0" marL="0">
                        <a:buNone/>
                      </a:pPr>
                      <a:r>
                        <a:rPr lang="en-US" sz="800" b="1" dirty="0">
                          <a:solidFill>
                            <a:srgbClr val="333333"/>
                          </a:solidFill>
                          <a:latin typeface="Meiryo UI" pitchFamily="34" charset="0"/>
                          <a:ea typeface="Meiryo UI" pitchFamily="34" charset="-122"/>
                          <a:cs typeface="Meiryo UI" pitchFamily="34" charset="-120"/>
                        </a:rPr>
                        <a:t>D1</a:t>
                      </a:r>
                      <a:endParaRPr lang="en-US" sz="800" dirty="0">
                        <a:latin typeface="Meiryo UI" charset="0"/>
                        <a:ea typeface="Meiryo UI" charset="0"/>
                        <a:cs typeface="Meiryo UI" charset="0"/>
                      </a:endParaRPr>
                    </a:p>
                  </a:txBody>
                  <a:tcPr marL="41148" marR="41148" marT="41148" marB="41148" anchor="ctr">
                    <a:lnL w="6350" cap="flat" cmpd="sng" algn="ctr">
                      <a:solidFill>
                        <a:srgbClr val="C9D2E3"/>
                      </a:solidFill>
                      <a:prstDash val="solid"/>
                      <a:round/>
                      <a:headEnd type="none" w="med" len="med"/>
                      <a:tailEnd type="none" w="med" len="med"/>
                    </a:lnL>
                    <a:lnR w="6350" cap="flat" cmpd="sng" algn="ctr">
                      <a:solidFill>
                        <a:srgbClr val="C9D2E3"/>
                      </a:solidFill>
                      <a:prstDash val="solid"/>
                      <a:round/>
                      <a:headEnd type="none" w="med" len="med"/>
                      <a:tailEnd type="none" w="med" len="med"/>
                    </a:lnR>
                    <a:lnT w="6350" cap="flat" cmpd="sng" algn="ctr">
                      <a:solidFill>
                        <a:srgbClr val="C9D2E3"/>
                      </a:solidFill>
                      <a:prstDash val="solid"/>
                      <a:round/>
                      <a:headEnd type="none" w="med" len="med"/>
                      <a:tailEnd type="none" w="med" len="med"/>
                    </a:lnT>
                    <a:lnB w="6350" cap="flat" cmpd="sng" algn="ctr">
                      <a:solidFill>
                        <a:srgbClr val="C9D2E3"/>
                      </a:solidFill>
                      <a:prstDash val="solid"/>
                      <a:round/>
                      <a:headEnd type="none" w="med" len="med"/>
                      <a:tailEnd type="none" w="med" len="med"/>
                    </a:lnB>
                  </a:tcPr>
                </a:tc>
                <a:tc>
                  <a:txBody>
                    <a:bodyPr/>
                    <a:lstStyle/>
                    <a:p>
                      <a:pPr algn="l" indent="0" marL="0">
                        <a:buNone/>
                      </a:pPr>
                      <a:r>
                        <a:rPr lang="en-US" sz="800" b="1" dirty="0">
                          <a:solidFill>
                            <a:srgbClr val="333333"/>
                          </a:solidFill>
                          <a:latin typeface="Meiryo UI" pitchFamily="34" charset="0"/>
                          <a:ea typeface="Meiryo UI" pitchFamily="34" charset="-122"/>
                          <a:cs typeface="Meiryo UI" pitchFamily="34" charset="-120"/>
                        </a:rPr>
                        <a:t>実行計画（WBS）の実現性</a:t>
                      </a:r>
                      <a:endParaRPr lang="en-US" sz="800" dirty="0">
                        <a:latin typeface="Meiryo UI" charset="0"/>
                        <a:ea typeface="Meiryo UI" charset="0"/>
                        <a:cs typeface="Meiryo UI" charset="0"/>
                      </a:endParaRPr>
                    </a:p>
                  </a:txBody>
                  <a:tcPr marL="41148" marR="41148" marT="41148" marB="41148" anchor="ctr">
                    <a:lnL w="6350" cap="flat" cmpd="sng" algn="ctr">
                      <a:solidFill>
                        <a:srgbClr val="C9D2E3"/>
                      </a:solidFill>
                      <a:prstDash val="solid"/>
                      <a:round/>
                      <a:headEnd type="none" w="med" len="med"/>
                      <a:tailEnd type="none" w="med" len="med"/>
                    </a:lnL>
                    <a:lnR w="6350" cap="flat" cmpd="sng" algn="ctr">
                      <a:solidFill>
                        <a:srgbClr val="C9D2E3"/>
                      </a:solidFill>
                      <a:prstDash val="solid"/>
                      <a:round/>
                      <a:headEnd type="none" w="med" len="med"/>
                      <a:tailEnd type="none" w="med" len="med"/>
                    </a:lnR>
                    <a:lnT w="6350" cap="flat" cmpd="sng" algn="ctr">
                      <a:solidFill>
                        <a:srgbClr val="C9D2E3"/>
                      </a:solidFill>
                      <a:prstDash val="solid"/>
                      <a:round/>
                      <a:headEnd type="none" w="med" len="med"/>
                      <a:tailEnd type="none" w="med" len="med"/>
                    </a:lnT>
                    <a:lnB w="6350" cap="flat" cmpd="sng" algn="ctr">
                      <a:solidFill>
                        <a:srgbClr val="C9D2E3"/>
                      </a:solidFill>
                      <a:prstDash val="solid"/>
                      <a:round/>
                      <a:headEnd type="none" w="med" len="med"/>
                      <a:tailEnd type="none" w="med" len="med"/>
                    </a:lnB>
                  </a:tcPr>
                </a:tc>
                <a:tc>
                  <a:txBody>
                    <a:bodyPr/>
                    <a:lstStyle/>
                    <a:p>
                      <a:pPr algn="l" indent="0" marL="0">
                        <a:buNone/>
                      </a:pPr>
                      <a:r>
                        <a:rPr lang="en-US" sz="750" dirty="0">
                          <a:solidFill>
                            <a:srgbClr val="333333"/>
                          </a:solidFill>
                          <a:latin typeface="Meiryo UI" pitchFamily="34" charset="0"/>
                          <a:ea typeface="Meiryo UI" pitchFamily="34" charset="-122"/>
                          <a:cs typeface="Meiryo UI" pitchFamily="34" charset="-120"/>
                        </a:rPr>
                        <a:t>9〜11月の計画に海外拠点ヒアリング統合等の依存関係とクリティカルパスが織り込まれているか</a:t>
                      </a:r>
                      <a:endParaRPr lang="en-US" sz="750" dirty="0">
                        <a:latin typeface="Meiryo UI" charset="0"/>
                        <a:ea typeface="Meiryo UI" charset="0"/>
                        <a:cs typeface="Meiryo UI" charset="0"/>
                      </a:endParaRPr>
                    </a:p>
                  </a:txBody>
                  <a:tcPr marL="41148" marR="41148" marT="41148" marB="41148" anchor="ctr">
                    <a:lnL w="6350" cap="flat" cmpd="sng" algn="ctr">
                      <a:solidFill>
                        <a:srgbClr val="C9D2E3"/>
                      </a:solidFill>
                      <a:prstDash val="solid"/>
                      <a:round/>
                      <a:headEnd type="none" w="med" len="med"/>
                      <a:tailEnd type="none" w="med" len="med"/>
                    </a:lnL>
                    <a:lnR w="6350" cap="flat" cmpd="sng" algn="ctr">
                      <a:solidFill>
                        <a:srgbClr val="C9D2E3"/>
                      </a:solidFill>
                      <a:prstDash val="solid"/>
                      <a:round/>
                      <a:headEnd type="none" w="med" len="med"/>
                      <a:tailEnd type="none" w="med" len="med"/>
                    </a:lnR>
                    <a:lnT w="6350" cap="flat" cmpd="sng" algn="ctr">
                      <a:solidFill>
                        <a:srgbClr val="C9D2E3"/>
                      </a:solidFill>
                      <a:prstDash val="solid"/>
                      <a:round/>
                      <a:headEnd type="none" w="med" len="med"/>
                      <a:tailEnd type="none" w="med" len="med"/>
                    </a:lnT>
                    <a:lnB w="6350" cap="flat" cmpd="sng" algn="ctr">
                      <a:solidFill>
                        <a:srgbClr val="C9D2E3"/>
                      </a:solidFill>
                      <a:prstDash val="solid"/>
                      <a:round/>
                      <a:headEnd type="none" w="med" len="med"/>
                      <a:tailEnd type="none" w="med" len="med"/>
                    </a:lnB>
                  </a:tcPr>
                </a:tc>
                <a:tc>
                  <a:txBody>
                    <a:bodyPr/>
                    <a:lstStyle/>
                    <a:p>
                      <a:pPr algn="ctr" indent="0" marL="0">
                        <a:buNone/>
                      </a:pPr>
                      <a:r>
                        <a:rPr lang="en-US" sz="800" b="1" dirty="0">
                          <a:solidFill>
                            <a:srgbClr val="333333"/>
                          </a:solidFill>
                          <a:latin typeface="Meiryo UI" pitchFamily="34" charset="0"/>
                          <a:ea typeface="Meiryo UI" pitchFamily="34" charset="-122"/>
                          <a:cs typeface="Meiryo UI" pitchFamily="34" charset="-120"/>
                        </a:rPr>
                        <a:t>8</a:t>
                      </a:r>
                      <a:endParaRPr lang="en-US" sz="800" dirty="0">
                        <a:latin typeface="Meiryo UI" charset="0"/>
                        <a:ea typeface="Meiryo UI" charset="0"/>
                        <a:cs typeface="Meiryo UI" charset="0"/>
                      </a:endParaRPr>
                    </a:p>
                  </a:txBody>
                  <a:tcPr marL="41148" marR="41148" marT="41148" marB="41148" anchor="ctr">
                    <a:lnL w="6350" cap="flat" cmpd="sng" algn="ctr">
                      <a:solidFill>
                        <a:srgbClr val="C9D2E3"/>
                      </a:solidFill>
                      <a:prstDash val="solid"/>
                      <a:round/>
                      <a:headEnd type="none" w="med" len="med"/>
                      <a:tailEnd type="none" w="med" len="med"/>
                    </a:lnL>
                    <a:lnR w="6350" cap="flat" cmpd="sng" algn="ctr">
                      <a:solidFill>
                        <a:srgbClr val="C9D2E3"/>
                      </a:solidFill>
                      <a:prstDash val="solid"/>
                      <a:round/>
                      <a:headEnd type="none" w="med" len="med"/>
                      <a:tailEnd type="none" w="med" len="med"/>
                    </a:lnR>
                    <a:lnT w="6350" cap="flat" cmpd="sng" algn="ctr">
                      <a:solidFill>
                        <a:srgbClr val="C9D2E3"/>
                      </a:solidFill>
                      <a:prstDash val="solid"/>
                      <a:round/>
                      <a:headEnd type="none" w="med" len="med"/>
                      <a:tailEnd type="none" w="med" len="med"/>
                    </a:lnT>
                    <a:lnB w="6350" cap="flat" cmpd="sng" algn="ctr">
                      <a:solidFill>
                        <a:srgbClr val="C9D2E3"/>
                      </a:solidFill>
                      <a:prstDash val="solid"/>
                      <a:round/>
                      <a:headEnd type="none" w="med" len="med"/>
                      <a:tailEnd type="none" w="med" len="med"/>
                    </a:lnB>
                  </a:tcPr>
                </a:tc>
                <a:tc>
                  <a:txBody>
                    <a:bodyPr/>
                    <a:lstStyle/>
                    <a:p>
                      <a:pPr algn="ctr" indent="0" marL="0">
                        <a:buNone/>
                      </a:pPr>
                      <a:endParaRPr lang="en-US" sz="800" dirty="0">
                        <a:latin typeface="Meiryo UI" charset="0"/>
                        <a:ea typeface="Meiryo UI" charset="0"/>
                        <a:cs typeface="Meiryo UI" charset="0"/>
                      </a:endParaRPr>
                    </a:p>
                  </a:txBody>
                  <a:tcPr marL="41148" marR="41148" marT="41148" marB="41148" anchor="ctr">
                    <a:lnL w="6350" cap="flat" cmpd="sng" algn="ctr">
                      <a:solidFill>
                        <a:srgbClr val="C9D2E3"/>
                      </a:solidFill>
                      <a:prstDash val="solid"/>
                      <a:round/>
                      <a:headEnd type="none" w="med" len="med"/>
                      <a:tailEnd type="none" w="med" len="med"/>
                    </a:lnL>
                    <a:lnR w="6350" cap="flat" cmpd="sng" algn="ctr">
                      <a:solidFill>
                        <a:srgbClr val="C9D2E3"/>
                      </a:solidFill>
                      <a:prstDash val="solid"/>
                      <a:round/>
                      <a:headEnd type="none" w="med" len="med"/>
                      <a:tailEnd type="none" w="med" len="med"/>
                    </a:lnR>
                    <a:lnT w="6350" cap="flat" cmpd="sng" algn="ctr">
                      <a:solidFill>
                        <a:srgbClr val="C9D2E3"/>
                      </a:solidFill>
                      <a:prstDash val="solid"/>
                      <a:round/>
                      <a:headEnd type="none" w="med" len="med"/>
                      <a:tailEnd type="none" w="med" len="med"/>
                    </a:lnT>
                    <a:lnB w="6350" cap="flat" cmpd="sng" algn="ctr">
                      <a:solidFill>
                        <a:srgbClr val="C9D2E3"/>
                      </a:solidFill>
                      <a:prstDash val="solid"/>
                      <a:round/>
                      <a:headEnd type="none" w="med" len="med"/>
                      <a:tailEnd type="none" w="med" len="med"/>
                    </a:lnB>
                    <a:solidFill>
                      <a:srgbClr val="FDFEFF"/>
                    </a:solidFill>
                  </a:tcPr>
                </a:tc>
                <a:tc>
                  <a:txBody>
                    <a:bodyPr/>
                    <a:lstStyle/>
                    <a:p>
                      <a:pPr algn="ctr" indent="0" marL="0">
                        <a:buNone/>
                      </a:pPr>
                      <a:endParaRPr lang="en-US" sz="800" dirty="0">
                        <a:latin typeface="Meiryo UI" charset="0"/>
                        <a:ea typeface="Meiryo UI" charset="0"/>
                        <a:cs typeface="Meiryo UI" charset="0"/>
                      </a:endParaRPr>
                    </a:p>
                  </a:txBody>
                  <a:tcPr marL="41148" marR="41148" marT="41148" marB="41148" anchor="ctr">
                    <a:lnL w="6350" cap="flat" cmpd="sng" algn="ctr">
                      <a:solidFill>
                        <a:srgbClr val="C9D2E3"/>
                      </a:solidFill>
                      <a:prstDash val="solid"/>
                      <a:round/>
                      <a:headEnd type="none" w="med" len="med"/>
                      <a:tailEnd type="none" w="med" len="med"/>
                    </a:lnL>
                    <a:lnR w="6350" cap="flat" cmpd="sng" algn="ctr">
                      <a:solidFill>
                        <a:srgbClr val="C9D2E3"/>
                      </a:solidFill>
                      <a:prstDash val="solid"/>
                      <a:round/>
                      <a:headEnd type="none" w="med" len="med"/>
                      <a:tailEnd type="none" w="med" len="med"/>
                    </a:lnR>
                    <a:lnT w="6350" cap="flat" cmpd="sng" algn="ctr">
                      <a:solidFill>
                        <a:srgbClr val="C9D2E3"/>
                      </a:solidFill>
                      <a:prstDash val="solid"/>
                      <a:round/>
                      <a:headEnd type="none" w="med" len="med"/>
                      <a:tailEnd type="none" w="med" len="med"/>
                    </a:lnT>
                    <a:lnB w="6350" cap="flat" cmpd="sng" algn="ctr">
                      <a:solidFill>
                        <a:srgbClr val="C9D2E3"/>
                      </a:solidFill>
                      <a:prstDash val="solid"/>
                      <a:round/>
                      <a:headEnd type="none" w="med" len="med"/>
                      <a:tailEnd type="none" w="med" len="med"/>
                    </a:lnB>
                    <a:solidFill>
                      <a:srgbClr val="FDFEFF"/>
                    </a:solidFill>
                  </a:tcPr>
                </a:tc>
                <a:tc>
                  <a:txBody>
                    <a:bodyPr/>
                    <a:lstStyle/>
                    <a:p>
                      <a:pPr algn="ctr" indent="0" marL="0">
                        <a:buNone/>
                      </a:pPr>
                      <a:endParaRPr lang="en-US" sz="800" dirty="0">
                        <a:latin typeface="Meiryo UI" charset="0"/>
                        <a:ea typeface="Meiryo UI" charset="0"/>
                        <a:cs typeface="Meiryo UI" charset="0"/>
                      </a:endParaRPr>
                    </a:p>
                  </a:txBody>
                  <a:tcPr marL="41148" marR="41148" marT="41148" marB="41148" anchor="ctr">
                    <a:lnL w="6350" cap="flat" cmpd="sng" algn="ctr">
                      <a:solidFill>
                        <a:srgbClr val="C9D2E3"/>
                      </a:solidFill>
                      <a:prstDash val="solid"/>
                      <a:round/>
                      <a:headEnd type="none" w="med" len="med"/>
                      <a:tailEnd type="none" w="med" len="med"/>
                    </a:lnL>
                    <a:lnR w="6350" cap="flat" cmpd="sng" algn="ctr">
                      <a:solidFill>
                        <a:srgbClr val="C9D2E3"/>
                      </a:solidFill>
                      <a:prstDash val="solid"/>
                      <a:round/>
                      <a:headEnd type="none" w="med" len="med"/>
                      <a:tailEnd type="none" w="med" len="med"/>
                    </a:lnR>
                    <a:lnT w="6350" cap="flat" cmpd="sng" algn="ctr">
                      <a:solidFill>
                        <a:srgbClr val="C9D2E3"/>
                      </a:solidFill>
                      <a:prstDash val="solid"/>
                      <a:round/>
                      <a:headEnd type="none" w="med" len="med"/>
                      <a:tailEnd type="none" w="med" len="med"/>
                    </a:lnT>
                    <a:lnB w="6350" cap="flat" cmpd="sng" algn="ctr">
                      <a:solidFill>
                        <a:srgbClr val="C9D2E3"/>
                      </a:solidFill>
                      <a:prstDash val="solid"/>
                      <a:round/>
                      <a:headEnd type="none" w="med" len="med"/>
                      <a:tailEnd type="none" w="med" len="med"/>
                    </a:lnB>
                    <a:solidFill>
                      <a:srgbClr val="FDFEFF"/>
                    </a:solidFill>
                  </a:tcPr>
                </a:tc>
                <a:tc>
                  <a:txBody>
                    <a:bodyPr/>
                    <a:lstStyle/>
                    <a:p>
                      <a:pPr algn="ctr" indent="0" marL="0">
                        <a:buNone/>
                      </a:pPr>
                      <a:endParaRPr lang="en-US" sz="800" dirty="0">
                        <a:latin typeface="Meiryo UI" charset="0"/>
                        <a:ea typeface="Meiryo UI" charset="0"/>
                        <a:cs typeface="Meiryo UI" charset="0"/>
                      </a:endParaRPr>
                    </a:p>
                  </a:txBody>
                  <a:tcPr marL="41148" marR="41148" marT="41148" marB="41148" anchor="ctr">
                    <a:lnL w="6350" cap="flat" cmpd="sng" algn="ctr">
                      <a:solidFill>
                        <a:srgbClr val="C9D2E3"/>
                      </a:solidFill>
                      <a:prstDash val="solid"/>
                      <a:round/>
                      <a:headEnd type="none" w="med" len="med"/>
                      <a:tailEnd type="none" w="med" len="med"/>
                    </a:lnL>
                    <a:lnR w="6350" cap="flat" cmpd="sng" algn="ctr">
                      <a:solidFill>
                        <a:srgbClr val="C9D2E3"/>
                      </a:solidFill>
                      <a:prstDash val="solid"/>
                      <a:round/>
                      <a:headEnd type="none" w="med" len="med"/>
                      <a:tailEnd type="none" w="med" len="med"/>
                    </a:lnR>
                    <a:lnT w="6350" cap="flat" cmpd="sng" algn="ctr">
                      <a:solidFill>
                        <a:srgbClr val="C9D2E3"/>
                      </a:solidFill>
                      <a:prstDash val="solid"/>
                      <a:round/>
                      <a:headEnd type="none" w="med" len="med"/>
                      <a:tailEnd type="none" w="med" len="med"/>
                    </a:lnT>
                    <a:lnB w="6350" cap="flat" cmpd="sng" algn="ctr">
                      <a:solidFill>
                        <a:srgbClr val="C9D2E3"/>
                      </a:solidFill>
                      <a:prstDash val="solid"/>
                      <a:round/>
                      <a:headEnd type="none" w="med" len="med"/>
                      <a:tailEnd type="none" w="med" len="med"/>
                    </a:lnB>
                    <a:solidFill>
                      <a:srgbClr val="FDFEFF"/>
                    </a:solidFill>
                  </a:tcPr>
                </a:tc>
                <a:tc>
                  <a:txBody>
                    <a:bodyPr/>
                    <a:lstStyle/>
                    <a:p>
                      <a:pPr algn="ctr" indent="0" marL="0">
                        <a:buNone/>
                      </a:pPr>
                      <a:endParaRPr lang="en-US" sz="800" dirty="0">
                        <a:latin typeface="Meiryo UI" charset="0"/>
                        <a:ea typeface="Meiryo UI" charset="0"/>
                        <a:cs typeface="Meiryo UI" charset="0"/>
                      </a:endParaRPr>
                    </a:p>
                  </a:txBody>
                  <a:tcPr marL="41148" marR="41148" marT="41148" marB="41148" anchor="ctr">
                    <a:lnL w="6350" cap="flat" cmpd="sng" algn="ctr">
                      <a:solidFill>
                        <a:srgbClr val="C9D2E3"/>
                      </a:solidFill>
                      <a:prstDash val="solid"/>
                      <a:round/>
                      <a:headEnd type="none" w="med" len="med"/>
                      <a:tailEnd type="none" w="med" len="med"/>
                    </a:lnL>
                    <a:lnR w="6350" cap="flat" cmpd="sng" algn="ctr">
                      <a:solidFill>
                        <a:srgbClr val="C9D2E3"/>
                      </a:solidFill>
                      <a:prstDash val="solid"/>
                      <a:round/>
                      <a:headEnd type="none" w="med" len="med"/>
                      <a:tailEnd type="none" w="med" len="med"/>
                    </a:lnR>
                    <a:lnT w="6350" cap="flat" cmpd="sng" algn="ctr">
                      <a:solidFill>
                        <a:srgbClr val="C9D2E3"/>
                      </a:solidFill>
                      <a:prstDash val="solid"/>
                      <a:round/>
                      <a:headEnd type="none" w="med" len="med"/>
                      <a:tailEnd type="none" w="med" len="med"/>
                    </a:lnT>
                    <a:lnB w="6350" cap="flat" cmpd="sng" algn="ctr">
                      <a:solidFill>
                        <a:srgbClr val="C9D2E3"/>
                      </a:solidFill>
                      <a:prstDash val="solid"/>
                      <a:round/>
                      <a:headEnd type="none" w="med" len="med"/>
                      <a:tailEnd type="none" w="med" len="med"/>
                    </a:lnB>
                    <a:solidFill>
                      <a:srgbClr val="FDFEFF"/>
                    </a:solidFill>
                  </a:tcPr>
                </a:tc>
                <a:tc>
                  <a:txBody>
                    <a:bodyPr/>
                    <a:lstStyle/>
                    <a:p>
                      <a:pPr algn="ctr" indent="0" marL="0">
                        <a:buNone/>
                      </a:pPr>
                      <a:endParaRPr lang="en-US" sz="800" dirty="0">
                        <a:latin typeface="Meiryo UI" charset="0"/>
                        <a:ea typeface="Meiryo UI" charset="0"/>
                        <a:cs typeface="Meiryo UI" charset="0"/>
                      </a:endParaRPr>
                    </a:p>
                  </a:txBody>
                  <a:tcPr marL="41148" marR="41148" marT="41148" marB="41148" anchor="ctr">
                    <a:lnL w="6350" cap="flat" cmpd="sng" algn="ctr">
                      <a:solidFill>
                        <a:srgbClr val="C9D2E3"/>
                      </a:solidFill>
                      <a:prstDash val="solid"/>
                      <a:round/>
                      <a:headEnd type="none" w="med" len="med"/>
                      <a:tailEnd type="none" w="med" len="med"/>
                    </a:lnL>
                    <a:lnR w="6350" cap="flat" cmpd="sng" algn="ctr">
                      <a:solidFill>
                        <a:srgbClr val="C9D2E3"/>
                      </a:solidFill>
                      <a:prstDash val="solid"/>
                      <a:round/>
                      <a:headEnd type="none" w="med" len="med"/>
                      <a:tailEnd type="none" w="med" len="med"/>
                    </a:lnR>
                    <a:lnT w="6350" cap="flat" cmpd="sng" algn="ctr">
                      <a:solidFill>
                        <a:srgbClr val="C9D2E3"/>
                      </a:solidFill>
                      <a:prstDash val="solid"/>
                      <a:round/>
                      <a:headEnd type="none" w="med" len="med"/>
                      <a:tailEnd type="none" w="med" len="med"/>
                    </a:lnT>
                    <a:lnB w="6350" cap="flat" cmpd="sng" algn="ctr">
                      <a:solidFill>
                        <a:srgbClr val="C9D2E3"/>
                      </a:solidFill>
                      <a:prstDash val="solid"/>
                      <a:round/>
                      <a:headEnd type="none" w="med" len="med"/>
                      <a:tailEnd type="none" w="med" len="med"/>
                    </a:lnB>
                    <a:solidFill>
                      <a:srgbClr val="FDFEFF"/>
                    </a:solidFill>
                  </a:tcPr>
                </a:tc>
              </a:tr>
              <a:tr h="230429">
                <a:tc>
                  <a:txBody>
                    <a:bodyPr/>
                    <a:lstStyle/>
                    <a:p>
                      <a:pPr algn="ctr" indent="0" marL="0">
                        <a:buNone/>
                      </a:pPr>
                      <a:r>
                        <a:rPr lang="en-US" sz="800" b="1" dirty="0">
                          <a:solidFill>
                            <a:srgbClr val="333333"/>
                          </a:solidFill>
                          <a:latin typeface="Meiryo UI" pitchFamily="34" charset="0"/>
                          <a:ea typeface="Meiryo UI" pitchFamily="34" charset="-122"/>
                          <a:cs typeface="Meiryo UI" pitchFamily="34" charset="-120"/>
                        </a:rPr>
                        <a:t>D2</a:t>
                      </a:r>
                      <a:endParaRPr lang="en-US" sz="800" dirty="0">
                        <a:latin typeface="Meiryo UI" charset="0"/>
                        <a:ea typeface="Meiryo UI" charset="0"/>
                        <a:cs typeface="Meiryo UI" charset="0"/>
                      </a:endParaRPr>
                    </a:p>
                  </a:txBody>
                  <a:tcPr marL="41148" marR="41148" marT="41148" marB="41148" anchor="ctr">
                    <a:lnL w="6350" cap="flat" cmpd="sng" algn="ctr">
                      <a:solidFill>
                        <a:srgbClr val="C9D2E3"/>
                      </a:solidFill>
                      <a:prstDash val="solid"/>
                      <a:round/>
                      <a:headEnd type="none" w="med" len="med"/>
                      <a:tailEnd type="none" w="med" len="med"/>
                    </a:lnL>
                    <a:lnR w="6350" cap="flat" cmpd="sng" algn="ctr">
                      <a:solidFill>
                        <a:srgbClr val="C9D2E3"/>
                      </a:solidFill>
                      <a:prstDash val="solid"/>
                      <a:round/>
                      <a:headEnd type="none" w="med" len="med"/>
                      <a:tailEnd type="none" w="med" len="med"/>
                    </a:lnR>
                    <a:lnT w="6350" cap="flat" cmpd="sng" algn="ctr">
                      <a:solidFill>
                        <a:srgbClr val="C9D2E3"/>
                      </a:solidFill>
                      <a:prstDash val="solid"/>
                      <a:round/>
                      <a:headEnd type="none" w="med" len="med"/>
                      <a:tailEnd type="none" w="med" len="med"/>
                    </a:lnT>
                    <a:lnB w="6350" cap="flat" cmpd="sng" algn="ctr">
                      <a:solidFill>
                        <a:srgbClr val="C9D2E3"/>
                      </a:solidFill>
                      <a:prstDash val="solid"/>
                      <a:round/>
                      <a:headEnd type="none" w="med" len="med"/>
                      <a:tailEnd type="none" w="med" len="med"/>
                    </a:lnB>
                  </a:tcPr>
                </a:tc>
                <a:tc>
                  <a:txBody>
                    <a:bodyPr/>
                    <a:lstStyle/>
                    <a:p>
                      <a:pPr algn="l" indent="0" marL="0">
                        <a:buNone/>
                      </a:pPr>
                      <a:r>
                        <a:rPr lang="en-US" sz="800" b="1" dirty="0">
                          <a:solidFill>
                            <a:srgbClr val="333333"/>
                          </a:solidFill>
                          <a:latin typeface="Meiryo UI" pitchFamily="34" charset="0"/>
                          <a:ea typeface="Meiryo UI" pitchFamily="34" charset="-122"/>
                          <a:cs typeface="Meiryo UI" pitchFamily="34" charset="-120"/>
                        </a:rPr>
                        <a:t>成果物完遂のコミット</a:t>
                      </a:r>
                      <a:endParaRPr lang="en-US" sz="800" dirty="0">
                        <a:latin typeface="Meiryo UI" charset="0"/>
                        <a:ea typeface="Meiryo UI" charset="0"/>
                        <a:cs typeface="Meiryo UI" charset="0"/>
                      </a:endParaRPr>
                    </a:p>
                  </a:txBody>
                  <a:tcPr marL="41148" marR="41148" marT="41148" marB="41148" anchor="ctr">
                    <a:lnL w="6350" cap="flat" cmpd="sng" algn="ctr">
                      <a:solidFill>
                        <a:srgbClr val="C9D2E3"/>
                      </a:solidFill>
                      <a:prstDash val="solid"/>
                      <a:round/>
                      <a:headEnd type="none" w="med" len="med"/>
                      <a:tailEnd type="none" w="med" len="med"/>
                    </a:lnL>
                    <a:lnR w="6350" cap="flat" cmpd="sng" algn="ctr">
                      <a:solidFill>
                        <a:srgbClr val="C9D2E3"/>
                      </a:solidFill>
                      <a:prstDash val="solid"/>
                      <a:round/>
                      <a:headEnd type="none" w="med" len="med"/>
                      <a:tailEnd type="none" w="med" len="med"/>
                    </a:lnR>
                    <a:lnT w="6350" cap="flat" cmpd="sng" algn="ctr">
                      <a:solidFill>
                        <a:srgbClr val="C9D2E3"/>
                      </a:solidFill>
                      <a:prstDash val="solid"/>
                      <a:round/>
                      <a:headEnd type="none" w="med" len="med"/>
                      <a:tailEnd type="none" w="med" len="med"/>
                    </a:lnT>
                    <a:lnB w="6350" cap="flat" cmpd="sng" algn="ctr">
                      <a:solidFill>
                        <a:srgbClr val="C9D2E3"/>
                      </a:solidFill>
                      <a:prstDash val="solid"/>
                      <a:round/>
                      <a:headEnd type="none" w="med" len="med"/>
                      <a:tailEnd type="none" w="med" len="med"/>
                    </a:lnB>
                  </a:tcPr>
                </a:tc>
                <a:tc>
                  <a:txBody>
                    <a:bodyPr/>
                    <a:lstStyle/>
                    <a:p>
                      <a:pPr algn="l" indent="0" marL="0">
                        <a:buNone/>
                      </a:pPr>
                      <a:r>
                        <a:rPr lang="en-US" sz="750" dirty="0">
                          <a:solidFill>
                            <a:srgbClr val="333333"/>
                          </a:solidFill>
                          <a:latin typeface="Meiryo UI" pitchFamily="34" charset="0"/>
                          <a:ea typeface="Meiryo UI" pitchFamily="34" charset="-122"/>
                          <a:cs typeface="Meiryo UI" pitchFamily="34" charset="-120"/>
                        </a:rPr>
                        <a:t>11月末までの「システムRFP一式の発行完了」を含む成果物10点の完遂を工程表つきで確約しているか</a:t>
                      </a:r>
                      <a:endParaRPr lang="en-US" sz="750" dirty="0">
                        <a:latin typeface="Meiryo UI" charset="0"/>
                        <a:ea typeface="Meiryo UI" charset="0"/>
                        <a:cs typeface="Meiryo UI" charset="0"/>
                      </a:endParaRPr>
                    </a:p>
                  </a:txBody>
                  <a:tcPr marL="41148" marR="41148" marT="41148" marB="41148" anchor="ctr">
                    <a:lnL w="6350" cap="flat" cmpd="sng" algn="ctr">
                      <a:solidFill>
                        <a:srgbClr val="C9D2E3"/>
                      </a:solidFill>
                      <a:prstDash val="solid"/>
                      <a:round/>
                      <a:headEnd type="none" w="med" len="med"/>
                      <a:tailEnd type="none" w="med" len="med"/>
                    </a:lnL>
                    <a:lnR w="6350" cap="flat" cmpd="sng" algn="ctr">
                      <a:solidFill>
                        <a:srgbClr val="C9D2E3"/>
                      </a:solidFill>
                      <a:prstDash val="solid"/>
                      <a:round/>
                      <a:headEnd type="none" w="med" len="med"/>
                      <a:tailEnd type="none" w="med" len="med"/>
                    </a:lnR>
                    <a:lnT w="6350" cap="flat" cmpd="sng" algn="ctr">
                      <a:solidFill>
                        <a:srgbClr val="C9D2E3"/>
                      </a:solidFill>
                      <a:prstDash val="solid"/>
                      <a:round/>
                      <a:headEnd type="none" w="med" len="med"/>
                      <a:tailEnd type="none" w="med" len="med"/>
                    </a:lnT>
                    <a:lnB w="6350" cap="flat" cmpd="sng" algn="ctr">
                      <a:solidFill>
                        <a:srgbClr val="C9D2E3"/>
                      </a:solidFill>
                      <a:prstDash val="solid"/>
                      <a:round/>
                      <a:headEnd type="none" w="med" len="med"/>
                      <a:tailEnd type="none" w="med" len="med"/>
                    </a:lnB>
                  </a:tcPr>
                </a:tc>
                <a:tc>
                  <a:txBody>
                    <a:bodyPr/>
                    <a:lstStyle/>
                    <a:p>
                      <a:pPr algn="ctr" indent="0" marL="0">
                        <a:buNone/>
                      </a:pPr>
                      <a:r>
                        <a:rPr lang="en-US" sz="800" b="1" dirty="0">
                          <a:solidFill>
                            <a:srgbClr val="333333"/>
                          </a:solidFill>
                          <a:latin typeface="Meiryo UI" pitchFamily="34" charset="0"/>
                          <a:ea typeface="Meiryo UI" pitchFamily="34" charset="-122"/>
                          <a:cs typeface="Meiryo UI" pitchFamily="34" charset="-120"/>
                        </a:rPr>
                        <a:t>8</a:t>
                      </a:r>
                      <a:endParaRPr lang="en-US" sz="800" dirty="0">
                        <a:latin typeface="Meiryo UI" charset="0"/>
                        <a:ea typeface="Meiryo UI" charset="0"/>
                        <a:cs typeface="Meiryo UI" charset="0"/>
                      </a:endParaRPr>
                    </a:p>
                  </a:txBody>
                  <a:tcPr marL="41148" marR="41148" marT="41148" marB="41148" anchor="ctr">
                    <a:lnL w="6350" cap="flat" cmpd="sng" algn="ctr">
                      <a:solidFill>
                        <a:srgbClr val="C9D2E3"/>
                      </a:solidFill>
                      <a:prstDash val="solid"/>
                      <a:round/>
                      <a:headEnd type="none" w="med" len="med"/>
                      <a:tailEnd type="none" w="med" len="med"/>
                    </a:lnL>
                    <a:lnR w="6350" cap="flat" cmpd="sng" algn="ctr">
                      <a:solidFill>
                        <a:srgbClr val="C9D2E3"/>
                      </a:solidFill>
                      <a:prstDash val="solid"/>
                      <a:round/>
                      <a:headEnd type="none" w="med" len="med"/>
                      <a:tailEnd type="none" w="med" len="med"/>
                    </a:lnR>
                    <a:lnT w="6350" cap="flat" cmpd="sng" algn="ctr">
                      <a:solidFill>
                        <a:srgbClr val="C9D2E3"/>
                      </a:solidFill>
                      <a:prstDash val="solid"/>
                      <a:round/>
                      <a:headEnd type="none" w="med" len="med"/>
                      <a:tailEnd type="none" w="med" len="med"/>
                    </a:lnT>
                    <a:lnB w="6350" cap="flat" cmpd="sng" algn="ctr">
                      <a:solidFill>
                        <a:srgbClr val="C9D2E3"/>
                      </a:solidFill>
                      <a:prstDash val="solid"/>
                      <a:round/>
                      <a:headEnd type="none" w="med" len="med"/>
                      <a:tailEnd type="none" w="med" len="med"/>
                    </a:lnB>
                  </a:tcPr>
                </a:tc>
                <a:tc>
                  <a:txBody>
                    <a:bodyPr/>
                    <a:lstStyle/>
                    <a:p>
                      <a:pPr algn="ctr" indent="0" marL="0">
                        <a:buNone/>
                      </a:pPr>
                      <a:endParaRPr lang="en-US" sz="800" dirty="0">
                        <a:latin typeface="Meiryo UI" charset="0"/>
                        <a:ea typeface="Meiryo UI" charset="0"/>
                        <a:cs typeface="Meiryo UI" charset="0"/>
                      </a:endParaRPr>
                    </a:p>
                  </a:txBody>
                  <a:tcPr marL="41148" marR="41148" marT="41148" marB="41148" anchor="ctr">
                    <a:lnL w="6350" cap="flat" cmpd="sng" algn="ctr">
                      <a:solidFill>
                        <a:srgbClr val="C9D2E3"/>
                      </a:solidFill>
                      <a:prstDash val="solid"/>
                      <a:round/>
                      <a:headEnd type="none" w="med" len="med"/>
                      <a:tailEnd type="none" w="med" len="med"/>
                    </a:lnL>
                    <a:lnR w="6350" cap="flat" cmpd="sng" algn="ctr">
                      <a:solidFill>
                        <a:srgbClr val="C9D2E3"/>
                      </a:solidFill>
                      <a:prstDash val="solid"/>
                      <a:round/>
                      <a:headEnd type="none" w="med" len="med"/>
                      <a:tailEnd type="none" w="med" len="med"/>
                    </a:lnR>
                    <a:lnT w="6350" cap="flat" cmpd="sng" algn="ctr">
                      <a:solidFill>
                        <a:srgbClr val="C9D2E3"/>
                      </a:solidFill>
                      <a:prstDash val="solid"/>
                      <a:round/>
                      <a:headEnd type="none" w="med" len="med"/>
                      <a:tailEnd type="none" w="med" len="med"/>
                    </a:lnT>
                    <a:lnB w="6350" cap="flat" cmpd="sng" algn="ctr">
                      <a:solidFill>
                        <a:srgbClr val="C9D2E3"/>
                      </a:solidFill>
                      <a:prstDash val="solid"/>
                      <a:round/>
                      <a:headEnd type="none" w="med" len="med"/>
                      <a:tailEnd type="none" w="med" len="med"/>
                    </a:lnB>
                    <a:solidFill>
                      <a:srgbClr val="FDFEFF"/>
                    </a:solidFill>
                  </a:tcPr>
                </a:tc>
                <a:tc>
                  <a:txBody>
                    <a:bodyPr/>
                    <a:lstStyle/>
                    <a:p>
                      <a:pPr algn="ctr" indent="0" marL="0">
                        <a:buNone/>
                      </a:pPr>
                      <a:endParaRPr lang="en-US" sz="800" dirty="0">
                        <a:latin typeface="Meiryo UI" charset="0"/>
                        <a:ea typeface="Meiryo UI" charset="0"/>
                        <a:cs typeface="Meiryo UI" charset="0"/>
                      </a:endParaRPr>
                    </a:p>
                  </a:txBody>
                  <a:tcPr marL="41148" marR="41148" marT="41148" marB="41148" anchor="ctr">
                    <a:lnL w="6350" cap="flat" cmpd="sng" algn="ctr">
                      <a:solidFill>
                        <a:srgbClr val="C9D2E3"/>
                      </a:solidFill>
                      <a:prstDash val="solid"/>
                      <a:round/>
                      <a:headEnd type="none" w="med" len="med"/>
                      <a:tailEnd type="none" w="med" len="med"/>
                    </a:lnL>
                    <a:lnR w="6350" cap="flat" cmpd="sng" algn="ctr">
                      <a:solidFill>
                        <a:srgbClr val="C9D2E3"/>
                      </a:solidFill>
                      <a:prstDash val="solid"/>
                      <a:round/>
                      <a:headEnd type="none" w="med" len="med"/>
                      <a:tailEnd type="none" w="med" len="med"/>
                    </a:lnR>
                    <a:lnT w="6350" cap="flat" cmpd="sng" algn="ctr">
                      <a:solidFill>
                        <a:srgbClr val="C9D2E3"/>
                      </a:solidFill>
                      <a:prstDash val="solid"/>
                      <a:round/>
                      <a:headEnd type="none" w="med" len="med"/>
                      <a:tailEnd type="none" w="med" len="med"/>
                    </a:lnT>
                    <a:lnB w="6350" cap="flat" cmpd="sng" algn="ctr">
                      <a:solidFill>
                        <a:srgbClr val="C9D2E3"/>
                      </a:solidFill>
                      <a:prstDash val="solid"/>
                      <a:round/>
                      <a:headEnd type="none" w="med" len="med"/>
                      <a:tailEnd type="none" w="med" len="med"/>
                    </a:lnB>
                    <a:solidFill>
                      <a:srgbClr val="FDFEFF"/>
                    </a:solidFill>
                  </a:tcPr>
                </a:tc>
                <a:tc>
                  <a:txBody>
                    <a:bodyPr/>
                    <a:lstStyle/>
                    <a:p>
                      <a:pPr algn="ctr" indent="0" marL="0">
                        <a:buNone/>
                      </a:pPr>
                      <a:endParaRPr lang="en-US" sz="800" dirty="0">
                        <a:latin typeface="Meiryo UI" charset="0"/>
                        <a:ea typeface="Meiryo UI" charset="0"/>
                        <a:cs typeface="Meiryo UI" charset="0"/>
                      </a:endParaRPr>
                    </a:p>
                  </a:txBody>
                  <a:tcPr marL="41148" marR="41148" marT="41148" marB="41148" anchor="ctr">
                    <a:lnL w="6350" cap="flat" cmpd="sng" algn="ctr">
                      <a:solidFill>
                        <a:srgbClr val="C9D2E3"/>
                      </a:solidFill>
                      <a:prstDash val="solid"/>
                      <a:round/>
                      <a:headEnd type="none" w="med" len="med"/>
                      <a:tailEnd type="none" w="med" len="med"/>
                    </a:lnL>
                    <a:lnR w="6350" cap="flat" cmpd="sng" algn="ctr">
                      <a:solidFill>
                        <a:srgbClr val="C9D2E3"/>
                      </a:solidFill>
                      <a:prstDash val="solid"/>
                      <a:round/>
                      <a:headEnd type="none" w="med" len="med"/>
                      <a:tailEnd type="none" w="med" len="med"/>
                    </a:lnR>
                    <a:lnT w="6350" cap="flat" cmpd="sng" algn="ctr">
                      <a:solidFill>
                        <a:srgbClr val="C9D2E3"/>
                      </a:solidFill>
                      <a:prstDash val="solid"/>
                      <a:round/>
                      <a:headEnd type="none" w="med" len="med"/>
                      <a:tailEnd type="none" w="med" len="med"/>
                    </a:lnT>
                    <a:lnB w="6350" cap="flat" cmpd="sng" algn="ctr">
                      <a:solidFill>
                        <a:srgbClr val="C9D2E3"/>
                      </a:solidFill>
                      <a:prstDash val="solid"/>
                      <a:round/>
                      <a:headEnd type="none" w="med" len="med"/>
                      <a:tailEnd type="none" w="med" len="med"/>
                    </a:lnB>
                    <a:solidFill>
                      <a:srgbClr val="FDFEFF"/>
                    </a:solidFill>
                  </a:tcPr>
                </a:tc>
                <a:tc>
                  <a:txBody>
                    <a:bodyPr/>
                    <a:lstStyle/>
                    <a:p>
                      <a:pPr algn="ctr" indent="0" marL="0">
                        <a:buNone/>
                      </a:pPr>
                      <a:endParaRPr lang="en-US" sz="800" dirty="0">
                        <a:latin typeface="Meiryo UI" charset="0"/>
                        <a:ea typeface="Meiryo UI" charset="0"/>
                        <a:cs typeface="Meiryo UI" charset="0"/>
                      </a:endParaRPr>
                    </a:p>
                  </a:txBody>
                  <a:tcPr marL="41148" marR="41148" marT="41148" marB="41148" anchor="ctr">
                    <a:lnL w="6350" cap="flat" cmpd="sng" algn="ctr">
                      <a:solidFill>
                        <a:srgbClr val="C9D2E3"/>
                      </a:solidFill>
                      <a:prstDash val="solid"/>
                      <a:round/>
                      <a:headEnd type="none" w="med" len="med"/>
                      <a:tailEnd type="none" w="med" len="med"/>
                    </a:lnL>
                    <a:lnR w="6350" cap="flat" cmpd="sng" algn="ctr">
                      <a:solidFill>
                        <a:srgbClr val="C9D2E3"/>
                      </a:solidFill>
                      <a:prstDash val="solid"/>
                      <a:round/>
                      <a:headEnd type="none" w="med" len="med"/>
                      <a:tailEnd type="none" w="med" len="med"/>
                    </a:lnR>
                    <a:lnT w="6350" cap="flat" cmpd="sng" algn="ctr">
                      <a:solidFill>
                        <a:srgbClr val="C9D2E3"/>
                      </a:solidFill>
                      <a:prstDash val="solid"/>
                      <a:round/>
                      <a:headEnd type="none" w="med" len="med"/>
                      <a:tailEnd type="none" w="med" len="med"/>
                    </a:lnT>
                    <a:lnB w="6350" cap="flat" cmpd="sng" algn="ctr">
                      <a:solidFill>
                        <a:srgbClr val="C9D2E3"/>
                      </a:solidFill>
                      <a:prstDash val="solid"/>
                      <a:round/>
                      <a:headEnd type="none" w="med" len="med"/>
                      <a:tailEnd type="none" w="med" len="med"/>
                    </a:lnB>
                    <a:solidFill>
                      <a:srgbClr val="FDFEFF"/>
                    </a:solidFill>
                  </a:tcPr>
                </a:tc>
                <a:tc>
                  <a:txBody>
                    <a:bodyPr/>
                    <a:lstStyle/>
                    <a:p>
                      <a:pPr algn="ctr" indent="0" marL="0">
                        <a:buNone/>
                      </a:pPr>
                      <a:endParaRPr lang="en-US" sz="800" dirty="0">
                        <a:latin typeface="Meiryo UI" charset="0"/>
                        <a:ea typeface="Meiryo UI" charset="0"/>
                        <a:cs typeface="Meiryo UI" charset="0"/>
                      </a:endParaRPr>
                    </a:p>
                  </a:txBody>
                  <a:tcPr marL="41148" marR="41148" marT="41148" marB="41148" anchor="ctr">
                    <a:lnL w="6350" cap="flat" cmpd="sng" algn="ctr">
                      <a:solidFill>
                        <a:srgbClr val="C9D2E3"/>
                      </a:solidFill>
                      <a:prstDash val="solid"/>
                      <a:round/>
                      <a:headEnd type="none" w="med" len="med"/>
                      <a:tailEnd type="none" w="med" len="med"/>
                    </a:lnL>
                    <a:lnR w="6350" cap="flat" cmpd="sng" algn="ctr">
                      <a:solidFill>
                        <a:srgbClr val="C9D2E3"/>
                      </a:solidFill>
                      <a:prstDash val="solid"/>
                      <a:round/>
                      <a:headEnd type="none" w="med" len="med"/>
                      <a:tailEnd type="none" w="med" len="med"/>
                    </a:lnR>
                    <a:lnT w="6350" cap="flat" cmpd="sng" algn="ctr">
                      <a:solidFill>
                        <a:srgbClr val="C9D2E3"/>
                      </a:solidFill>
                      <a:prstDash val="solid"/>
                      <a:round/>
                      <a:headEnd type="none" w="med" len="med"/>
                      <a:tailEnd type="none" w="med" len="med"/>
                    </a:lnT>
                    <a:lnB w="6350" cap="flat" cmpd="sng" algn="ctr">
                      <a:solidFill>
                        <a:srgbClr val="C9D2E3"/>
                      </a:solidFill>
                      <a:prstDash val="solid"/>
                      <a:round/>
                      <a:headEnd type="none" w="med" len="med"/>
                      <a:tailEnd type="none" w="med" len="med"/>
                    </a:lnB>
                    <a:solidFill>
                      <a:srgbClr val="FDFEFF"/>
                    </a:solidFill>
                  </a:tcPr>
                </a:tc>
                <a:tc>
                  <a:txBody>
                    <a:bodyPr/>
                    <a:lstStyle/>
                    <a:p>
                      <a:pPr algn="ctr" indent="0" marL="0">
                        <a:buNone/>
                      </a:pPr>
                      <a:endParaRPr lang="en-US" sz="800" dirty="0">
                        <a:latin typeface="Meiryo UI" charset="0"/>
                        <a:ea typeface="Meiryo UI" charset="0"/>
                        <a:cs typeface="Meiryo UI" charset="0"/>
                      </a:endParaRPr>
                    </a:p>
                  </a:txBody>
                  <a:tcPr marL="41148" marR="41148" marT="41148" marB="41148" anchor="ctr">
                    <a:lnL w="6350" cap="flat" cmpd="sng" algn="ctr">
                      <a:solidFill>
                        <a:srgbClr val="C9D2E3"/>
                      </a:solidFill>
                      <a:prstDash val="solid"/>
                      <a:round/>
                      <a:headEnd type="none" w="med" len="med"/>
                      <a:tailEnd type="none" w="med" len="med"/>
                    </a:lnL>
                    <a:lnR w="6350" cap="flat" cmpd="sng" algn="ctr">
                      <a:solidFill>
                        <a:srgbClr val="C9D2E3"/>
                      </a:solidFill>
                      <a:prstDash val="solid"/>
                      <a:round/>
                      <a:headEnd type="none" w="med" len="med"/>
                      <a:tailEnd type="none" w="med" len="med"/>
                    </a:lnR>
                    <a:lnT w="6350" cap="flat" cmpd="sng" algn="ctr">
                      <a:solidFill>
                        <a:srgbClr val="C9D2E3"/>
                      </a:solidFill>
                      <a:prstDash val="solid"/>
                      <a:round/>
                      <a:headEnd type="none" w="med" len="med"/>
                      <a:tailEnd type="none" w="med" len="med"/>
                    </a:lnT>
                    <a:lnB w="6350" cap="flat" cmpd="sng" algn="ctr">
                      <a:solidFill>
                        <a:srgbClr val="C9D2E3"/>
                      </a:solidFill>
                      <a:prstDash val="solid"/>
                      <a:round/>
                      <a:headEnd type="none" w="med" len="med"/>
                      <a:tailEnd type="none" w="med" len="med"/>
                    </a:lnB>
                    <a:solidFill>
                      <a:srgbClr val="FDFEFF"/>
                    </a:solidFill>
                  </a:tcPr>
                </a:tc>
              </a:tr>
              <a:tr h="230429">
                <a:tc>
                  <a:txBody>
                    <a:bodyPr/>
                    <a:lstStyle/>
                    <a:p>
                      <a:pPr algn="ctr" indent="0" marL="0">
                        <a:buNone/>
                      </a:pPr>
                      <a:r>
                        <a:rPr lang="en-US" sz="800" b="1" dirty="0">
                          <a:solidFill>
                            <a:srgbClr val="333333"/>
                          </a:solidFill>
                          <a:latin typeface="Meiryo UI" pitchFamily="34" charset="0"/>
                          <a:ea typeface="Meiryo UI" pitchFamily="34" charset="-122"/>
                          <a:cs typeface="Meiryo UI" pitchFamily="34" charset="-120"/>
                        </a:rPr>
                        <a:t>D3</a:t>
                      </a:r>
                      <a:endParaRPr lang="en-US" sz="800" dirty="0">
                        <a:latin typeface="Meiryo UI" charset="0"/>
                        <a:ea typeface="Meiryo UI" charset="0"/>
                        <a:cs typeface="Meiryo UI" charset="0"/>
                      </a:endParaRPr>
                    </a:p>
                  </a:txBody>
                  <a:tcPr marL="41148" marR="41148" marT="41148" marB="41148" anchor="ctr">
                    <a:lnL w="6350" cap="flat" cmpd="sng" algn="ctr">
                      <a:solidFill>
                        <a:srgbClr val="C9D2E3"/>
                      </a:solidFill>
                      <a:prstDash val="solid"/>
                      <a:round/>
                      <a:headEnd type="none" w="med" len="med"/>
                      <a:tailEnd type="none" w="med" len="med"/>
                    </a:lnL>
                    <a:lnR w="6350" cap="flat" cmpd="sng" algn="ctr">
                      <a:solidFill>
                        <a:srgbClr val="C9D2E3"/>
                      </a:solidFill>
                      <a:prstDash val="solid"/>
                      <a:round/>
                      <a:headEnd type="none" w="med" len="med"/>
                      <a:tailEnd type="none" w="med" len="med"/>
                    </a:lnR>
                    <a:lnT w="6350" cap="flat" cmpd="sng" algn="ctr">
                      <a:solidFill>
                        <a:srgbClr val="C9D2E3"/>
                      </a:solidFill>
                      <a:prstDash val="solid"/>
                      <a:round/>
                      <a:headEnd type="none" w="med" len="med"/>
                      <a:tailEnd type="none" w="med" len="med"/>
                    </a:lnT>
                    <a:lnB w="6350" cap="flat" cmpd="sng" algn="ctr">
                      <a:solidFill>
                        <a:srgbClr val="C9D2E3"/>
                      </a:solidFill>
                      <a:prstDash val="solid"/>
                      <a:round/>
                      <a:headEnd type="none" w="med" len="med"/>
                      <a:tailEnd type="none" w="med" len="med"/>
                    </a:lnB>
                  </a:tcPr>
                </a:tc>
                <a:tc>
                  <a:txBody>
                    <a:bodyPr/>
                    <a:lstStyle/>
                    <a:p>
                      <a:pPr algn="l" indent="0" marL="0">
                        <a:buNone/>
                      </a:pPr>
                      <a:r>
                        <a:rPr lang="en-US" sz="800" b="1" dirty="0">
                          <a:solidFill>
                            <a:srgbClr val="333333"/>
                          </a:solidFill>
                          <a:latin typeface="Meiryo UI" pitchFamily="34" charset="0"/>
                          <a:ea typeface="Meiryo UI" pitchFamily="34" charset="-122"/>
                          <a:cs typeface="Meiryo UI" pitchFamily="34" charset="-120"/>
                        </a:rPr>
                        <a:t>体制の稼働率・継続性</a:t>
                      </a:r>
                      <a:endParaRPr lang="en-US" sz="800" dirty="0">
                        <a:latin typeface="Meiryo UI" charset="0"/>
                        <a:ea typeface="Meiryo UI" charset="0"/>
                        <a:cs typeface="Meiryo UI" charset="0"/>
                      </a:endParaRPr>
                    </a:p>
                  </a:txBody>
                  <a:tcPr marL="41148" marR="41148" marT="41148" marB="41148" anchor="ctr">
                    <a:lnL w="6350" cap="flat" cmpd="sng" algn="ctr">
                      <a:solidFill>
                        <a:srgbClr val="C9D2E3"/>
                      </a:solidFill>
                      <a:prstDash val="solid"/>
                      <a:round/>
                      <a:headEnd type="none" w="med" len="med"/>
                      <a:tailEnd type="none" w="med" len="med"/>
                    </a:lnL>
                    <a:lnR w="6350" cap="flat" cmpd="sng" algn="ctr">
                      <a:solidFill>
                        <a:srgbClr val="C9D2E3"/>
                      </a:solidFill>
                      <a:prstDash val="solid"/>
                      <a:round/>
                      <a:headEnd type="none" w="med" len="med"/>
                      <a:tailEnd type="none" w="med" len="med"/>
                    </a:lnR>
                    <a:lnT w="6350" cap="flat" cmpd="sng" algn="ctr">
                      <a:solidFill>
                        <a:srgbClr val="C9D2E3"/>
                      </a:solidFill>
                      <a:prstDash val="solid"/>
                      <a:round/>
                      <a:headEnd type="none" w="med" len="med"/>
                      <a:tailEnd type="none" w="med" len="med"/>
                    </a:lnT>
                    <a:lnB w="6350" cap="flat" cmpd="sng" algn="ctr">
                      <a:solidFill>
                        <a:srgbClr val="C9D2E3"/>
                      </a:solidFill>
                      <a:prstDash val="solid"/>
                      <a:round/>
                      <a:headEnd type="none" w="med" len="med"/>
                      <a:tailEnd type="none" w="med" len="med"/>
                    </a:lnB>
                  </a:tcPr>
                </a:tc>
                <a:tc>
                  <a:txBody>
                    <a:bodyPr/>
                    <a:lstStyle/>
                    <a:p>
                      <a:pPr algn="l" indent="0" marL="0">
                        <a:buNone/>
                      </a:pPr>
                      <a:r>
                        <a:rPr lang="en-US" sz="750" dirty="0">
                          <a:solidFill>
                            <a:srgbClr val="333333"/>
                          </a:solidFill>
                          <a:latin typeface="Meiryo UI" pitchFamily="34" charset="0"/>
                          <a:ea typeface="Meiryo UI" pitchFamily="34" charset="-122"/>
                          <a:cs typeface="Meiryo UI" pitchFamily="34" charset="-120"/>
                        </a:rPr>
                        <a:t>主要メンバーの稼働率（％）明示、期間中の交代禁止または交代時の品質担保条件、他案件重複の開示</a:t>
                      </a:r>
                      <a:endParaRPr lang="en-US" sz="750" dirty="0">
                        <a:latin typeface="Meiryo UI" charset="0"/>
                        <a:ea typeface="Meiryo UI" charset="0"/>
                        <a:cs typeface="Meiryo UI" charset="0"/>
                      </a:endParaRPr>
                    </a:p>
                  </a:txBody>
                  <a:tcPr marL="41148" marR="41148" marT="41148" marB="41148" anchor="ctr">
                    <a:lnL w="6350" cap="flat" cmpd="sng" algn="ctr">
                      <a:solidFill>
                        <a:srgbClr val="C9D2E3"/>
                      </a:solidFill>
                      <a:prstDash val="solid"/>
                      <a:round/>
                      <a:headEnd type="none" w="med" len="med"/>
                      <a:tailEnd type="none" w="med" len="med"/>
                    </a:lnL>
                    <a:lnR w="6350" cap="flat" cmpd="sng" algn="ctr">
                      <a:solidFill>
                        <a:srgbClr val="C9D2E3"/>
                      </a:solidFill>
                      <a:prstDash val="solid"/>
                      <a:round/>
                      <a:headEnd type="none" w="med" len="med"/>
                      <a:tailEnd type="none" w="med" len="med"/>
                    </a:lnR>
                    <a:lnT w="6350" cap="flat" cmpd="sng" algn="ctr">
                      <a:solidFill>
                        <a:srgbClr val="C9D2E3"/>
                      </a:solidFill>
                      <a:prstDash val="solid"/>
                      <a:round/>
                      <a:headEnd type="none" w="med" len="med"/>
                      <a:tailEnd type="none" w="med" len="med"/>
                    </a:lnT>
                    <a:lnB w="6350" cap="flat" cmpd="sng" algn="ctr">
                      <a:solidFill>
                        <a:srgbClr val="C9D2E3"/>
                      </a:solidFill>
                      <a:prstDash val="solid"/>
                      <a:round/>
                      <a:headEnd type="none" w="med" len="med"/>
                      <a:tailEnd type="none" w="med" len="med"/>
                    </a:lnB>
                  </a:tcPr>
                </a:tc>
                <a:tc>
                  <a:txBody>
                    <a:bodyPr/>
                    <a:lstStyle/>
                    <a:p>
                      <a:pPr algn="ctr" indent="0" marL="0">
                        <a:buNone/>
                      </a:pPr>
                      <a:r>
                        <a:rPr lang="en-US" sz="800" b="1" dirty="0">
                          <a:solidFill>
                            <a:srgbClr val="333333"/>
                          </a:solidFill>
                          <a:latin typeface="Meiryo UI" pitchFamily="34" charset="0"/>
                          <a:ea typeface="Meiryo UI" pitchFamily="34" charset="-122"/>
                          <a:cs typeface="Meiryo UI" pitchFamily="34" charset="-120"/>
                        </a:rPr>
                        <a:t>6</a:t>
                      </a:r>
                      <a:endParaRPr lang="en-US" sz="800" dirty="0">
                        <a:latin typeface="Meiryo UI" charset="0"/>
                        <a:ea typeface="Meiryo UI" charset="0"/>
                        <a:cs typeface="Meiryo UI" charset="0"/>
                      </a:endParaRPr>
                    </a:p>
                  </a:txBody>
                  <a:tcPr marL="41148" marR="41148" marT="41148" marB="41148" anchor="ctr">
                    <a:lnL w="6350" cap="flat" cmpd="sng" algn="ctr">
                      <a:solidFill>
                        <a:srgbClr val="C9D2E3"/>
                      </a:solidFill>
                      <a:prstDash val="solid"/>
                      <a:round/>
                      <a:headEnd type="none" w="med" len="med"/>
                      <a:tailEnd type="none" w="med" len="med"/>
                    </a:lnL>
                    <a:lnR w="6350" cap="flat" cmpd="sng" algn="ctr">
                      <a:solidFill>
                        <a:srgbClr val="C9D2E3"/>
                      </a:solidFill>
                      <a:prstDash val="solid"/>
                      <a:round/>
                      <a:headEnd type="none" w="med" len="med"/>
                      <a:tailEnd type="none" w="med" len="med"/>
                    </a:lnR>
                    <a:lnT w="6350" cap="flat" cmpd="sng" algn="ctr">
                      <a:solidFill>
                        <a:srgbClr val="C9D2E3"/>
                      </a:solidFill>
                      <a:prstDash val="solid"/>
                      <a:round/>
                      <a:headEnd type="none" w="med" len="med"/>
                      <a:tailEnd type="none" w="med" len="med"/>
                    </a:lnT>
                    <a:lnB w="6350" cap="flat" cmpd="sng" algn="ctr">
                      <a:solidFill>
                        <a:srgbClr val="C9D2E3"/>
                      </a:solidFill>
                      <a:prstDash val="solid"/>
                      <a:round/>
                      <a:headEnd type="none" w="med" len="med"/>
                      <a:tailEnd type="none" w="med" len="med"/>
                    </a:lnB>
                  </a:tcPr>
                </a:tc>
                <a:tc>
                  <a:txBody>
                    <a:bodyPr/>
                    <a:lstStyle/>
                    <a:p>
                      <a:pPr algn="ctr" indent="0" marL="0">
                        <a:buNone/>
                      </a:pPr>
                      <a:endParaRPr lang="en-US" sz="800" dirty="0">
                        <a:latin typeface="Meiryo UI" charset="0"/>
                        <a:ea typeface="Meiryo UI" charset="0"/>
                        <a:cs typeface="Meiryo UI" charset="0"/>
                      </a:endParaRPr>
                    </a:p>
                  </a:txBody>
                  <a:tcPr marL="41148" marR="41148" marT="41148" marB="41148" anchor="ctr">
                    <a:lnL w="6350" cap="flat" cmpd="sng" algn="ctr">
                      <a:solidFill>
                        <a:srgbClr val="C9D2E3"/>
                      </a:solidFill>
                      <a:prstDash val="solid"/>
                      <a:round/>
                      <a:headEnd type="none" w="med" len="med"/>
                      <a:tailEnd type="none" w="med" len="med"/>
                    </a:lnL>
                    <a:lnR w="6350" cap="flat" cmpd="sng" algn="ctr">
                      <a:solidFill>
                        <a:srgbClr val="C9D2E3"/>
                      </a:solidFill>
                      <a:prstDash val="solid"/>
                      <a:round/>
                      <a:headEnd type="none" w="med" len="med"/>
                      <a:tailEnd type="none" w="med" len="med"/>
                    </a:lnR>
                    <a:lnT w="6350" cap="flat" cmpd="sng" algn="ctr">
                      <a:solidFill>
                        <a:srgbClr val="C9D2E3"/>
                      </a:solidFill>
                      <a:prstDash val="solid"/>
                      <a:round/>
                      <a:headEnd type="none" w="med" len="med"/>
                      <a:tailEnd type="none" w="med" len="med"/>
                    </a:lnT>
                    <a:lnB w="6350" cap="flat" cmpd="sng" algn="ctr">
                      <a:solidFill>
                        <a:srgbClr val="C9D2E3"/>
                      </a:solidFill>
                      <a:prstDash val="solid"/>
                      <a:round/>
                      <a:headEnd type="none" w="med" len="med"/>
                      <a:tailEnd type="none" w="med" len="med"/>
                    </a:lnB>
                    <a:solidFill>
                      <a:srgbClr val="FDFEFF"/>
                    </a:solidFill>
                  </a:tcPr>
                </a:tc>
                <a:tc>
                  <a:txBody>
                    <a:bodyPr/>
                    <a:lstStyle/>
                    <a:p>
                      <a:pPr algn="ctr" indent="0" marL="0">
                        <a:buNone/>
                      </a:pPr>
                      <a:endParaRPr lang="en-US" sz="800" dirty="0">
                        <a:latin typeface="Meiryo UI" charset="0"/>
                        <a:ea typeface="Meiryo UI" charset="0"/>
                        <a:cs typeface="Meiryo UI" charset="0"/>
                      </a:endParaRPr>
                    </a:p>
                  </a:txBody>
                  <a:tcPr marL="41148" marR="41148" marT="41148" marB="41148" anchor="ctr">
                    <a:lnL w="6350" cap="flat" cmpd="sng" algn="ctr">
                      <a:solidFill>
                        <a:srgbClr val="C9D2E3"/>
                      </a:solidFill>
                      <a:prstDash val="solid"/>
                      <a:round/>
                      <a:headEnd type="none" w="med" len="med"/>
                      <a:tailEnd type="none" w="med" len="med"/>
                    </a:lnL>
                    <a:lnR w="6350" cap="flat" cmpd="sng" algn="ctr">
                      <a:solidFill>
                        <a:srgbClr val="C9D2E3"/>
                      </a:solidFill>
                      <a:prstDash val="solid"/>
                      <a:round/>
                      <a:headEnd type="none" w="med" len="med"/>
                      <a:tailEnd type="none" w="med" len="med"/>
                    </a:lnR>
                    <a:lnT w="6350" cap="flat" cmpd="sng" algn="ctr">
                      <a:solidFill>
                        <a:srgbClr val="C9D2E3"/>
                      </a:solidFill>
                      <a:prstDash val="solid"/>
                      <a:round/>
                      <a:headEnd type="none" w="med" len="med"/>
                      <a:tailEnd type="none" w="med" len="med"/>
                    </a:lnT>
                    <a:lnB w="6350" cap="flat" cmpd="sng" algn="ctr">
                      <a:solidFill>
                        <a:srgbClr val="C9D2E3"/>
                      </a:solidFill>
                      <a:prstDash val="solid"/>
                      <a:round/>
                      <a:headEnd type="none" w="med" len="med"/>
                      <a:tailEnd type="none" w="med" len="med"/>
                    </a:lnB>
                    <a:solidFill>
                      <a:srgbClr val="FDFEFF"/>
                    </a:solidFill>
                  </a:tcPr>
                </a:tc>
                <a:tc>
                  <a:txBody>
                    <a:bodyPr/>
                    <a:lstStyle/>
                    <a:p>
                      <a:pPr algn="ctr" indent="0" marL="0">
                        <a:buNone/>
                      </a:pPr>
                      <a:endParaRPr lang="en-US" sz="800" dirty="0">
                        <a:latin typeface="Meiryo UI" charset="0"/>
                        <a:ea typeface="Meiryo UI" charset="0"/>
                        <a:cs typeface="Meiryo UI" charset="0"/>
                      </a:endParaRPr>
                    </a:p>
                  </a:txBody>
                  <a:tcPr marL="41148" marR="41148" marT="41148" marB="41148" anchor="ctr">
                    <a:lnL w="6350" cap="flat" cmpd="sng" algn="ctr">
                      <a:solidFill>
                        <a:srgbClr val="C9D2E3"/>
                      </a:solidFill>
                      <a:prstDash val="solid"/>
                      <a:round/>
                      <a:headEnd type="none" w="med" len="med"/>
                      <a:tailEnd type="none" w="med" len="med"/>
                    </a:lnL>
                    <a:lnR w="6350" cap="flat" cmpd="sng" algn="ctr">
                      <a:solidFill>
                        <a:srgbClr val="C9D2E3"/>
                      </a:solidFill>
                      <a:prstDash val="solid"/>
                      <a:round/>
                      <a:headEnd type="none" w="med" len="med"/>
                      <a:tailEnd type="none" w="med" len="med"/>
                    </a:lnR>
                    <a:lnT w="6350" cap="flat" cmpd="sng" algn="ctr">
                      <a:solidFill>
                        <a:srgbClr val="C9D2E3"/>
                      </a:solidFill>
                      <a:prstDash val="solid"/>
                      <a:round/>
                      <a:headEnd type="none" w="med" len="med"/>
                      <a:tailEnd type="none" w="med" len="med"/>
                    </a:lnT>
                    <a:lnB w="6350" cap="flat" cmpd="sng" algn="ctr">
                      <a:solidFill>
                        <a:srgbClr val="C9D2E3"/>
                      </a:solidFill>
                      <a:prstDash val="solid"/>
                      <a:round/>
                      <a:headEnd type="none" w="med" len="med"/>
                      <a:tailEnd type="none" w="med" len="med"/>
                    </a:lnB>
                    <a:solidFill>
                      <a:srgbClr val="FDFEFF"/>
                    </a:solidFill>
                  </a:tcPr>
                </a:tc>
                <a:tc>
                  <a:txBody>
                    <a:bodyPr/>
                    <a:lstStyle/>
                    <a:p>
                      <a:pPr algn="ctr" indent="0" marL="0">
                        <a:buNone/>
                      </a:pPr>
                      <a:endParaRPr lang="en-US" sz="800" dirty="0">
                        <a:latin typeface="Meiryo UI" charset="0"/>
                        <a:ea typeface="Meiryo UI" charset="0"/>
                        <a:cs typeface="Meiryo UI" charset="0"/>
                      </a:endParaRPr>
                    </a:p>
                  </a:txBody>
                  <a:tcPr marL="41148" marR="41148" marT="41148" marB="41148" anchor="ctr">
                    <a:lnL w="6350" cap="flat" cmpd="sng" algn="ctr">
                      <a:solidFill>
                        <a:srgbClr val="C9D2E3"/>
                      </a:solidFill>
                      <a:prstDash val="solid"/>
                      <a:round/>
                      <a:headEnd type="none" w="med" len="med"/>
                      <a:tailEnd type="none" w="med" len="med"/>
                    </a:lnL>
                    <a:lnR w="6350" cap="flat" cmpd="sng" algn="ctr">
                      <a:solidFill>
                        <a:srgbClr val="C9D2E3"/>
                      </a:solidFill>
                      <a:prstDash val="solid"/>
                      <a:round/>
                      <a:headEnd type="none" w="med" len="med"/>
                      <a:tailEnd type="none" w="med" len="med"/>
                    </a:lnR>
                    <a:lnT w="6350" cap="flat" cmpd="sng" algn="ctr">
                      <a:solidFill>
                        <a:srgbClr val="C9D2E3"/>
                      </a:solidFill>
                      <a:prstDash val="solid"/>
                      <a:round/>
                      <a:headEnd type="none" w="med" len="med"/>
                      <a:tailEnd type="none" w="med" len="med"/>
                    </a:lnT>
                    <a:lnB w="6350" cap="flat" cmpd="sng" algn="ctr">
                      <a:solidFill>
                        <a:srgbClr val="C9D2E3"/>
                      </a:solidFill>
                      <a:prstDash val="solid"/>
                      <a:round/>
                      <a:headEnd type="none" w="med" len="med"/>
                      <a:tailEnd type="none" w="med" len="med"/>
                    </a:lnB>
                    <a:solidFill>
                      <a:srgbClr val="FDFEFF"/>
                    </a:solidFill>
                  </a:tcPr>
                </a:tc>
                <a:tc>
                  <a:txBody>
                    <a:bodyPr/>
                    <a:lstStyle/>
                    <a:p>
                      <a:pPr algn="ctr" indent="0" marL="0">
                        <a:buNone/>
                      </a:pPr>
                      <a:endParaRPr lang="en-US" sz="800" dirty="0">
                        <a:latin typeface="Meiryo UI" charset="0"/>
                        <a:ea typeface="Meiryo UI" charset="0"/>
                        <a:cs typeface="Meiryo UI" charset="0"/>
                      </a:endParaRPr>
                    </a:p>
                  </a:txBody>
                  <a:tcPr marL="41148" marR="41148" marT="41148" marB="41148" anchor="ctr">
                    <a:lnL w="6350" cap="flat" cmpd="sng" algn="ctr">
                      <a:solidFill>
                        <a:srgbClr val="C9D2E3"/>
                      </a:solidFill>
                      <a:prstDash val="solid"/>
                      <a:round/>
                      <a:headEnd type="none" w="med" len="med"/>
                      <a:tailEnd type="none" w="med" len="med"/>
                    </a:lnL>
                    <a:lnR w="6350" cap="flat" cmpd="sng" algn="ctr">
                      <a:solidFill>
                        <a:srgbClr val="C9D2E3"/>
                      </a:solidFill>
                      <a:prstDash val="solid"/>
                      <a:round/>
                      <a:headEnd type="none" w="med" len="med"/>
                      <a:tailEnd type="none" w="med" len="med"/>
                    </a:lnR>
                    <a:lnT w="6350" cap="flat" cmpd="sng" algn="ctr">
                      <a:solidFill>
                        <a:srgbClr val="C9D2E3"/>
                      </a:solidFill>
                      <a:prstDash val="solid"/>
                      <a:round/>
                      <a:headEnd type="none" w="med" len="med"/>
                      <a:tailEnd type="none" w="med" len="med"/>
                    </a:lnT>
                    <a:lnB w="6350" cap="flat" cmpd="sng" algn="ctr">
                      <a:solidFill>
                        <a:srgbClr val="C9D2E3"/>
                      </a:solidFill>
                      <a:prstDash val="solid"/>
                      <a:round/>
                      <a:headEnd type="none" w="med" len="med"/>
                      <a:tailEnd type="none" w="med" len="med"/>
                    </a:lnB>
                    <a:solidFill>
                      <a:srgbClr val="FDFEFF"/>
                    </a:solidFill>
                  </a:tcPr>
                </a:tc>
                <a:tc>
                  <a:txBody>
                    <a:bodyPr/>
                    <a:lstStyle/>
                    <a:p>
                      <a:pPr algn="ctr" indent="0" marL="0">
                        <a:buNone/>
                      </a:pPr>
                      <a:endParaRPr lang="en-US" sz="800" dirty="0">
                        <a:latin typeface="Meiryo UI" charset="0"/>
                        <a:ea typeface="Meiryo UI" charset="0"/>
                        <a:cs typeface="Meiryo UI" charset="0"/>
                      </a:endParaRPr>
                    </a:p>
                  </a:txBody>
                  <a:tcPr marL="41148" marR="41148" marT="41148" marB="41148" anchor="ctr">
                    <a:lnL w="6350" cap="flat" cmpd="sng" algn="ctr">
                      <a:solidFill>
                        <a:srgbClr val="C9D2E3"/>
                      </a:solidFill>
                      <a:prstDash val="solid"/>
                      <a:round/>
                      <a:headEnd type="none" w="med" len="med"/>
                      <a:tailEnd type="none" w="med" len="med"/>
                    </a:lnL>
                    <a:lnR w="6350" cap="flat" cmpd="sng" algn="ctr">
                      <a:solidFill>
                        <a:srgbClr val="C9D2E3"/>
                      </a:solidFill>
                      <a:prstDash val="solid"/>
                      <a:round/>
                      <a:headEnd type="none" w="med" len="med"/>
                      <a:tailEnd type="none" w="med" len="med"/>
                    </a:lnR>
                    <a:lnT w="6350" cap="flat" cmpd="sng" algn="ctr">
                      <a:solidFill>
                        <a:srgbClr val="C9D2E3"/>
                      </a:solidFill>
                      <a:prstDash val="solid"/>
                      <a:round/>
                      <a:headEnd type="none" w="med" len="med"/>
                      <a:tailEnd type="none" w="med" len="med"/>
                    </a:lnT>
                    <a:lnB w="6350" cap="flat" cmpd="sng" algn="ctr">
                      <a:solidFill>
                        <a:srgbClr val="C9D2E3"/>
                      </a:solidFill>
                      <a:prstDash val="solid"/>
                      <a:round/>
                      <a:headEnd type="none" w="med" len="med"/>
                      <a:tailEnd type="none" w="med" len="med"/>
                    </a:lnB>
                    <a:solidFill>
                      <a:srgbClr val="FDFEFF"/>
                    </a:solidFill>
                  </a:tcPr>
                </a:tc>
              </a:tr>
              <a:tr h="230429">
                <a:tc>
                  <a:txBody>
                    <a:bodyPr/>
                    <a:lstStyle/>
                    <a:p>
                      <a:pPr algn="ctr" indent="0" marL="0">
                        <a:buNone/>
                      </a:pPr>
                      <a:r>
                        <a:rPr lang="en-US" sz="800" b="1" dirty="0">
                          <a:solidFill>
                            <a:srgbClr val="333333"/>
                          </a:solidFill>
                          <a:latin typeface="Meiryo UI" pitchFamily="34" charset="0"/>
                          <a:ea typeface="Meiryo UI" pitchFamily="34" charset="-122"/>
                          <a:cs typeface="Meiryo UI" pitchFamily="34" charset="-120"/>
                        </a:rPr>
                        <a:t>D4</a:t>
                      </a:r>
                      <a:endParaRPr lang="en-US" sz="800" dirty="0">
                        <a:latin typeface="Meiryo UI" charset="0"/>
                        <a:ea typeface="Meiryo UI" charset="0"/>
                        <a:cs typeface="Meiryo UI" charset="0"/>
                      </a:endParaRPr>
                    </a:p>
                  </a:txBody>
                  <a:tcPr marL="41148" marR="41148" marT="41148" marB="41148" anchor="ctr">
                    <a:lnL w="6350" cap="flat" cmpd="sng" algn="ctr">
                      <a:solidFill>
                        <a:srgbClr val="C9D2E3"/>
                      </a:solidFill>
                      <a:prstDash val="solid"/>
                      <a:round/>
                      <a:headEnd type="none" w="med" len="med"/>
                      <a:tailEnd type="none" w="med" len="med"/>
                    </a:lnL>
                    <a:lnR w="6350" cap="flat" cmpd="sng" algn="ctr">
                      <a:solidFill>
                        <a:srgbClr val="C9D2E3"/>
                      </a:solidFill>
                      <a:prstDash val="solid"/>
                      <a:round/>
                      <a:headEnd type="none" w="med" len="med"/>
                      <a:tailEnd type="none" w="med" len="med"/>
                    </a:lnR>
                    <a:lnT w="6350" cap="flat" cmpd="sng" algn="ctr">
                      <a:solidFill>
                        <a:srgbClr val="C9D2E3"/>
                      </a:solidFill>
                      <a:prstDash val="solid"/>
                      <a:round/>
                      <a:headEnd type="none" w="med" len="med"/>
                      <a:tailEnd type="none" w="med" len="med"/>
                    </a:lnT>
                    <a:lnB w="6350" cap="flat" cmpd="sng" algn="ctr">
                      <a:solidFill>
                        <a:srgbClr val="C9D2E3"/>
                      </a:solidFill>
                      <a:prstDash val="solid"/>
                      <a:round/>
                      <a:headEnd type="none" w="med" len="med"/>
                      <a:tailEnd type="none" w="med" len="med"/>
                    </a:lnB>
                  </a:tcPr>
                </a:tc>
                <a:tc>
                  <a:txBody>
                    <a:bodyPr/>
                    <a:lstStyle/>
                    <a:p>
                      <a:pPr algn="l" indent="0" marL="0">
                        <a:buNone/>
                      </a:pPr>
                      <a:r>
                        <a:rPr lang="en-US" sz="800" b="1" dirty="0">
                          <a:solidFill>
                            <a:srgbClr val="333333"/>
                          </a:solidFill>
                          <a:latin typeface="Meiryo UI" pitchFamily="34" charset="0"/>
                          <a:ea typeface="Meiryo UI" pitchFamily="34" charset="-122"/>
                          <a:cs typeface="Meiryo UI" pitchFamily="34" charset="-120"/>
                        </a:rPr>
                        <a:t>遅延リスク管理・手戻り対応</a:t>
                      </a:r>
                      <a:endParaRPr lang="en-US" sz="800" dirty="0">
                        <a:latin typeface="Meiryo UI" charset="0"/>
                        <a:ea typeface="Meiryo UI" charset="0"/>
                        <a:cs typeface="Meiryo UI" charset="0"/>
                      </a:endParaRPr>
                    </a:p>
                  </a:txBody>
                  <a:tcPr marL="41148" marR="41148" marT="41148" marB="41148" anchor="ctr">
                    <a:lnL w="6350" cap="flat" cmpd="sng" algn="ctr">
                      <a:solidFill>
                        <a:srgbClr val="C9D2E3"/>
                      </a:solidFill>
                      <a:prstDash val="solid"/>
                      <a:round/>
                      <a:headEnd type="none" w="med" len="med"/>
                      <a:tailEnd type="none" w="med" len="med"/>
                    </a:lnL>
                    <a:lnR w="6350" cap="flat" cmpd="sng" algn="ctr">
                      <a:solidFill>
                        <a:srgbClr val="C9D2E3"/>
                      </a:solidFill>
                      <a:prstDash val="solid"/>
                      <a:round/>
                      <a:headEnd type="none" w="med" len="med"/>
                      <a:tailEnd type="none" w="med" len="med"/>
                    </a:lnR>
                    <a:lnT w="6350" cap="flat" cmpd="sng" algn="ctr">
                      <a:solidFill>
                        <a:srgbClr val="C9D2E3"/>
                      </a:solidFill>
                      <a:prstDash val="solid"/>
                      <a:round/>
                      <a:headEnd type="none" w="med" len="med"/>
                      <a:tailEnd type="none" w="med" len="med"/>
                    </a:lnT>
                    <a:lnB w="6350" cap="flat" cmpd="sng" algn="ctr">
                      <a:solidFill>
                        <a:srgbClr val="C9D2E3"/>
                      </a:solidFill>
                      <a:prstDash val="solid"/>
                      <a:round/>
                      <a:headEnd type="none" w="med" len="med"/>
                      <a:tailEnd type="none" w="med" len="med"/>
                    </a:lnB>
                  </a:tcPr>
                </a:tc>
                <a:tc>
                  <a:txBody>
                    <a:bodyPr/>
                    <a:lstStyle/>
                    <a:p>
                      <a:pPr algn="l" indent="0" marL="0">
                        <a:buNone/>
                      </a:pPr>
                      <a:r>
                        <a:rPr lang="en-US" sz="750" dirty="0">
                          <a:solidFill>
                            <a:srgbClr val="333333"/>
                          </a:solidFill>
                          <a:latin typeface="Meiryo UI" pitchFamily="34" charset="0"/>
                          <a:ea typeface="Meiryo UI" pitchFamily="34" charset="-122"/>
                          <a:cs typeface="Meiryo UI" pitchFamily="34" charset="-120"/>
                        </a:rPr>
                        <a:t>両輪並行に伴う手戻りの吸収策（バッファ・優先順位ルール・早期警報の仕組み）が計画に組み込まれているか</a:t>
                      </a:r>
                      <a:endParaRPr lang="en-US" sz="750" dirty="0">
                        <a:latin typeface="Meiryo UI" charset="0"/>
                        <a:ea typeface="Meiryo UI" charset="0"/>
                        <a:cs typeface="Meiryo UI" charset="0"/>
                      </a:endParaRPr>
                    </a:p>
                  </a:txBody>
                  <a:tcPr marL="41148" marR="41148" marT="41148" marB="41148" anchor="ctr">
                    <a:lnL w="6350" cap="flat" cmpd="sng" algn="ctr">
                      <a:solidFill>
                        <a:srgbClr val="C9D2E3"/>
                      </a:solidFill>
                      <a:prstDash val="solid"/>
                      <a:round/>
                      <a:headEnd type="none" w="med" len="med"/>
                      <a:tailEnd type="none" w="med" len="med"/>
                    </a:lnL>
                    <a:lnR w="6350" cap="flat" cmpd="sng" algn="ctr">
                      <a:solidFill>
                        <a:srgbClr val="C9D2E3"/>
                      </a:solidFill>
                      <a:prstDash val="solid"/>
                      <a:round/>
                      <a:headEnd type="none" w="med" len="med"/>
                      <a:tailEnd type="none" w="med" len="med"/>
                    </a:lnR>
                    <a:lnT w="6350" cap="flat" cmpd="sng" algn="ctr">
                      <a:solidFill>
                        <a:srgbClr val="C9D2E3"/>
                      </a:solidFill>
                      <a:prstDash val="solid"/>
                      <a:round/>
                      <a:headEnd type="none" w="med" len="med"/>
                      <a:tailEnd type="none" w="med" len="med"/>
                    </a:lnT>
                    <a:lnB w="6350" cap="flat" cmpd="sng" algn="ctr">
                      <a:solidFill>
                        <a:srgbClr val="C9D2E3"/>
                      </a:solidFill>
                      <a:prstDash val="solid"/>
                      <a:round/>
                      <a:headEnd type="none" w="med" len="med"/>
                      <a:tailEnd type="none" w="med" len="med"/>
                    </a:lnB>
                  </a:tcPr>
                </a:tc>
                <a:tc>
                  <a:txBody>
                    <a:bodyPr/>
                    <a:lstStyle/>
                    <a:p>
                      <a:pPr algn="ctr" indent="0" marL="0">
                        <a:buNone/>
                      </a:pPr>
                      <a:r>
                        <a:rPr lang="en-US" sz="800" b="1" dirty="0">
                          <a:solidFill>
                            <a:srgbClr val="333333"/>
                          </a:solidFill>
                          <a:latin typeface="Meiryo UI" pitchFamily="34" charset="0"/>
                          <a:ea typeface="Meiryo UI" pitchFamily="34" charset="-122"/>
                          <a:cs typeface="Meiryo UI" pitchFamily="34" charset="-120"/>
                        </a:rPr>
                        <a:t>5</a:t>
                      </a:r>
                      <a:endParaRPr lang="en-US" sz="800" dirty="0">
                        <a:latin typeface="Meiryo UI" charset="0"/>
                        <a:ea typeface="Meiryo UI" charset="0"/>
                        <a:cs typeface="Meiryo UI" charset="0"/>
                      </a:endParaRPr>
                    </a:p>
                  </a:txBody>
                  <a:tcPr marL="41148" marR="41148" marT="41148" marB="41148" anchor="ctr">
                    <a:lnL w="6350" cap="flat" cmpd="sng" algn="ctr">
                      <a:solidFill>
                        <a:srgbClr val="C9D2E3"/>
                      </a:solidFill>
                      <a:prstDash val="solid"/>
                      <a:round/>
                      <a:headEnd type="none" w="med" len="med"/>
                      <a:tailEnd type="none" w="med" len="med"/>
                    </a:lnL>
                    <a:lnR w="6350" cap="flat" cmpd="sng" algn="ctr">
                      <a:solidFill>
                        <a:srgbClr val="C9D2E3"/>
                      </a:solidFill>
                      <a:prstDash val="solid"/>
                      <a:round/>
                      <a:headEnd type="none" w="med" len="med"/>
                      <a:tailEnd type="none" w="med" len="med"/>
                    </a:lnR>
                    <a:lnT w="6350" cap="flat" cmpd="sng" algn="ctr">
                      <a:solidFill>
                        <a:srgbClr val="C9D2E3"/>
                      </a:solidFill>
                      <a:prstDash val="solid"/>
                      <a:round/>
                      <a:headEnd type="none" w="med" len="med"/>
                      <a:tailEnd type="none" w="med" len="med"/>
                    </a:lnT>
                    <a:lnB w="6350" cap="flat" cmpd="sng" algn="ctr">
                      <a:solidFill>
                        <a:srgbClr val="C9D2E3"/>
                      </a:solidFill>
                      <a:prstDash val="solid"/>
                      <a:round/>
                      <a:headEnd type="none" w="med" len="med"/>
                      <a:tailEnd type="none" w="med" len="med"/>
                    </a:lnB>
                  </a:tcPr>
                </a:tc>
                <a:tc>
                  <a:txBody>
                    <a:bodyPr/>
                    <a:lstStyle/>
                    <a:p>
                      <a:pPr algn="ctr" indent="0" marL="0">
                        <a:buNone/>
                      </a:pPr>
                      <a:endParaRPr lang="en-US" sz="800" dirty="0">
                        <a:latin typeface="Meiryo UI" charset="0"/>
                        <a:ea typeface="Meiryo UI" charset="0"/>
                        <a:cs typeface="Meiryo UI" charset="0"/>
                      </a:endParaRPr>
                    </a:p>
                  </a:txBody>
                  <a:tcPr marL="41148" marR="41148" marT="41148" marB="41148" anchor="ctr">
                    <a:lnL w="6350" cap="flat" cmpd="sng" algn="ctr">
                      <a:solidFill>
                        <a:srgbClr val="C9D2E3"/>
                      </a:solidFill>
                      <a:prstDash val="solid"/>
                      <a:round/>
                      <a:headEnd type="none" w="med" len="med"/>
                      <a:tailEnd type="none" w="med" len="med"/>
                    </a:lnL>
                    <a:lnR w="6350" cap="flat" cmpd="sng" algn="ctr">
                      <a:solidFill>
                        <a:srgbClr val="C9D2E3"/>
                      </a:solidFill>
                      <a:prstDash val="solid"/>
                      <a:round/>
                      <a:headEnd type="none" w="med" len="med"/>
                      <a:tailEnd type="none" w="med" len="med"/>
                    </a:lnR>
                    <a:lnT w="6350" cap="flat" cmpd="sng" algn="ctr">
                      <a:solidFill>
                        <a:srgbClr val="C9D2E3"/>
                      </a:solidFill>
                      <a:prstDash val="solid"/>
                      <a:round/>
                      <a:headEnd type="none" w="med" len="med"/>
                      <a:tailEnd type="none" w="med" len="med"/>
                    </a:lnT>
                    <a:lnB w="6350" cap="flat" cmpd="sng" algn="ctr">
                      <a:solidFill>
                        <a:srgbClr val="C9D2E3"/>
                      </a:solidFill>
                      <a:prstDash val="solid"/>
                      <a:round/>
                      <a:headEnd type="none" w="med" len="med"/>
                      <a:tailEnd type="none" w="med" len="med"/>
                    </a:lnB>
                    <a:solidFill>
                      <a:srgbClr val="FDFEFF"/>
                    </a:solidFill>
                  </a:tcPr>
                </a:tc>
                <a:tc>
                  <a:txBody>
                    <a:bodyPr/>
                    <a:lstStyle/>
                    <a:p>
                      <a:pPr algn="ctr" indent="0" marL="0">
                        <a:buNone/>
                      </a:pPr>
                      <a:endParaRPr lang="en-US" sz="800" dirty="0">
                        <a:latin typeface="Meiryo UI" charset="0"/>
                        <a:ea typeface="Meiryo UI" charset="0"/>
                        <a:cs typeface="Meiryo UI" charset="0"/>
                      </a:endParaRPr>
                    </a:p>
                  </a:txBody>
                  <a:tcPr marL="41148" marR="41148" marT="41148" marB="41148" anchor="ctr">
                    <a:lnL w="6350" cap="flat" cmpd="sng" algn="ctr">
                      <a:solidFill>
                        <a:srgbClr val="C9D2E3"/>
                      </a:solidFill>
                      <a:prstDash val="solid"/>
                      <a:round/>
                      <a:headEnd type="none" w="med" len="med"/>
                      <a:tailEnd type="none" w="med" len="med"/>
                    </a:lnL>
                    <a:lnR w="6350" cap="flat" cmpd="sng" algn="ctr">
                      <a:solidFill>
                        <a:srgbClr val="C9D2E3"/>
                      </a:solidFill>
                      <a:prstDash val="solid"/>
                      <a:round/>
                      <a:headEnd type="none" w="med" len="med"/>
                      <a:tailEnd type="none" w="med" len="med"/>
                    </a:lnR>
                    <a:lnT w="6350" cap="flat" cmpd="sng" algn="ctr">
                      <a:solidFill>
                        <a:srgbClr val="C9D2E3"/>
                      </a:solidFill>
                      <a:prstDash val="solid"/>
                      <a:round/>
                      <a:headEnd type="none" w="med" len="med"/>
                      <a:tailEnd type="none" w="med" len="med"/>
                    </a:lnT>
                    <a:lnB w="6350" cap="flat" cmpd="sng" algn="ctr">
                      <a:solidFill>
                        <a:srgbClr val="C9D2E3"/>
                      </a:solidFill>
                      <a:prstDash val="solid"/>
                      <a:round/>
                      <a:headEnd type="none" w="med" len="med"/>
                      <a:tailEnd type="none" w="med" len="med"/>
                    </a:lnB>
                    <a:solidFill>
                      <a:srgbClr val="FDFEFF"/>
                    </a:solidFill>
                  </a:tcPr>
                </a:tc>
                <a:tc>
                  <a:txBody>
                    <a:bodyPr/>
                    <a:lstStyle/>
                    <a:p>
                      <a:pPr algn="ctr" indent="0" marL="0">
                        <a:buNone/>
                      </a:pPr>
                      <a:endParaRPr lang="en-US" sz="800" dirty="0">
                        <a:latin typeface="Meiryo UI" charset="0"/>
                        <a:ea typeface="Meiryo UI" charset="0"/>
                        <a:cs typeface="Meiryo UI" charset="0"/>
                      </a:endParaRPr>
                    </a:p>
                  </a:txBody>
                  <a:tcPr marL="41148" marR="41148" marT="41148" marB="41148" anchor="ctr">
                    <a:lnL w="6350" cap="flat" cmpd="sng" algn="ctr">
                      <a:solidFill>
                        <a:srgbClr val="C9D2E3"/>
                      </a:solidFill>
                      <a:prstDash val="solid"/>
                      <a:round/>
                      <a:headEnd type="none" w="med" len="med"/>
                      <a:tailEnd type="none" w="med" len="med"/>
                    </a:lnL>
                    <a:lnR w="6350" cap="flat" cmpd="sng" algn="ctr">
                      <a:solidFill>
                        <a:srgbClr val="C9D2E3"/>
                      </a:solidFill>
                      <a:prstDash val="solid"/>
                      <a:round/>
                      <a:headEnd type="none" w="med" len="med"/>
                      <a:tailEnd type="none" w="med" len="med"/>
                    </a:lnR>
                    <a:lnT w="6350" cap="flat" cmpd="sng" algn="ctr">
                      <a:solidFill>
                        <a:srgbClr val="C9D2E3"/>
                      </a:solidFill>
                      <a:prstDash val="solid"/>
                      <a:round/>
                      <a:headEnd type="none" w="med" len="med"/>
                      <a:tailEnd type="none" w="med" len="med"/>
                    </a:lnT>
                    <a:lnB w="6350" cap="flat" cmpd="sng" algn="ctr">
                      <a:solidFill>
                        <a:srgbClr val="C9D2E3"/>
                      </a:solidFill>
                      <a:prstDash val="solid"/>
                      <a:round/>
                      <a:headEnd type="none" w="med" len="med"/>
                      <a:tailEnd type="none" w="med" len="med"/>
                    </a:lnB>
                    <a:solidFill>
                      <a:srgbClr val="FDFEFF"/>
                    </a:solidFill>
                  </a:tcPr>
                </a:tc>
                <a:tc>
                  <a:txBody>
                    <a:bodyPr/>
                    <a:lstStyle/>
                    <a:p>
                      <a:pPr algn="ctr" indent="0" marL="0">
                        <a:buNone/>
                      </a:pPr>
                      <a:endParaRPr lang="en-US" sz="800" dirty="0">
                        <a:latin typeface="Meiryo UI" charset="0"/>
                        <a:ea typeface="Meiryo UI" charset="0"/>
                        <a:cs typeface="Meiryo UI" charset="0"/>
                      </a:endParaRPr>
                    </a:p>
                  </a:txBody>
                  <a:tcPr marL="41148" marR="41148" marT="41148" marB="41148" anchor="ctr">
                    <a:lnL w="6350" cap="flat" cmpd="sng" algn="ctr">
                      <a:solidFill>
                        <a:srgbClr val="C9D2E3"/>
                      </a:solidFill>
                      <a:prstDash val="solid"/>
                      <a:round/>
                      <a:headEnd type="none" w="med" len="med"/>
                      <a:tailEnd type="none" w="med" len="med"/>
                    </a:lnL>
                    <a:lnR w="6350" cap="flat" cmpd="sng" algn="ctr">
                      <a:solidFill>
                        <a:srgbClr val="C9D2E3"/>
                      </a:solidFill>
                      <a:prstDash val="solid"/>
                      <a:round/>
                      <a:headEnd type="none" w="med" len="med"/>
                      <a:tailEnd type="none" w="med" len="med"/>
                    </a:lnR>
                    <a:lnT w="6350" cap="flat" cmpd="sng" algn="ctr">
                      <a:solidFill>
                        <a:srgbClr val="C9D2E3"/>
                      </a:solidFill>
                      <a:prstDash val="solid"/>
                      <a:round/>
                      <a:headEnd type="none" w="med" len="med"/>
                      <a:tailEnd type="none" w="med" len="med"/>
                    </a:lnT>
                    <a:lnB w="6350" cap="flat" cmpd="sng" algn="ctr">
                      <a:solidFill>
                        <a:srgbClr val="C9D2E3"/>
                      </a:solidFill>
                      <a:prstDash val="solid"/>
                      <a:round/>
                      <a:headEnd type="none" w="med" len="med"/>
                      <a:tailEnd type="none" w="med" len="med"/>
                    </a:lnB>
                    <a:solidFill>
                      <a:srgbClr val="FDFEFF"/>
                    </a:solidFill>
                  </a:tcPr>
                </a:tc>
                <a:tc>
                  <a:txBody>
                    <a:bodyPr/>
                    <a:lstStyle/>
                    <a:p>
                      <a:pPr algn="ctr" indent="0" marL="0">
                        <a:buNone/>
                      </a:pPr>
                      <a:endParaRPr lang="en-US" sz="800" dirty="0">
                        <a:latin typeface="Meiryo UI" charset="0"/>
                        <a:ea typeface="Meiryo UI" charset="0"/>
                        <a:cs typeface="Meiryo UI" charset="0"/>
                      </a:endParaRPr>
                    </a:p>
                  </a:txBody>
                  <a:tcPr marL="41148" marR="41148" marT="41148" marB="41148" anchor="ctr">
                    <a:lnL w="6350" cap="flat" cmpd="sng" algn="ctr">
                      <a:solidFill>
                        <a:srgbClr val="C9D2E3"/>
                      </a:solidFill>
                      <a:prstDash val="solid"/>
                      <a:round/>
                      <a:headEnd type="none" w="med" len="med"/>
                      <a:tailEnd type="none" w="med" len="med"/>
                    </a:lnL>
                    <a:lnR w="6350" cap="flat" cmpd="sng" algn="ctr">
                      <a:solidFill>
                        <a:srgbClr val="C9D2E3"/>
                      </a:solidFill>
                      <a:prstDash val="solid"/>
                      <a:round/>
                      <a:headEnd type="none" w="med" len="med"/>
                      <a:tailEnd type="none" w="med" len="med"/>
                    </a:lnR>
                    <a:lnT w="6350" cap="flat" cmpd="sng" algn="ctr">
                      <a:solidFill>
                        <a:srgbClr val="C9D2E3"/>
                      </a:solidFill>
                      <a:prstDash val="solid"/>
                      <a:round/>
                      <a:headEnd type="none" w="med" len="med"/>
                      <a:tailEnd type="none" w="med" len="med"/>
                    </a:lnT>
                    <a:lnB w="6350" cap="flat" cmpd="sng" algn="ctr">
                      <a:solidFill>
                        <a:srgbClr val="C9D2E3"/>
                      </a:solidFill>
                      <a:prstDash val="solid"/>
                      <a:round/>
                      <a:headEnd type="none" w="med" len="med"/>
                      <a:tailEnd type="none" w="med" len="med"/>
                    </a:lnB>
                    <a:solidFill>
                      <a:srgbClr val="FDFEFF"/>
                    </a:solidFill>
                  </a:tcPr>
                </a:tc>
                <a:tc>
                  <a:txBody>
                    <a:bodyPr/>
                    <a:lstStyle/>
                    <a:p>
                      <a:pPr algn="ctr" indent="0" marL="0">
                        <a:buNone/>
                      </a:pPr>
                      <a:endParaRPr lang="en-US" sz="800" dirty="0">
                        <a:latin typeface="Meiryo UI" charset="0"/>
                        <a:ea typeface="Meiryo UI" charset="0"/>
                        <a:cs typeface="Meiryo UI" charset="0"/>
                      </a:endParaRPr>
                    </a:p>
                  </a:txBody>
                  <a:tcPr marL="41148" marR="41148" marT="41148" marB="41148" anchor="ctr">
                    <a:lnL w="6350" cap="flat" cmpd="sng" algn="ctr">
                      <a:solidFill>
                        <a:srgbClr val="C9D2E3"/>
                      </a:solidFill>
                      <a:prstDash val="solid"/>
                      <a:round/>
                      <a:headEnd type="none" w="med" len="med"/>
                      <a:tailEnd type="none" w="med" len="med"/>
                    </a:lnL>
                    <a:lnR w="6350" cap="flat" cmpd="sng" algn="ctr">
                      <a:solidFill>
                        <a:srgbClr val="C9D2E3"/>
                      </a:solidFill>
                      <a:prstDash val="solid"/>
                      <a:round/>
                      <a:headEnd type="none" w="med" len="med"/>
                      <a:tailEnd type="none" w="med" len="med"/>
                    </a:lnR>
                    <a:lnT w="6350" cap="flat" cmpd="sng" algn="ctr">
                      <a:solidFill>
                        <a:srgbClr val="C9D2E3"/>
                      </a:solidFill>
                      <a:prstDash val="solid"/>
                      <a:round/>
                      <a:headEnd type="none" w="med" len="med"/>
                      <a:tailEnd type="none" w="med" len="med"/>
                    </a:lnT>
                    <a:lnB w="6350" cap="flat" cmpd="sng" algn="ctr">
                      <a:solidFill>
                        <a:srgbClr val="C9D2E3"/>
                      </a:solidFill>
                      <a:prstDash val="solid"/>
                      <a:round/>
                      <a:headEnd type="none" w="med" len="med"/>
                      <a:tailEnd type="none" w="med" len="med"/>
                    </a:lnB>
                    <a:solidFill>
                      <a:srgbClr val="FDFEFF"/>
                    </a:solidFill>
                  </a:tcPr>
                </a:tc>
              </a:tr>
              <a:tr h="230429">
                <a:tc>
                  <a:txBody>
                    <a:bodyPr/>
                    <a:lstStyle/>
                    <a:p>
                      <a:pPr algn="ctr" indent="0" marL="0">
                        <a:buNone/>
                      </a:pPr>
                      <a:r>
                        <a:rPr lang="en-US" sz="800" b="1" dirty="0">
                          <a:solidFill>
                            <a:srgbClr val="333333"/>
                          </a:solidFill>
                          <a:latin typeface="Meiryo UI" pitchFamily="34" charset="0"/>
                          <a:ea typeface="Meiryo UI" pitchFamily="34" charset="-122"/>
                          <a:cs typeface="Meiryo UI" pitchFamily="34" charset="-120"/>
                        </a:rPr>
                        <a:t>D5</a:t>
                      </a:r>
                      <a:endParaRPr lang="en-US" sz="800" dirty="0">
                        <a:latin typeface="Meiryo UI" charset="0"/>
                        <a:ea typeface="Meiryo UI" charset="0"/>
                        <a:cs typeface="Meiryo UI" charset="0"/>
                      </a:endParaRPr>
                    </a:p>
                  </a:txBody>
                  <a:tcPr marL="41148" marR="41148" marT="41148" marB="41148" anchor="ctr">
                    <a:lnL w="6350" cap="flat" cmpd="sng" algn="ctr">
                      <a:solidFill>
                        <a:srgbClr val="C9D2E3"/>
                      </a:solidFill>
                      <a:prstDash val="solid"/>
                      <a:round/>
                      <a:headEnd type="none" w="med" len="med"/>
                      <a:tailEnd type="none" w="med" len="med"/>
                    </a:lnL>
                    <a:lnR w="6350" cap="flat" cmpd="sng" algn="ctr">
                      <a:solidFill>
                        <a:srgbClr val="C9D2E3"/>
                      </a:solidFill>
                      <a:prstDash val="solid"/>
                      <a:round/>
                      <a:headEnd type="none" w="med" len="med"/>
                      <a:tailEnd type="none" w="med" len="med"/>
                    </a:lnR>
                    <a:lnT w="6350" cap="flat" cmpd="sng" algn="ctr">
                      <a:solidFill>
                        <a:srgbClr val="C9D2E3"/>
                      </a:solidFill>
                      <a:prstDash val="solid"/>
                      <a:round/>
                      <a:headEnd type="none" w="med" len="med"/>
                      <a:tailEnd type="none" w="med" len="med"/>
                    </a:lnT>
                    <a:lnB w="6350" cap="flat" cmpd="sng" algn="ctr">
                      <a:solidFill>
                        <a:srgbClr val="C9D2E3"/>
                      </a:solidFill>
                      <a:prstDash val="solid"/>
                      <a:round/>
                      <a:headEnd type="none" w="med" len="med"/>
                      <a:tailEnd type="none" w="med" len="med"/>
                    </a:lnB>
                  </a:tcPr>
                </a:tc>
                <a:tc>
                  <a:txBody>
                    <a:bodyPr/>
                    <a:lstStyle/>
                    <a:p>
                      <a:pPr algn="l" indent="0" marL="0">
                        <a:buNone/>
                      </a:pPr>
                      <a:r>
                        <a:rPr lang="en-US" sz="800" b="1" dirty="0">
                          <a:solidFill>
                            <a:srgbClr val="333333"/>
                          </a:solidFill>
                          <a:latin typeface="Meiryo UI" pitchFamily="34" charset="0"/>
                          <a:ea typeface="Meiryo UI" pitchFamily="34" charset="-122"/>
                          <a:cs typeface="Meiryo UI" pitchFamily="34" charset="-120"/>
                        </a:rPr>
                        <a:t>即時着手への対応</a:t>
                      </a:r>
                      <a:endParaRPr lang="en-US" sz="800" dirty="0">
                        <a:latin typeface="Meiryo UI" charset="0"/>
                        <a:ea typeface="Meiryo UI" charset="0"/>
                        <a:cs typeface="Meiryo UI" charset="0"/>
                      </a:endParaRPr>
                    </a:p>
                  </a:txBody>
                  <a:tcPr marL="41148" marR="41148" marT="41148" marB="41148" anchor="ctr">
                    <a:lnL w="6350" cap="flat" cmpd="sng" algn="ctr">
                      <a:solidFill>
                        <a:srgbClr val="C9D2E3"/>
                      </a:solidFill>
                      <a:prstDash val="solid"/>
                      <a:round/>
                      <a:headEnd type="none" w="med" len="med"/>
                      <a:tailEnd type="none" w="med" len="med"/>
                    </a:lnL>
                    <a:lnR w="6350" cap="flat" cmpd="sng" algn="ctr">
                      <a:solidFill>
                        <a:srgbClr val="C9D2E3"/>
                      </a:solidFill>
                      <a:prstDash val="solid"/>
                      <a:round/>
                      <a:headEnd type="none" w="med" len="med"/>
                      <a:tailEnd type="none" w="med" len="med"/>
                    </a:lnR>
                    <a:lnT w="6350" cap="flat" cmpd="sng" algn="ctr">
                      <a:solidFill>
                        <a:srgbClr val="C9D2E3"/>
                      </a:solidFill>
                      <a:prstDash val="solid"/>
                      <a:round/>
                      <a:headEnd type="none" w="med" len="med"/>
                      <a:tailEnd type="none" w="med" len="med"/>
                    </a:lnT>
                    <a:lnB w="6350" cap="flat" cmpd="sng" algn="ctr">
                      <a:solidFill>
                        <a:srgbClr val="C9D2E3"/>
                      </a:solidFill>
                      <a:prstDash val="solid"/>
                      <a:round/>
                      <a:headEnd type="none" w="med" len="med"/>
                      <a:tailEnd type="none" w="med" len="med"/>
                    </a:lnB>
                  </a:tcPr>
                </a:tc>
                <a:tc>
                  <a:txBody>
                    <a:bodyPr/>
                    <a:lstStyle/>
                    <a:p>
                      <a:pPr algn="l" indent="0" marL="0">
                        <a:buNone/>
                      </a:pPr>
                      <a:r>
                        <a:rPr lang="en-US" sz="750" dirty="0">
                          <a:solidFill>
                            <a:srgbClr val="333333"/>
                          </a:solidFill>
                          <a:latin typeface="Meiryo UI" pitchFamily="34" charset="0"/>
                          <a:ea typeface="Meiryo UI" pitchFamily="34" charset="-122"/>
                          <a:cs typeface="Meiryo UI" pitchFamily="34" charset="-120"/>
                        </a:rPr>
                        <a:t>9/7キックオフに間に合う契約対応（NDA・LOI受入れ）と、初週からの立ち上がり計画が示されているか</a:t>
                      </a:r>
                      <a:endParaRPr lang="en-US" sz="750" dirty="0">
                        <a:latin typeface="Meiryo UI" charset="0"/>
                        <a:ea typeface="Meiryo UI" charset="0"/>
                        <a:cs typeface="Meiryo UI" charset="0"/>
                      </a:endParaRPr>
                    </a:p>
                  </a:txBody>
                  <a:tcPr marL="41148" marR="41148" marT="41148" marB="41148" anchor="ctr">
                    <a:lnL w="6350" cap="flat" cmpd="sng" algn="ctr">
                      <a:solidFill>
                        <a:srgbClr val="C9D2E3"/>
                      </a:solidFill>
                      <a:prstDash val="solid"/>
                      <a:round/>
                      <a:headEnd type="none" w="med" len="med"/>
                      <a:tailEnd type="none" w="med" len="med"/>
                    </a:lnL>
                    <a:lnR w="6350" cap="flat" cmpd="sng" algn="ctr">
                      <a:solidFill>
                        <a:srgbClr val="C9D2E3"/>
                      </a:solidFill>
                      <a:prstDash val="solid"/>
                      <a:round/>
                      <a:headEnd type="none" w="med" len="med"/>
                      <a:tailEnd type="none" w="med" len="med"/>
                    </a:lnR>
                    <a:lnT w="6350" cap="flat" cmpd="sng" algn="ctr">
                      <a:solidFill>
                        <a:srgbClr val="C9D2E3"/>
                      </a:solidFill>
                      <a:prstDash val="solid"/>
                      <a:round/>
                      <a:headEnd type="none" w="med" len="med"/>
                      <a:tailEnd type="none" w="med" len="med"/>
                    </a:lnT>
                    <a:lnB w="6350" cap="flat" cmpd="sng" algn="ctr">
                      <a:solidFill>
                        <a:srgbClr val="C9D2E3"/>
                      </a:solidFill>
                      <a:prstDash val="solid"/>
                      <a:round/>
                      <a:headEnd type="none" w="med" len="med"/>
                      <a:tailEnd type="none" w="med" len="med"/>
                    </a:lnB>
                  </a:tcPr>
                </a:tc>
                <a:tc>
                  <a:txBody>
                    <a:bodyPr/>
                    <a:lstStyle/>
                    <a:p>
                      <a:pPr algn="ctr" indent="0" marL="0">
                        <a:buNone/>
                      </a:pPr>
                      <a:r>
                        <a:rPr lang="en-US" sz="800" b="1" dirty="0">
                          <a:solidFill>
                            <a:srgbClr val="333333"/>
                          </a:solidFill>
                          <a:latin typeface="Meiryo UI" pitchFamily="34" charset="0"/>
                          <a:ea typeface="Meiryo UI" pitchFamily="34" charset="-122"/>
                          <a:cs typeface="Meiryo UI" pitchFamily="34" charset="-120"/>
                        </a:rPr>
                        <a:t>3</a:t>
                      </a:r>
                      <a:endParaRPr lang="en-US" sz="800" dirty="0">
                        <a:latin typeface="Meiryo UI" charset="0"/>
                        <a:ea typeface="Meiryo UI" charset="0"/>
                        <a:cs typeface="Meiryo UI" charset="0"/>
                      </a:endParaRPr>
                    </a:p>
                  </a:txBody>
                  <a:tcPr marL="41148" marR="41148" marT="41148" marB="41148" anchor="ctr">
                    <a:lnL w="6350" cap="flat" cmpd="sng" algn="ctr">
                      <a:solidFill>
                        <a:srgbClr val="C9D2E3"/>
                      </a:solidFill>
                      <a:prstDash val="solid"/>
                      <a:round/>
                      <a:headEnd type="none" w="med" len="med"/>
                      <a:tailEnd type="none" w="med" len="med"/>
                    </a:lnL>
                    <a:lnR w="6350" cap="flat" cmpd="sng" algn="ctr">
                      <a:solidFill>
                        <a:srgbClr val="C9D2E3"/>
                      </a:solidFill>
                      <a:prstDash val="solid"/>
                      <a:round/>
                      <a:headEnd type="none" w="med" len="med"/>
                      <a:tailEnd type="none" w="med" len="med"/>
                    </a:lnR>
                    <a:lnT w="6350" cap="flat" cmpd="sng" algn="ctr">
                      <a:solidFill>
                        <a:srgbClr val="C9D2E3"/>
                      </a:solidFill>
                      <a:prstDash val="solid"/>
                      <a:round/>
                      <a:headEnd type="none" w="med" len="med"/>
                      <a:tailEnd type="none" w="med" len="med"/>
                    </a:lnT>
                    <a:lnB w="6350" cap="flat" cmpd="sng" algn="ctr">
                      <a:solidFill>
                        <a:srgbClr val="C9D2E3"/>
                      </a:solidFill>
                      <a:prstDash val="solid"/>
                      <a:round/>
                      <a:headEnd type="none" w="med" len="med"/>
                      <a:tailEnd type="none" w="med" len="med"/>
                    </a:lnB>
                  </a:tcPr>
                </a:tc>
                <a:tc>
                  <a:txBody>
                    <a:bodyPr/>
                    <a:lstStyle/>
                    <a:p>
                      <a:pPr algn="ctr" indent="0" marL="0">
                        <a:buNone/>
                      </a:pPr>
                      <a:endParaRPr lang="en-US" sz="800" dirty="0">
                        <a:latin typeface="Meiryo UI" charset="0"/>
                        <a:ea typeface="Meiryo UI" charset="0"/>
                        <a:cs typeface="Meiryo UI" charset="0"/>
                      </a:endParaRPr>
                    </a:p>
                  </a:txBody>
                  <a:tcPr marL="41148" marR="41148" marT="41148" marB="41148" anchor="ctr">
                    <a:lnL w="6350" cap="flat" cmpd="sng" algn="ctr">
                      <a:solidFill>
                        <a:srgbClr val="C9D2E3"/>
                      </a:solidFill>
                      <a:prstDash val="solid"/>
                      <a:round/>
                      <a:headEnd type="none" w="med" len="med"/>
                      <a:tailEnd type="none" w="med" len="med"/>
                    </a:lnL>
                    <a:lnR w="6350" cap="flat" cmpd="sng" algn="ctr">
                      <a:solidFill>
                        <a:srgbClr val="C9D2E3"/>
                      </a:solidFill>
                      <a:prstDash val="solid"/>
                      <a:round/>
                      <a:headEnd type="none" w="med" len="med"/>
                      <a:tailEnd type="none" w="med" len="med"/>
                    </a:lnR>
                    <a:lnT w="6350" cap="flat" cmpd="sng" algn="ctr">
                      <a:solidFill>
                        <a:srgbClr val="C9D2E3"/>
                      </a:solidFill>
                      <a:prstDash val="solid"/>
                      <a:round/>
                      <a:headEnd type="none" w="med" len="med"/>
                      <a:tailEnd type="none" w="med" len="med"/>
                    </a:lnT>
                    <a:lnB w="6350" cap="flat" cmpd="sng" algn="ctr">
                      <a:solidFill>
                        <a:srgbClr val="C9D2E3"/>
                      </a:solidFill>
                      <a:prstDash val="solid"/>
                      <a:round/>
                      <a:headEnd type="none" w="med" len="med"/>
                      <a:tailEnd type="none" w="med" len="med"/>
                    </a:lnB>
                    <a:solidFill>
                      <a:srgbClr val="FDFEFF"/>
                    </a:solidFill>
                  </a:tcPr>
                </a:tc>
                <a:tc>
                  <a:txBody>
                    <a:bodyPr/>
                    <a:lstStyle/>
                    <a:p>
                      <a:pPr algn="ctr" indent="0" marL="0">
                        <a:buNone/>
                      </a:pPr>
                      <a:endParaRPr lang="en-US" sz="800" dirty="0">
                        <a:latin typeface="Meiryo UI" charset="0"/>
                        <a:ea typeface="Meiryo UI" charset="0"/>
                        <a:cs typeface="Meiryo UI" charset="0"/>
                      </a:endParaRPr>
                    </a:p>
                  </a:txBody>
                  <a:tcPr marL="41148" marR="41148" marT="41148" marB="41148" anchor="ctr">
                    <a:lnL w="6350" cap="flat" cmpd="sng" algn="ctr">
                      <a:solidFill>
                        <a:srgbClr val="C9D2E3"/>
                      </a:solidFill>
                      <a:prstDash val="solid"/>
                      <a:round/>
                      <a:headEnd type="none" w="med" len="med"/>
                      <a:tailEnd type="none" w="med" len="med"/>
                    </a:lnL>
                    <a:lnR w="6350" cap="flat" cmpd="sng" algn="ctr">
                      <a:solidFill>
                        <a:srgbClr val="C9D2E3"/>
                      </a:solidFill>
                      <a:prstDash val="solid"/>
                      <a:round/>
                      <a:headEnd type="none" w="med" len="med"/>
                      <a:tailEnd type="none" w="med" len="med"/>
                    </a:lnR>
                    <a:lnT w="6350" cap="flat" cmpd="sng" algn="ctr">
                      <a:solidFill>
                        <a:srgbClr val="C9D2E3"/>
                      </a:solidFill>
                      <a:prstDash val="solid"/>
                      <a:round/>
                      <a:headEnd type="none" w="med" len="med"/>
                      <a:tailEnd type="none" w="med" len="med"/>
                    </a:lnT>
                    <a:lnB w="6350" cap="flat" cmpd="sng" algn="ctr">
                      <a:solidFill>
                        <a:srgbClr val="C9D2E3"/>
                      </a:solidFill>
                      <a:prstDash val="solid"/>
                      <a:round/>
                      <a:headEnd type="none" w="med" len="med"/>
                      <a:tailEnd type="none" w="med" len="med"/>
                    </a:lnB>
                    <a:solidFill>
                      <a:srgbClr val="FDFEFF"/>
                    </a:solidFill>
                  </a:tcPr>
                </a:tc>
                <a:tc>
                  <a:txBody>
                    <a:bodyPr/>
                    <a:lstStyle/>
                    <a:p>
                      <a:pPr algn="ctr" indent="0" marL="0">
                        <a:buNone/>
                      </a:pPr>
                      <a:endParaRPr lang="en-US" sz="800" dirty="0">
                        <a:latin typeface="Meiryo UI" charset="0"/>
                        <a:ea typeface="Meiryo UI" charset="0"/>
                        <a:cs typeface="Meiryo UI" charset="0"/>
                      </a:endParaRPr>
                    </a:p>
                  </a:txBody>
                  <a:tcPr marL="41148" marR="41148" marT="41148" marB="41148" anchor="ctr">
                    <a:lnL w="6350" cap="flat" cmpd="sng" algn="ctr">
                      <a:solidFill>
                        <a:srgbClr val="C9D2E3"/>
                      </a:solidFill>
                      <a:prstDash val="solid"/>
                      <a:round/>
                      <a:headEnd type="none" w="med" len="med"/>
                      <a:tailEnd type="none" w="med" len="med"/>
                    </a:lnL>
                    <a:lnR w="6350" cap="flat" cmpd="sng" algn="ctr">
                      <a:solidFill>
                        <a:srgbClr val="C9D2E3"/>
                      </a:solidFill>
                      <a:prstDash val="solid"/>
                      <a:round/>
                      <a:headEnd type="none" w="med" len="med"/>
                      <a:tailEnd type="none" w="med" len="med"/>
                    </a:lnR>
                    <a:lnT w="6350" cap="flat" cmpd="sng" algn="ctr">
                      <a:solidFill>
                        <a:srgbClr val="C9D2E3"/>
                      </a:solidFill>
                      <a:prstDash val="solid"/>
                      <a:round/>
                      <a:headEnd type="none" w="med" len="med"/>
                      <a:tailEnd type="none" w="med" len="med"/>
                    </a:lnT>
                    <a:lnB w="6350" cap="flat" cmpd="sng" algn="ctr">
                      <a:solidFill>
                        <a:srgbClr val="C9D2E3"/>
                      </a:solidFill>
                      <a:prstDash val="solid"/>
                      <a:round/>
                      <a:headEnd type="none" w="med" len="med"/>
                      <a:tailEnd type="none" w="med" len="med"/>
                    </a:lnB>
                    <a:solidFill>
                      <a:srgbClr val="FDFEFF"/>
                    </a:solidFill>
                  </a:tcPr>
                </a:tc>
                <a:tc>
                  <a:txBody>
                    <a:bodyPr/>
                    <a:lstStyle/>
                    <a:p>
                      <a:pPr algn="ctr" indent="0" marL="0">
                        <a:buNone/>
                      </a:pPr>
                      <a:endParaRPr lang="en-US" sz="800" dirty="0">
                        <a:latin typeface="Meiryo UI" charset="0"/>
                        <a:ea typeface="Meiryo UI" charset="0"/>
                        <a:cs typeface="Meiryo UI" charset="0"/>
                      </a:endParaRPr>
                    </a:p>
                  </a:txBody>
                  <a:tcPr marL="41148" marR="41148" marT="41148" marB="41148" anchor="ctr">
                    <a:lnL w="6350" cap="flat" cmpd="sng" algn="ctr">
                      <a:solidFill>
                        <a:srgbClr val="C9D2E3"/>
                      </a:solidFill>
                      <a:prstDash val="solid"/>
                      <a:round/>
                      <a:headEnd type="none" w="med" len="med"/>
                      <a:tailEnd type="none" w="med" len="med"/>
                    </a:lnL>
                    <a:lnR w="6350" cap="flat" cmpd="sng" algn="ctr">
                      <a:solidFill>
                        <a:srgbClr val="C9D2E3"/>
                      </a:solidFill>
                      <a:prstDash val="solid"/>
                      <a:round/>
                      <a:headEnd type="none" w="med" len="med"/>
                      <a:tailEnd type="none" w="med" len="med"/>
                    </a:lnR>
                    <a:lnT w="6350" cap="flat" cmpd="sng" algn="ctr">
                      <a:solidFill>
                        <a:srgbClr val="C9D2E3"/>
                      </a:solidFill>
                      <a:prstDash val="solid"/>
                      <a:round/>
                      <a:headEnd type="none" w="med" len="med"/>
                      <a:tailEnd type="none" w="med" len="med"/>
                    </a:lnT>
                    <a:lnB w="6350" cap="flat" cmpd="sng" algn="ctr">
                      <a:solidFill>
                        <a:srgbClr val="C9D2E3"/>
                      </a:solidFill>
                      <a:prstDash val="solid"/>
                      <a:round/>
                      <a:headEnd type="none" w="med" len="med"/>
                      <a:tailEnd type="none" w="med" len="med"/>
                    </a:lnB>
                    <a:solidFill>
                      <a:srgbClr val="FDFEFF"/>
                    </a:solidFill>
                  </a:tcPr>
                </a:tc>
                <a:tc>
                  <a:txBody>
                    <a:bodyPr/>
                    <a:lstStyle/>
                    <a:p>
                      <a:pPr algn="ctr" indent="0" marL="0">
                        <a:buNone/>
                      </a:pPr>
                      <a:endParaRPr lang="en-US" sz="800" dirty="0">
                        <a:latin typeface="Meiryo UI" charset="0"/>
                        <a:ea typeface="Meiryo UI" charset="0"/>
                        <a:cs typeface="Meiryo UI" charset="0"/>
                      </a:endParaRPr>
                    </a:p>
                  </a:txBody>
                  <a:tcPr marL="41148" marR="41148" marT="41148" marB="41148" anchor="ctr">
                    <a:lnL w="6350" cap="flat" cmpd="sng" algn="ctr">
                      <a:solidFill>
                        <a:srgbClr val="C9D2E3"/>
                      </a:solidFill>
                      <a:prstDash val="solid"/>
                      <a:round/>
                      <a:headEnd type="none" w="med" len="med"/>
                      <a:tailEnd type="none" w="med" len="med"/>
                    </a:lnL>
                    <a:lnR w="6350" cap="flat" cmpd="sng" algn="ctr">
                      <a:solidFill>
                        <a:srgbClr val="C9D2E3"/>
                      </a:solidFill>
                      <a:prstDash val="solid"/>
                      <a:round/>
                      <a:headEnd type="none" w="med" len="med"/>
                      <a:tailEnd type="none" w="med" len="med"/>
                    </a:lnR>
                    <a:lnT w="6350" cap="flat" cmpd="sng" algn="ctr">
                      <a:solidFill>
                        <a:srgbClr val="C9D2E3"/>
                      </a:solidFill>
                      <a:prstDash val="solid"/>
                      <a:round/>
                      <a:headEnd type="none" w="med" len="med"/>
                      <a:tailEnd type="none" w="med" len="med"/>
                    </a:lnT>
                    <a:lnB w="6350" cap="flat" cmpd="sng" algn="ctr">
                      <a:solidFill>
                        <a:srgbClr val="C9D2E3"/>
                      </a:solidFill>
                      <a:prstDash val="solid"/>
                      <a:round/>
                      <a:headEnd type="none" w="med" len="med"/>
                      <a:tailEnd type="none" w="med" len="med"/>
                    </a:lnB>
                    <a:solidFill>
                      <a:srgbClr val="FDFEFF"/>
                    </a:solidFill>
                  </a:tcPr>
                </a:tc>
                <a:tc>
                  <a:txBody>
                    <a:bodyPr/>
                    <a:lstStyle/>
                    <a:p>
                      <a:pPr algn="ctr" indent="0" marL="0">
                        <a:buNone/>
                      </a:pPr>
                      <a:endParaRPr lang="en-US" sz="800" dirty="0">
                        <a:latin typeface="Meiryo UI" charset="0"/>
                        <a:ea typeface="Meiryo UI" charset="0"/>
                        <a:cs typeface="Meiryo UI" charset="0"/>
                      </a:endParaRPr>
                    </a:p>
                  </a:txBody>
                  <a:tcPr marL="41148" marR="41148" marT="41148" marB="41148" anchor="ctr">
                    <a:lnL w="6350" cap="flat" cmpd="sng" algn="ctr">
                      <a:solidFill>
                        <a:srgbClr val="C9D2E3"/>
                      </a:solidFill>
                      <a:prstDash val="solid"/>
                      <a:round/>
                      <a:headEnd type="none" w="med" len="med"/>
                      <a:tailEnd type="none" w="med" len="med"/>
                    </a:lnL>
                    <a:lnR w="6350" cap="flat" cmpd="sng" algn="ctr">
                      <a:solidFill>
                        <a:srgbClr val="C9D2E3"/>
                      </a:solidFill>
                      <a:prstDash val="solid"/>
                      <a:round/>
                      <a:headEnd type="none" w="med" len="med"/>
                      <a:tailEnd type="none" w="med" len="med"/>
                    </a:lnR>
                    <a:lnT w="6350" cap="flat" cmpd="sng" algn="ctr">
                      <a:solidFill>
                        <a:srgbClr val="C9D2E3"/>
                      </a:solidFill>
                      <a:prstDash val="solid"/>
                      <a:round/>
                      <a:headEnd type="none" w="med" len="med"/>
                      <a:tailEnd type="none" w="med" len="med"/>
                    </a:lnT>
                    <a:lnB w="6350" cap="flat" cmpd="sng" algn="ctr">
                      <a:solidFill>
                        <a:srgbClr val="C9D2E3"/>
                      </a:solidFill>
                      <a:prstDash val="solid"/>
                      <a:round/>
                      <a:headEnd type="none" w="med" len="med"/>
                      <a:tailEnd type="none" w="med" len="med"/>
                    </a:lnB>
                    <a:solidFill>
                      <a:srgbClr val="FDFEFF"/>
                    </a:solidFill>
                  </a:tcPr>
                </a:tc>
              </a:tr>
              <a:tr h="237744">
                <a:tc gridSpan="3">
                  <a:txBody>
                    <a:bodyPr/>
                    <a:lstStyle/>
                    <a:p>
                      <a:pPr algn="l" indent="0" marL="0">
                        <a:buNone/>
                      </a:pPr>
                      <a:r>
                        <a:rPr lang="en-US" sz="850" b="1" dirty="0">
                          <a:solidFill>
                            <a:srgbClr val="1E2761"/>
                          </a:solidFill>
                          <a:latin typeface="Meiryo UI" pitchFamily="34" charset="0"/>
                          <a:ea typeface="Meiryo UI" pitchFamily="34" charset="-122"/>
                          <a:cs typeface="Meiryo UI" pitchFamily="34" charset="-120"/>
                        </a:rPr>
                        <a:t>合計（Q50＋C20＋D30）</a:t>
                      </a:r>
                      <a:endParaRPr lang="en-US" sz="850" dirty="0">
                        <a:latin typeface="Meiryo UI" charset="0"/>
                        <a:ea typeface="Meiryo UI" charset="0"/>
                        <a:cs typeface="Meiryo UI" charset="0"/>
                      </a:endParaRPr>
                    </a:p>
                  </a:txBody>
                  <a:tcPr marL="41148" marR="41148" marT="41148" marB="41148" anchor="ctr">
                    <a:lnL w="6350" cap="flat" cmpd="sng" algn="ctr">
                      <a:solidFill>
                        <a:srgbClr val="C9D2E3"/>
                      </a:solidFill>
                      <a:prstDash val="solid"/>
                      <a:round/>
                      <a:headEnd type="none" w="med" len="med"/>
                      <a:tailEnd type="none" w="med" len="med"/>
                    </a:lnL>
                    <a:lnR w="6350" cap="flat" cmpd="sng" algn="ctr">
                      <a:solidFill>
                        <a:srgbClr val="C9D2E3"/>
                      </a:solidFill>
                      <a:prstDash val="solid"/>
                      <a:round/>
                      <a:headEnd type="none" w="med" len="med"/>
                      <a:tailEnd type="none" w="med" len="med"/>
                    </a:lnR>
                    <a:lnT w="6350" cap="flat" cmpd="sng" algn="ctr">
                      <a:solidFill>
                        <a:srgbClr val="C9D2E3"/>
                      </a:solidFill>
                      <a:prstDash val="solid"/>
                      <a:round/>
                      <a:headEnd type="none" w="med" len="med"/>
                      <a:tailEnd type="none" w="med" len="med"/>
                    </a:lnT>
                    <a:lnB w="6350" cap="flat" cmpd="sng" algn="ctr">
                      <a:solidFill>
                        <a:srgbClr val="C9D2E3"/>
                      </a:solidFill>
                      <a:prstDash val="solid"/>
                      <a:round/>
                      <a:headEnd type="none" w="med" len="med"/>
                      <a:tailEnd type="none" w="med" len="med"/>
                    </a:lnB>
                    <a:solidFill>
                      <a:srgbClr val="CADCFC"/>
                    </a:solidFill>
                  </a:tcPr>
                </a:tc>
                <a:tc hMerge="1">
                  <a:tcPr/>
                </a:tc>
                <a:tc hMerge="1">
                  <a:tcPr/>
                </a:tc>
                <a:tc>
                  <a:txBody>
                    <a:bodyPr/>
                    <a:lstStyle/>
                    <a:p>
                      <a:pPr algn="ctr" indent="0" marL="0">
                        <a:buNone/>
                      </a:pPr>
                      <a:r>
                        <a:rPr lang="en-US" sz="850" b="1" dirty="0">
                          <a:solidFill>
                            <a:srgbClr val="1E2761"/>
                          </a:solidFill>
                          <a:latin typeface="Meiryo UI" pitchFamily="34" charset="0"/>
                          <a:ea typeface="Meiryo UI" pitchFamily="34" charset="-122"/>
                          <a:cs typeface="Meiryo UI" pitchFamily="34" charset="-120"/>
                        </a:rPr>
                        <a:t>100</a:t>
                      </a:r>
                      <a:endParaRPr lang="en-US" sz="850" dirty="0">
                        <a:latin typeface="Meiryo UI" charset="0"/>
                        <a:ea typeface="Meiryo UI" charset="0"/>
                        <a:cs typeface="Meiryo UI" charset="0"/>
                      </a:endParaRPr>
                    </a:p>
                  </a:txBody>
                  <a:tcPr marL="41148" marR="41148" marT="41148" marB="41148" anchor="ctr">
                    <a:lnL w="6350" cap="flat" cmpd="sng" algn="ctr">
                      <a:solidFill>
                        <a:srgbClr val="C9D2E3"/>
                      </a:solidFill>
                      <a:prstDash val="solid"/>
                      <a:round/>
                      <a:headEnd type="none" w="med" len="med"/>
                      <a:tailEnd type="none" w="med" len="med"/>
                    </a:lnL>
                    <a:lnR w="6350" cap="flat" cmpd="sng" algn="ctr">
                      <a:solidFill>
                        <a:srgbClr val="C9D2E3"/>
                      </a:solidFill>
                      <a:prstDash val="solid"/>
                      <a:round/>
                      <a:headEnd type="none" w="med" len="med"/>
                      <a:tailEnd type="none" w="med" len="med"/>
                    </a:lnR>
                    <a:lnT w="6350" cap="flat" cmpd="sng" algn="ctr">
                      <a:solidFill>
                        <a:srgbClr val="C9D2E3"/>
                      </a:solidFill>
                      <a:prstDash val="solid"/>
                      <a:round/>
                      <a:headEnd type="none" w="med" len="med"/>
                      <a:tailEnd type="none" w="med" len="med"/>
                    </a:lnT>
                    <a:lnB w="6350" cap="flat" cmpd="sng" algn="ctr">
                      <a:solidFill>
                        <a:srgbClr val="C9D2E3"/>
                      </a:solidFill>
                      <a:prstDash val="solid"/>
                      <a:round/>
                      <a:headEnd type="none" w="med" len="med"/>
                      <a:tailEnd type="none" w="med" len="med"/>
                    </a:lnB>
                    <a:solidFill>
                      <a:srgbClr val="CADCFC"/>
                    </a:solidFill>
                  </a:tcPr>
                </a:tc>
                <a:tc>
                  <a:txBody>
                    <a:bodyPr/>
                    <a:lstStyle/>
                    <a:p>
                      <a:pPr algn="ctr" indent="0" marL="0">
                        <a:buNone/>
                      </a:pPr>
                      <a:r>
                        <a:rPr lang="en-US" sz="850" b="1" dirty="0">
                          <a:solidFill>
                            <a:srgbClr val="1E2761"/>
                          </a:solidFill>
                          <a:latin typeface="Meiryo UI" pitchFamily="34" charset="0"/>
                          <a:ea typeface="Meiryo UI" pitchFamily="34" charset="-122"/>
                          <a:cs typeface="Meiryo UI" pitchFamily="34" charset="-120"/>
                        </a:rPr>
                        <a:t>—</a:t>
                      </a:r>
                      <a:endParaRPr lang="en-US" sz="850" dirty="0">
                        <a:latin typeface="Meiryo UI" charset="0"/>
                        <a:ea typeface="Meiryo UI" charset="0"/>
                        <a:cs typeface="Meiryo UI" charset="0"/>
                      </a:endParaRPr>
                    </a:p>
                  </a:txBody>
                  <a:tcPr marL="41148" marR="41148" marT="41148" marB="41148" anchor="ctr">
                    <a:lnL w="6350" cap="flat" cmpd="sng" algn="ctr">
                      <a:solidFill>
                        <a:srgbClr val="C9D2E3"/>
                      </a:solidFill>
                      <a:prstDash val="solid"/>
                      <a:round/>
                      <a:headEnd type="none" w="med" len="med"/>
                      <a:tailEnd type="none" w="med" len="med"/>
                    </a:lnL>
                    <a:lnR w="6350" cap="flat" cmpd="sng" algn="ctr">
                      <a:solidFill>
                        <a:srgbClr val="C9D2E3"/>
                      </a:solidFill>
                      <a:prstDash val="solid"/>
                      <a:round/>
                      <a:headEnd type="none" w="med" len="med"/>
                      <a:tailEnd type="none" w="med" len="med"/>
                    </a:lnR>
                    <a:lnT w="6350" cap="flat" cmpd="sng" algn="ctr">
                      <a:solidFill>
                        <a:srgbClr val="C9D2E3"/>
                      </a:solidFill>
                      <a:prstDash val="solid"/>
                      <a:round/>
                      <a:headEnd type="none" w="med" len="med"/>
                      <a:tailEnd type="none" w="med" len="med"/>
                    </a:lnT>
                    <a:lnB w="6350" cap="flat" cmpd="sng" algn="ctr">
                      <a:solidFill>
                        <a:srgbClr val="C9D2E3"/>
                      </a:solidFill>
                      <a:prstDash val="solid"/>
                      <a:round/>
                      <a:headEnd type="none" w="med" len="med"/>
                      <a:tailEnd type="none" w="med" len="med"/>
                    </a:lnB>
                    <a:solidFill>
                      <a:srgbClr val="CADCFC"/>
                    </a:solidFill>
                  </a:tcPr>
                </a:tc>
                <a:tc>
                  <a:txBody>
                    <a:bodyPr/>
                    <a:lstStyle/>
                    <a:p>
                      <a:pPr algn="ctr" indent="0" marL="0">
                        <a:buNone/>
                      </a:pPr>
                      <a:r>
                        <a:rPr lang="en-US" sz="850" b="1" dirty="0">
                          <a:solidFill>
                            <a:srgbClr val="1E2761"/>
                          </a:solidFill>
                          <a:latin typeface="Meiryo UI" pitchFamily="34" charset="0"/>
                          <a:ea typeface="Meiryo UI" pitchFamily="34" charset="-122"/>
                          <a:cs typeface="Meiryo UI" pitchFamily="34" charset="-120"/>
                        </a:rPr>
                        <a:t>／100</a:t>
                      </a:r>
                      <a:endParaRPr lang="en-US" sz="850" dirty="0">
                        <a:latin typeface="Meiryo UI" charset="0"/>
                        <a:ea typeface="Meiryo UI" charset="0"/>
                        <a:cs typeface="Meiryo UI" charset="0"/>
                      </a:endParaRPr>
                    </a:p>
                  </a:txBody>
                  <a:tcPr marL="41148" marR="41148" marT="41148" marB="41148" anchor="ctr">
                    <a:lnL w="6350" cap="flat" cmpd="sng" algn="ctr">
                      <a:solidFill>
                        <a:srgbClr val="C9D2E3"/>
                      </a:solidFill>
                      <a:prstDash val="solid"/>
                      <a:round/>
                      <a:headEnd type="none" w="med" len="med"/>
                      <a:tailEnd type="none" w="med" len="med"/>
                    </a:lnL>
                    <a:lnR w="6350" cap="flat" cmpd="sng" algn="ctr">
                      <a:solidFill>
                        <a:srgbClr val="C9D2E3"/>
                      </a:solidFill>
                      <a:prstDash val="solid"/>
                      <a:round/>
                      <a:headEnd type="none" w="med" len="med"/>
                      <a:tailEnd type="none" w="med" len="med"/>
                    </a:lnR>
                    <a:lnT w="6350" cap="flat" cmpd="sng" algn="ctr">
                      <a:solidFill>
                        <a:srgbClr val="C9D2E3"/>
                      </a:solidFill>
                      <a:prstDash val="solid"/>
                      <a:round/>
                      <a:headEnd type="none" w="med" len="med"/>
                      <a:tailEnd type="none" w="med" len="med"/>
                    </a:lnT>
                    <a:lnB w="6350" cap="flat" cmpd="sng" algn="ctr">
                      <a:solidFill>
                        <a:srgbClr val="C9D2E3"/>
                      </a:solidFill>
                      <a:prstDash val="solid"/>
                      <a:round/>
                      <a:headEnd type="none" w="med" len="med"/>
                      <a:tailEnd type="none" w="med" len="med"/>
                    </a:lnB>
                    <a:solidFill>
                      <a:srgbClr val="CADCFC"/>
                    </a:solidFill>
                  </a:tcPr>
                </a:tc>
                <a:tc>
                  <a:txBody>
                    <a:bodyPr/>
                    <a:lstStyle/>
                    <a:p>
                      <a:pPr algn="ctr" indent="0" marL="0">
                        <a:buNone/>
                      </a:pPr>
                      <a:r>
                        <a:rPr lang="en-US" sz="850" b="1" dirty="0">
                          <a:solidFill>
                            <a:srgbClr val="1E2761"/>
                          </a:solidFill>
                          <a:latin typeface="Meiryo UI" pitchFamily="34" charset="0"/>
                          <a:ea typeface="Meiryo UI" pitchFamily="34" charset="-122"/>
                          <a:cs typeface="Meiryo UI" pitchFamily="34" charset="-120"/>
                        </a:rPr>
                        <a:t>—</a:t>
                      </a:r>
                      <a:endParaRPr lang="en-US" sz="850" dirty="0">
                        <a:latin typeface="Meiryo UI" charset="0"/>
                        <a:ea typeface="Meiryo UI" charset="0"/>
                        <a:cs typeface="Meiryo UI" charset="0"/>
                      </a:endParaRPr>
                    </a:p>
                  </a:txBody>
                  <a:tcPr marL="41148" marR="41148" marT="41148" marB="41148" anchor="ctr">
                    <a:lnL w="6350" cap="flat" cmpd="sng" algn="ctr">
                      <a:solidFill>
                        <a:srgbClr val="C9D2E3"/>
                      </a:solidFill>
                      <a:prstDash val="solid"/>
                      <a:round/>
                      <a:headEnd type="none" w="med" len="med"/>
                      <a:tailEnd type="none" w="med" len="med"/>
                    </a:lnL>
                    <a:lnR w="6350" cap="flat" cmpd="sng" algn="ctr">
                      <a:solidFill>
                        <a:srgbClr val="C9D2E3"/>
                      </a:solidFill>
                      <a:prstDash val="solid"/>
                      <a:round/>
                      <a:headEnd type="none" w="med" len="med"/>
                      <a:tailEnd type="none" w="med" len="med"/>
                    </a:lnR>
                    <a:lnT w="6350" cap="flat" cmpd="sng" algn="ctr">
                      <a:solidFill>
                        <a:srgbClr val="C9D2E3"/>
                      </a:solidFill>
                      <a:prstDash val="solid"/>
                      <a:round/>
                      <a:headEnd type="none" w="med" len="med"/>
                      <a:tailEnd type="none" w="med" len="med"/>
                    </a:lnT>
                    <a:lnB w="6350" cap="flat" cmpd="sng" algn="ctr">
                      <a:solidFill>
                        <a:srgbClr val="C9D2E3"/>
                      </a:solidFill>
                      <a:prstDash val="solid"/>
                      <a:round/>
                      <a:headEnd type="none" w="med" len="med"/>
                      <a:tailEnd type="none" w="med" len="med"/>
                    </a:lnB>
                    <a:solidFill>
                      <a:srgbClr val="CADCFC"/>
                    </a:solidFill>
                  </a:tcPr>
                </a:tc>
                <a:tc>
                  <a:txBody>
                    <a:bodyPr/>
                    <a:lstStyle/>
                    <a:p>
                      <a:pPr algn="ctr" indent="0" marL="0">
                        <a:buNone/>
                      </a:pPr>
                      <a:r>
                        <a:rPr lang="en-US" sz="850" b="1" dirty="0">
                          <a:solidFill>
                            <a:srgbClr val="1E2761"/>
                          </a:solidFill>
                          <a:latin typeface="Meiryo UI" pitchFamily="34" charset="0"/>
                          <a:ea typeface="Meiryo UI" pitchFamily="34" charset="-122"/>
                          <a:cs typeface="Meiryo UI" pitchFamily="34" charset="-120"/>
                        </a:rPr>
                        <a:t>／100</a:t>
                      </a:r>
                      <a:endParaRPr lang="en-US" sz="850" dirty="0">
                        <a:latin typeface="Meiryo UI" charset="0"/>
                        <a:ea typeface="Meiryo UI" charset="0"/>
                        <a:cs typeface="Meiryo UI" charset="0"/>
                      </a:endParaRPr>
                    </a:p>
                  </a:txBody>
                  <a:tcPr marL="41148" marR="41148" marT="41148" marB="41148" anchor="ctr">
                    <a:lnL w="6350" cap="flat" cmpd="sng" algn="ctr">
                      <a:solidFill>
                        <a:srgbClr val="C9D2E3"/>
                      </a:solidFill>
                      <a:prstDash val="solid"/>
                      <a:round/>
                      <a:headEnd type="none" w="med" len="med"/>
                      <a:tailEnd type="none" w="med" len="med"/>
                    </a:lnL>
                    <a:lnR w="6350" cap="flat" cmpd="sng" algn="ctr">
                      <a:solidFill>
                        <a:srgbClr val="C9D2E3"/>
                      </a:solidFill>
                      <a:prstDash val="solid"/>
                      <a:round/>
                      <a:headEnd type="none" w="med" len="med"/>
                      <a:tailEnd type="none" w="med" len="med"/>
                    </a:lnR>
                    <a:lnT w="6350" cap="flat" cmpd="sng" algn="ctr">
                      <a:solidFill>
                        <a:srgbClr val="C9D2E3"/>
                      </a:solidFill>
                      <a:prstDash val="solid"/>
                      <a:round/>
                      <a:headEnd type="none" w="med" len="med"/>
                      <a:tailEnd type="none" w="med" len="med"/>
                    </a:lnT>
                    <a:lnB w="6350" cap="flat" cmpd="sng" algn="ctr">
                      <a:solidFill>
                        <a:srgbClr val="C9D2E3"/>
                      </a:solidFill>
                      <a:prstDash val="solid"/>
                      <a:round/>
                      <a:headEnd type="none" w="med" len="med"/>
                      <a:tailEnd type="none" w="med" len="med"/>
                    </a:lnB>
                    <a:solidFill>
                      <a:srgbClr val="CADCFC"/>
                    </a:solidFill>
                  </a:tcPr>
                </a:tc>
                <a:tc>
                  <a:txBody>
                    <a:bodyPr/>
                    <a:lstStyle/>
                    <a:p>
                      <a:pPr algn="ctr" indent="0" marL="0">
                        <a:buNone/>
                      </a:pPr>
                      <a:r>
                        <a:rPr lang="en-US" sz="850" b="1" dirty="0">
                          <a:solidFill>
                            <a:srgbClr val="1E2761"/>
                          </a:solidFill>
                          <a:latin typeface="Meiryo UI" pitchFamily="34" charset="0"/>
                          <a:ea typeface="Meiryo UI" pitchFamily="34" charset="-122"/>
                          <a:cs typeface="Meiryo UI" pitchFamily="34" charset="-120"/>
                        </a:rPr>
                        <a:t>—</a:t>
                      </a:r>
                      <a:endParaRPr lang="en-US" sz="850" dirty="0">
                        <a:latin typeface="Meiryo UI" charset="0"/>
                        <a:ea typeface="Meiryo UI" charset="0"/>
                        <a:cs typeface="Meiryo UI" charset="0"/>
                      </a:endParaRPr>
                    </a:p>
                  </a:txBody>
                  <a:tcPr marL="41148" marR="41148" marT="41148" marB="41148" anchor="ctr">
                    <a:lnL w="6350" cap="flat" cmpd="sng" algn="ctr">
                      <a:solidFill>
                        <a:srgbClr val="C9D2E3"/>
                      </a:solidFill>
                      <a:prstDash val="solid"/>
                      <a:round/>
                      <a:headEnd type="none" w="med" len="med"/>
                      <a:tailEnd type="none" w="med" len="med"/>
                    </a:lnL>
                    <a:lnR w="6350" cap="flat" cmpd="sng" algn="ctr">
                      <a:solidFill>
                        <a:srgbClr val="C9D2E3"/>
                      </a:solidFill>
                      <a:prstDash val="solid"/>
                      <a:round/>
                      <a:headEnd type="none" w="med" len="med"/>
                      <a:tailEnd type="none" w="med" len="med"/>
                    </a:lnR>
                    <a:lnT w="6350" cap="flat" cmpd="sng" algn="ctr">
                      <a:solidFill>
                        <a:srgbClr val="C9D2E3"/>
                      </a:solidFill>
                      <a:prstDash val="solid"/>
                      <a:round/>
                      <a:headEnd type="none" w="med" len="med"/>
                      <a:tailEnd type="none" w="med" len="med"/>
                    </a:lnT>
                    <a:lnB w="6350" cap="flat" cmpd="sng" algn="ctr">
                      <a:solidFill>
                        <a:srgbClr val="C9D2E3"/>
                      </a:solidFill>
                      <a:prstDash val="solid"/>
                      <a:round/>
                      <a:headEnd type="none" w="med" len="med"/>
                      <a:tailEnd type="none" w="med" len="med"/>
                    </a:lnB>
                    <a:solidFill>
                      <a:srgbClr val="CADCFC"/>
                    </a:solidFill>
                  </a:tcPr>
                </a:tc>
                <a:tc>
                  <a:txBody>
                    <a:bodyPr/>
                    <a:lstStyle/>
                    <a:p>
                      <a:pPr algn="ctr" indent="0" marL="0">
                        <a:buNone/>
                      </a:pPr>
                      <a:r>
                        <a:rPr lang="en-US" sz="850" b="1" dirty="0">
                          <a:solidFill>
                            <a:srgbClr val="1E2761"/>
                          </a:solidFill>
                          <a:latin typeface="Meiryo UI" pitchFamily="34" charset="0"/>
                          <a:ea typeface="Meiryo UI" pitchFamily="34" charset="-122"/>
                          <a:cs typeface="Meiryo UI" pitchFamily="34" charset="-120"/>
                        </a:rPr>
                        <a:t>／100</a:t>
                      </a:r>
                      <a:endParaRPr lang="en-US" sz="850" dirty="0">
                        <a:latin typeface="Meiryo UI" charset="0"/>
                        <a:ea typeface="Meiryo UI" charset="0"/>
                        <a:cs typeface="Meiryo UI" charset="0"/>
                      </a:endParaRPr>
                    </a:p>
                  </a:txBody>
                  <a:tcPr marL="41148" marR="41148" marT="41148" marB="41148" anchor="ctr">
                    <a:lnL w="6350" cap="flat" cmpd="sng" algn="ctr">
                      <a:solidFill>
                        <a:srgbClr val="C9D2E3"/>
                      </a:solidFill>
                      <a:prstDash val="solid"/>
                      <a:round/>
                      <a:headEnd type="none" w="med" len="med"/>
                      <a:tailEnd type="none" w="med" len="med"/>
                    </a:lnL>
                    <a:lnR w="6350" cap="flat" cmpd="sng" algn="ctr">
                      <a:solidFill>
                        <a:srgbClr val="C9D2E3"/>
                      </a:solidFill>
                      <a:prstDash val="solid"/>
                      <a:round/>
                      <a:headEnd type="none" w="med" len="med"/>
                      <a:tailEnd type="none" w="med" len="med"/>
                    </a:lnR>
                    <a:lnT w="6350" cap="flat" cmpd="sng" algn="ctr">
                      <a:solidFill>
                        <a:srgbClr val="C9D2E3"/>
                      </a:solidFill>
                      <a:prstDash val="solid"/>
                      <a:round/>
                      <a:headEnd type="none" w="med" len="med"/>
                      <a:tailEnd type="none" w="med" len="med"/>
                    </a:lnT>
                    <a:lnB w="6350" cap="flat" cmpd="sng" algn="ctr">
                      <a:solidFill>
                        <a:srgbClr val="C9D2E3"/>
                      </a:solidFill>
                      <a:prstDash val="solid"/>
                      <a:round/>
                      <a:headEnd type="none" w="med" len="med"/>
                      <a:tailEnd type="none" w="med" len="med"/>
                    </a:lnB>
                    <a:solidFill>
                      <a:srgbClr val="CADCFC"/>
                    </a:solidFill>
                  </a:tcPr>
                </a:tc>
              </a:tr>
            </a:tbl>
          </a:graphicData>
        </a:graphic>
      </p:graphicFrame>
      <p:sp>
        <p:nvSpPr>
          <p:cNvPr id="17" name="Text 14"/>
          <p:cNvSpPr/>
          <p:nvPr/>
        </p:nvSpPr>
        <p:spPr>
          <a:xfrm>
            <a:off x="384048" y="6455664"/>
            <a:ext cx="11420856" cy="347472"/>
          </a:xfrm>
          <a:prstGeom prst="rect">
            <a:avLst/>
          </a:prstGeom>
          <a:noFill/>
          <a:ln/>
        </p:spPr>
        <p:txBody>
          <a:bodyPr wrap="square" lIns="0" tIns="0" rIns="0" bIns="0" rtlCol="0" anchor="t"/>
          <a:lstStyle/>
          <a:p>
            <a:pPr indent="0" marL="0">
              <a:lnSpc>
                <a:spcPts val="1000"/>
              </a:lnSpc>
              <a:buNone/>
            </a:pPr>
            <a:r>
              <a:rPr lang="en-US" sz="750" b="1" dirty="0">
                <a:solidFill>
                  <a:srgbClr val="1E2761"/>
                </a:solidFill>
                <a:latin typeface="Meiryo UI" pitchFamily="34" charset="0"/>
                <a:ea typeface="Meiryo UI" pitchFamily="34" charset="-122"/>
                <a:cs typeface="Meiryo UI" pitchFamily="34" charset="-120"/>
              </a:rPr>
              <a:t>記入手順：</a:t>
            </a:r>
            <a:pPr indent="0" marL="0">
              <a:lnSpc>
                <a:spcPts val="1000"/>
              </a:lnSpc>
              <a:buNone/>
            </a:pPr>
            <a:r>
              <a:rPr lang="en-US" sz="750" dirty="0">
                <a:solidFill>
                  <a:srgbClr val="333333"/>
                </a:solidFill>
                <a:latin typeface="Meiryo UI" pitchFamily="34" charset="0"/>
                <a:ea typeface="Meiryo UI" pitchFamily="34" charset="-122"/>
                <a:cs typeface="Meiryo UI" pitchFamily="34" charset="-120"/>
              </a:rPr>
              <a:t>ヘッダーのA/B/C欄にファーム名を記入 → 各項目に素点（1〜5）→ 得点（配点×素点÷5）→ 合計。</a:t>
            </a:r>
            <a:pPr indent="0" marL="0">
              <a:lnSpc>
                <a:spcPts val="1000"/>
              </a:lnSpc>
              <a:buNone/>
            </a:pPr>
            <a:r>
              <a:rPr lang="en-US" sz="750" b="1" dirty="0">
                <a:solidFill>
                  <a:srgbClr val="B03A2E"/>
                </a:solidFill>
                <a:latin typeface="Meiryo UI" pitchFamily="34" charset="0"/>
                <a:ea typeface="Meiryo UI" pitchFamily="34" charset="-122"/>
                <a:cs typeface="Meiryo UI" pitchFamily="34" charset="-120"/>
              </a:rPr>
              <a:t>　足切り：</a:t>
            </a:r>
            <a:pPr indent="0" marL="0">
              <a:lnSpc>
                <a:spcPts val="1000"/>
              </a:lnSpc>
              <a:buNone/>
            </a:pPr>
            <a:r>
              <a:rPr lang="en-US" sz="750" dirty="0">
                <a:solidFill>
                  <a:srgbClr val="333333"/>
                </a:solidFill>
                <a:latin typeface="Meiryo UI" pitchFamily="34" charset="0"/>
                <a:ea typeface="Meiryo UI" pitchFamily="34" charset="-122"/>
                <a:cs typeface="Meiryo UI" pitchFamily="34" charset="-120"/>
              </a:rPr>
              <a:t>①3ヶ月でのシステムRFP発行完遂不可 ②ベンダー中立性の欠如 ③中核成果物の欠落 ④実名体制・見積内訳の不開示 — に該当する場合は採点せず素点欄へ「対象外」と記入。</a:t>
            </a:r>
            <a:pPr indent="0" marL="0">
              <a:lnSpc>
                <a:spcPts val="1000"/>
              </a:lnSpc>
              <a:buNone/>
            </a:pPr>
            <a:r>
              <a:rPr lang="en-US" sz="750" b="1" dirty="0">
                <a:solidFill>
                  <a:srgbClr val="1E2761"/>
                </a:solidFill>
                <a:latin typeface="Meiryo UI" pitchFamily="34" charset="0"/>
                <a:ea typeface="Meiryo UI" pitchFamily="34" charset="-122"/>
                <a:cs typeface="Meiryo UI" pitchFamily="34" charset="-120"/>
              </a:rPr>
              <a:t>　目安：</a:t>
            </a:r>
            <a:pPr indent="0" marL="0">
              <a:lnSpc>
                <a:spcPts val="1000"/>
              </a:lnSpc>
              <a:buNone/>
            </a:pPr>
            <a:r>
              <a:rPr lang="en-US" sz="750" dirty="0">
                <a:solidFill>
                  <a:srgbClr val="333333"/>
                </a:solidFill>
                <a:latin typeface="Meiryo UI" pitchFamily="34" charset="0"/>
                <a:ea typeface="Meiryo UI" pitchFamily="34" charset="-122"/>
                <a:cs typeface="Meiryo UI" pitchFamily="34" charset="-120"/>
              </a:rPr>
              <a:t>70点以上＝委託可能水準／60点未満＝見送り検討。</a:t>
            </a:r>
            <a:endParaRPr lang="en-US" sz="7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Slides>
  <Notes>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vt:i4>
      </vt:variant>
    </vt:vector>
  </HeadingPairs>
  <TitlesOfParts>
    <vt:vector size="4" baseType="lpstr">
      <vt:lpstr>Arial</vt:lpstr>
      <vt:lpstr>Calibri</vt:lpstr>
      <vt:lpstr>Office Theme</vt:lpstr>
      <vt:lpstr>Slide 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2026-07-21T13:50:13Z</dcterms:created>
  <dcterms:modified xsi:type="dcterms:W3CDTF">2026-07-21T13:50:13Z</dcterms:modified>
</cp:coreProperties>
</file>
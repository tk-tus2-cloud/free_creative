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323" r:id="rId5"/>
    <p:sldId id="326" r:id="rId14"/>
    <p:sldId id="325" r:id="rId6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2A0721-7C3E-FC8A-A76F-3320CAD06067}" name="花井　将臣" initials="ハ" userId="S::102768@lion.co.jp::aefa5954-3ebd-403e-ab71-34d7f4af420f" providerId="AD"/>
  <p188:author id="{84264862-005A-D918-E3CF-720DC4D6C269}" name="新保　智之" initials="シ" userId="S::110469@lion.co.jp::769991c7-9901-4a7a-b227-4cfdc412580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EFD4"/>
    <a:srgbClr val="029676"/>
    <a:srgbClr val="0989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3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  <Relationship Id="rId14" Type="http://schemas.openxmlformats.org/officeDocument/2006/relationships/slide" Target="slides/slide3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C3AB5CB9-D3F9-DD75-3A69-6A1584852F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8693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EB552EA-F41A-65A0-07A9-348A336446F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5838" y="1"/>
            <a:ext cx="2949787" cy="498693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E231A073-39C0-4236-9808-B323C82A4383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4829E17-BDF6-6D7C-0090-3D0126035D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27317E3-69F2-0286-F73A-32B57437BB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B19ED996-9415-4268-8747-FA3EFC96AE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010382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31" userDrawn="1">
          <p15:clr>
            <a:srgbClr val="F26B43"/>
          </p15:clr>
        </p15:guide>
        <p15:guide id="2" pos="2144" userDrawn="1">
          <p15:clr>
            <a:srgbClr val="F26B43"/>
          </p15:clr>
        </p15:guide>
      </p15:sldGuideLst>
    </p:ext>
  </p:extLst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3T01:31:46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8693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838" y="1"/>
            <a:ext cx="2949787" cy="498693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8CFA19B5-BD55-4B09-BB27-AE8F6B63C300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720" y="4783308"/>
            <a:ext cx="5445760" cy="3913614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591D3D1F-E02C-448F-9470-3D89D75622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3578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172EA-0CD1-4D27-D9C4-90676645C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4062586-EF9A-43C7-ABFB-8A49545C3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0F67F03-E90B-B350-EF38-59B0DD6A2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5160915"/>
            <a:ext cx="6755214" cy="5251004"/>
          </a:xfrm>
        </p:spPr>
        <p:txBody>
          <a:bodyPr/>
          <a:lstStyle/>
          <a:p>
            <a:pPr defTabSz="883326">
              <a:buClr>
                <a:srgbClr val="029676"/>
              </a:buClr>
              <a:defRPr/>
            </a:pPr>
            <a:endParaRPr lang="en-US" altLang="ja-JP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500A2E-E8B5-DE2A-6E07-57A418E8F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4321">
              <a:defRPr/>
            </a:pPr>
            <a:fld id="{591D3D1F-E02C-448F-9470-3D89D7562295}" type="slidenum">
              <a:rPr lang="ja-JP" altLang="en-US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pPr defTabSz="914321">
                <a:defRPr/>
              </a:pPr>
              <a:t>1</a:t>
            </a:fld>
            <a:endParaRPr lang="ja-JP" altLang="en-US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1275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172EA-0CD1-4D27-D9C4-90676645C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4062586-EF9A-43C7-ABFB-8A49545C3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0F67F03-E90B-B350-EF38-59B0DD6A2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5160915"/>
            <a:ext cx="6755214" cy="5251004"/>
          </a:xfrm>
        </p:spPr>
        <p:txBody>
          <a:bodyPr/>
          <a:lstStyle/>
          <a:p>
            <a:pPr defTabSz="883326">
              <a:buClr>
                <a:srgbClr val="029676"/>
              </a:buClr>
              <a:defRPr/>
            </a:pPr>
            <a:endParaRPr lang="en-US" altLang="ja-JP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500A2E-E8B5-DE2A-6E07-57A418E8F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4321">
              <a:defRPr/>
            </a:pPr>
            <a:fld id="{591D3D1F-E02C-448F-9470-3D89D7562295}" type="slidenum">
              <a:rPr lang="ja-JP" altLang="en-US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pPr defTabSz="914321">
                <a:defRPr/>
              </a:pPr>
              <a:t>2</a:t>
            </a:fld>
            <a:endParaRPr lang="ja-JP" altLang="en-US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1275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43F4A4A-8458-DA55-E644-1ADC0F811946}"/>
              </a:ext>
            </a:extLst>
          </p:cNvPr>
          <p:cNvSpPr/>
          <p:nvPr userDrawn="1"/>
        </p:nvSpPr>
        <p:spPr>
          <a:xfrm>
            <a:off x="334964" y="3122721"/>
            <a:ext cx="11522074" cy="6125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buClr>
                <a:schemeClr val="accent4"/>
              </a:buClr>
              <a:buFont typeface="Arial" panose="020B0604020202020204" pitchFamily="34" charset="0"/>
              <a:buNone/>
            </a:pPr>
            <a:endParaRPr kumimoji="1" lang="en-US" altLang="ja-JP" sz="28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8245878-F9FF-10DF-059F-D892C3EF8F6A}"/>
              </a:ext>
            </a:extLst>
          </p:cNvPr>
          <p:cNvSpPr/>
          <p:nvPr userDrawn="1"/>
        </p:nvSpPr>
        <p:spPr>
          <a:xfrm>
            <a:off x="0" y="6669088"/>
            <a:ext cx="12192000" cy="1889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A0DDC526-1312-7175-72E3-9F50D5E3304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0"/>
            <a:ext cx="5761037" cy="577850"/>
          </a:xfrm>
          <a:prstGeom prst="rect">
            <a:avLst/>
          </a:prstGeom>
        </p:spPr>
        <p:txBody>
          <a:bodyPr anchor="ctr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buNone/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2000" b="1">
                <a:solidFill>
                  <a:schemeClr val="accent4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×/×</a:t>
            </a:r>
            <a:r>
              <a:rPr kumimoji="1" lang="ja-JP" altLang="en-US" sz="2000" b="1">
                <a:solidFill>
                  <a:schemeClr val="accent4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〇〇会議　〇〇事項　</a:t>
            </a:r>
          </a:p>
        </p:txBody>
      </p:sp>
      <p:sp>
        <p:nvSpPr>
          <p:cNvPr id="25" name="テキスト プレースホルダー 24">
            <a:extLst>
              <a:ext uri="{FF2B5EF4-FFF2-40B4-BE49-F238E27FC236}">
                <a16:creationId xmlns:a16="http://schemas.microsoft.com/office/drawing/2014/main" id="{BC1C8AD7-4CE4-9B0C-7745-74ADEB0888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2360048"/>
            <a:ext cx="7513637" cy="577850"/>
          </a:xfrm>
          <a:prstGeom prst="rect">
            <a:avLst/>
          </a:prstGeom>
        </p:spPr>
        <p:txBody>
          <a:bodyPr anchor="ctr"/>
          <a:lstStyle>
            <a:lvl1pPr marL="0" indent="0" algn="l">
              <a:buClr>
                <a:schemeClr val="accent4"/>
              </a:buClr>
              <a:buFont typeface="Arial" panose="020B0604020202020204" pitchFamily="34" charset="0"/>
              <a:buNone/>
              <a:defRPr sz="3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buNone/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marL="0" indent="0" algn="l">
              <a:buClr>
                <a:schemeClr val="accent4"/>
              </a:buClr>
              <a:buFont typeface="Arial" panose="020B0604020202020204" pitchFamily="34" charset="0"/>
              <a:buNone/>
            </a:pPr>
            <a:r>
              <a:rPr kumimoji="1" lang="ja-JP" altLang="en-US" sz="2800" b="1">
                <a:solidFill>
                  <a:schemeClr val="accent4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議題を記載してください</a:t>
            </a:r>
          </a:p>
        </p:txBody>
      </p:sp>
      <p:sp>
        <p:nvSpPr>
          <p:cNvPr id="27" name="テキスト プレースホルダー 24">
            <a:extLst>
              <a:ext uri="{FF2B5EF4-FFF2-40B4-BE49-F238E27FC236}">
                <a16:creationId xmlns:a16="http://schemas.microsoft.com/office/drawing/2014/main" id="{F902443F-3037-84A4-D615-3887D234E8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3039887"/>
            <a:ext cx="7513637" cy="351189"/>
          </a:xfrm>
          <a:prstGeom prst="rect">
            <a:avLst/>
          </a:prstGeom>
        </p:spPr>
        <p:txBody>
          <a:bodyPr anchor="ctr"/>
          <a:lstStyle>
            <a:lvl1pPr>
              <a:buNone/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buNone/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en-US" altLang="ja-JP"/>
              <a:t>-</a:t>
            </a:r>
            <a:r>
              <a:rPr kumimoji="1" lang="ja-JP" altLang="en-US"/>
              <a:t>サブタイトル</a:t>
            </a:r>
            <a:r>
              <a:rPr kumimoji="1" lang="en-US" altLang="ja-JP"/>
              <a:t>-</a:t>
            </a:r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0324F3D-8BD2-C430-1863-275EF12A3650}"/>
              </a:ext>
            </a:extLst>
          </p:cNvPr>
          <p:cNvSpPr txBox="1"/>
          <p:nvPr userDrawn="1"/>
        </p:nvSpPr>
        <p:spPr>
          <a:xfrm>
            <a:off x="11252200" y="6632739"/>
            <a:ext cx="604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kumimoji="1" sz="1000" b="0" i="0">
                <a:solidFill>
                  <a:schemeClr val="bg1"/>
                </a:solidFill>
                <a:latin typeface="Instrument Sans" pitchFamily="2" charset="0"/>
                <a:ea typeface="Noto Sans CJK JP DemiLight" panose="020B0400000000000000" pitchFamily="34" charset="-128"/>
                <a:cs typeface="Arial" panose="020B0604020202020204" pitchFamily="34" charset="0"/>
              </a:defRPr>
            </a:lvl1pPr>
          </a:lstStyle>
          <a:p>
            <a:pPr lvl="0" algn="r"/>
            <a:fld id="{65D73A1D-72BD-42DA-8C20-B8588A52123D}" type="slidenum">
              <a:rPr lang="ja-JP" altLang="en-US" sz="1400" b="1" smtClean="0">
                <a:sym typeface="Meiryo UI" panose="020B0604030504040204" pitchFamily="50" charset="-128"/>
              </a:rPr>
              <a:pPr lvl="0" algn="r"/>
              <a:t>‹#›</a:t>
            </a:fld>
            <a:endParaRPr lang="en-US" sz="1400" b="1">
              <a:sym typeface="Meiryo UI" panose="020B0604030504040204" pitchFamily="50" charset="-128"/>
            </a:endParaRPr>
          </a:p>
        </p:txBody>
      </p:sp>
      <p:sp>
        <p:nvSpPr>
          <p:cNvPr id="30" name="テキスト プレースホルダー 24">
            <a:extLst>
              <a:ext uri="{FF2B5EF4-FFF2-40B4-BE49-F238E27FC236}">
                <a16:creationId xmlns:a16="http://schemas.microsoft.com/office/drawing/2014/main" id="{AD76240F-5EF5-958E-8787-7699B6CDB5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85200" y="5423601"/>
            <a:ext cx="3271838" cy="423646"/>
          </a:xfrm>
          <a:prstGeom prst="rect">
            <a:avLst/>
          </a:prstGeom>
        </p:spPr>
        <p:txBody>
          <a:bodyPr anchor="ctr"/>
          <a:lstStyle>
            <a:lvl1pPr marL="0" indent="0" algn="ctr">
              <a:buClr>
                <a:schemeClr val="accent4"/>
              </a:buClr>
              <a:buFont typeface="Arial" panose="020B0604020202020204" pitchFamily="34" charset="0"/>
              <a:buNone/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buNone/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marL="0" indent="0" algn="ctr">
              <a:buClr>
                <a:schemeClr val="accent4"/>
              </a:buClr>
              <a:buFont typeface="Arial" panose="020B0604020202020204" pitchFamily="34" charset="0"/>
              <a:buNone/>
            </a:pPr>
            <a:r>
              <a:rPr kumimoji="1" lang="en-US" altLang="ja-JP" sz="2000" b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2026</a:t>
            </a:r>
            <a:r>
              <a:rPr kumimoji="1" lang="ja-JP" altLang="en-US" sz="2000" b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年〇月〇日（提出日）</a:t>
            </a:r>
            <a:endParaRPr kumimoji="1" lang="en-US" altLang="ja-JP" sz="2000" b="1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1" name="テキスト プレースホルダー 24">
            <a:extLst>
              <a:ext uri="{FF2B5EF4-FFF2-40B4-BE49-F238E27FC236}">
                <a16:creationId xmlns:a16="http://schemas.microsoft.com/office/drawing/2014/main" id="{8AA223B5-1AC7-DD55-AB86-81AE2883BC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85200" y="5979096"/>
            <a:ext cx="3271838" cy="423646"/>
          </a:xfrm>
          <a:prstGeom prst="rect">
            <a:avLst/>
          </a:prstGeom>
        </p:spPr>
        <p:txBody>
          <a:bodyPr anchor="ctr"/>
          <a:lstStyle>
            <a:lvl1pPr marL="0" indent="0" algn="ctr">
              <a:buClr>
                <a:schemeClr val="accent4"/>
              </a:buClr>
              <a:buFont typeface="Arial" panose="020B0604020202020204" pitchFamily="34" charset="0"/>
              <a:buNone/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buNone/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marL="0" indent="0" algn="ctr">
              <a:buClr>
                <a:schemeClr val="accent4"/>
              </a:buClr>
              <a:buFont typeface="Arial" panose="020B0604020202020204" pitchFamily="34" charset="0"/>
              <a:buNone/>
            </a:pPr>
            <a:r>
              <a:rPr kumimoji="1" lang="ja-JP" altLang="en-US" sz="2000" b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部所名</a:t>
            </a:r>
            <a:endParaRPr kumimoji="1" lang="en-US" altLang="ja-JP" sz="2000" b="1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" name="図 1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06929E48-2D44-4789-B4A6-482F41E315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2" t="33010" r="24634" b="32945"/>
          <a:stretch>
            <a:fillRect/>
          </a:stretch>
        </p:blipFill>
        <p:spPr>
          <a:xfrm>
            <a:off x="10980739" y="55397"/>
            <a:ext cx="876298" cy="42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804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3" userDrawn="1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orient="horz" pos="34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6">
            <a:extLst>
              <a:ext uri="{FF2B5EF4-FFF2-40B4-BE49-F238E27FC236}">
                <a16:creationId xmlns:a16="http://schemas.microsoft.com/office/drawing/2014/main" id="{EBB8975C-E43B-34F5-F672-37C0BE5F5D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1260628"/>
            <a:ext cx="11522074" cy="4687411"/>
          </a:xfrm>
          <a:prstGeom prst="rect">
            <a:avLst/>
          </a:prstGeom>
        </p:spPr>
        <p:txBody>
          <a:bodyPr lIns="72000" tIns="72000" rIns="72000" bIns="72000" anchor="ctr"/>
          <a:lstStyle>
            <a:lvl1pPr marL="0" indent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2800" b="1" baseline="0">
                <a:solidFill>
                  <a:schemeClr val="accent4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defRPr/>
            </a:lvl2pPr>
            <a:lvl3pPr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defRPr/>
            </a:lvl3pPr>
            <a:lvl4pPr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defRPr/>
            </a:lvl4pPr>
            <a:lvl5pPr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kumimoji="1" lang="ja-JP" altLang="en-US"/>
              <a:t>タイトル</a:t>
            </a:r>
            <a:endParaRPr kumimoji="1" lang="en-US" altLang="ja-JP"/>
          </a:p>
          <a:p>
            <a:pPr lvl="0"/>
            <a:r>
              <a:rPr kumimoji="1" lang="ja-JP" altLang="en-US"/>
              <a:t>タイトル</a:t>
            </a:r>
            <a:endParaRPr kumimoji="1" lang="en-US" altLang="ja-JP"/>
          </a:p>
          <a:p>
            <a:pPr lvl="0"/>
            <a:r>
              <a:rPr kumimoji="1" lang="ja-JP" altLang="en-US"/>
              <a:t>タイトル</a:t>
            </a:r>
            <a:endParaRPr kumimoji="1" lang="en-US" altLang="ja-JP"/>
          </a:p>
          <a:p>
            <a:pPr lvl="0"/>
            <a:r>
              <a:rPr kumimoji="1" lang="ja-JP" altLang="en-US"/>
              <a:t>タイトル</a:t>
            </a:r>
            <a:endParaRPr kumimoji="1" lang="en-US" altLang="ja-JP"/>
          </a:p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9E3F5C2-C945-1B10-01E2-173CDD6C36CA}"/>
              </a:ext>
            </a:extLst>
          </p:cNvPr>
          <p:cNvSpPr txBox="1"/>
          <p:nvPr userDrawn="1"/>
        </p:nvSpPr>
        <p:spPr>
          <a:xfrm>
            <a:off x="334962" y="519715"/>
            <a:ext cx="2811429" cy="637849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r>
              <a:rPr kumimoji="1" lang="en-US" altLang="ja-JP" sz="3200" b="1" baseline="0">
                <a:solidFill>
                  <a:schemeClr val="accent4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Index</a:t>
            </a:r>
            <a:endParaRPr kumimoji="1" lang="ja-JP" altLang="en-US" sz="3200" b="1" baseline="0">
              <a:solidFill>
                <a:schemeClr val="accent4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475C76F-E2A7-46A0-CB41-5B2433E32C4A}"/>
              </a:ext>
            </a:extLst>
          </p:cNvPr>
          <p:cNvSpPr/>
          <p:nvPr userDrawn="1"/>
        </p:nvSpPr>
        <p:spPr>
          <a:xfrm>
            <a:off x="0" y="6669088"/>
            <a:ext cx="12192000" cy="1889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EA39A43-69F0-A372-C573-022C616B5D5D}"/>
              </a:ext>
            </a:extLst>
          </p:cNvPr>
          <p:cNvSpPr txBox="1"/>
          <p:nvPr userDrawn="1"/>
        </p:nvSpPr>
        <p:spPr>
          <a:xfrm>
            <a:off x="11252200" y="6632739"/>
            <a:ext cx="604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kumimoji="1" sz="1000" b="0" i="0">
                <a:solidFill>
                  <a:schemeClr val="bg1"/>
                </a:solidFill>
                <a:latin typeface="Instrument Sans" pitchFamily="2" charset="0"/>
                <a:ea typeface="Noto Sans CJK JP DemiLight" panose="020B0400000000000000" pitchFamily="34" charset="-128"/>
                <a:cs typeface="Arial" panose="020B0604020202020204" pitchFamily="34" charset="0"/>
              </a:defRPr>
            </a:lvl1pPr>
          </a:lstStyle>
          <a:p>
            <a:pPr lvl="0" algn="r"/>
            <a:fld id="{65D73A1D-72BD-42DA-8C20-B8588A52123D}" type="slidenum">
              <a:rPr lang="ja-JP" altLang="en-US" sz="1400" b="1" smtClean="0">
                <a:sym typeface="Meiryo UI" panose="020B0604030504040204" pitchFamily="50" charset="-128"/>
              </a:rPr>
              <a:pPr lvl="0" algn="r"/>
              <a:t>‹#›</a:t>
            </a:fld>
            <a:endParaRPr lang="en-US" sz="1400" b="1">
              <a:sym typeface="Meiryo UI" panose="020B0604030504040204" pitchFamily="50" charset="-128"/>
            </a:endParaRPr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0CB5AB87-8914-AEAD-1890-2F9561FC8D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2" t="33010" r="24634" b="32945"/>
          <a:stretch>
            <a:fillRect/>
          </a:stretch>
        </p:blipFill>
        <p:spPr>
          <a:xfrm>
            <a:off x="10980739" y="55397"/>
            <a:ext cx="876298" cy="42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388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34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43F4A4A-8458-DA55-E644-1ADC0F811946}"/>
              </a:ext>
            </a:extLst>
          </p:cNvPr>
          <p:cNvSpPr/>
          <p:nvPr userDrawn="1"/>
        </p:nvSpPr>
        <p:spPr>
          <a:xfrm>
            <a:off x="334964" y="3122721"/>
            <a:ext cx="11522074" cy="6125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buClr>
                <a:schemeClr val="accent4"/>
              </a:buClr>
              <a:buFont typeface="Arial" panose="020B0604020202020204" pitchFamily="34" charset="0"/>
              <a:buNone/>
            </a:pPr>
            <a:endParaRPr kumimoji="1" lang="en-US" altLang="ja-JP" sz="28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BD9C53C-2ED0-51A4-6198-81B0FD806170}"/>
              </a:ext>
            </a:extLst>
          </p:cNvPr>
          <p:cNvSpPr/>
          <p:nvPr userDrawn="1"/>
        </p:nvSpPr>
        <p:spPr>
          <a:xfrm>
            <a:off x="0" y="6669088"/>
            <a:ext cx="12192000" cy="1889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テキスト プレースホルダー 24">
            <a:extLst>
              <a:ext uri="{FF2B5EF4-FFF2-40B4-BE49-F238E27FC236}">
                <a16:creationId xmlns:a16="http://schemas.microsoft.com/office/drawing/2014/main" id="{EB30864B-FD18-115C-2286-BE7469E6DF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25563" y="2941982"/>
            <a:ext cx="10531473" cy="8647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buNone/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テキスト プレースホルダー 24">
            <a:extLst>
              <a:ext uri="{FF2B5EF4-FFF2-40B4-BE49-F238E27FC236}">
                <a16:creationId xmlns:a16="http://schemas.microsoft.com/office/drawing/2014/main" id="{6B36045E-3CDA-FD05-AAC2-99AB2B4E06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2941982"/>
            <a:ext cx="871537" cy="864703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>
            <a:lvl1pPr algn="ctr">
              <a:buNone/>
              <a:defRPr sz="28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buNone/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en-US" altLang="ja-JP"/>
              <a:t>1</a:t>
            </a:r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9BFB020-E138-FDF9-CEDB-E522BC31D0AA}"/>
              </a:ext>
            </a:extLst>
          </p:cNvPr>
          <p:cNvSpPr txBox="1"/>
          <p:nvPr userDrawn="1"/>
        </p:nvSpPr>
        <p:spPr>
          <a:xfrm>
            <a:off x="11252200" y="6632739"/>
            <a:ext cx="604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kumimoji="1" sz="1000" b="0" i="0">
                <a:solidFill>
                  <a:schemeClr val="bg1"/>
                </a:solidFill>
                <a:latin typeface="Instrument Sans" pitchFamily="2" charset="0"/>
                <a:ea typeface="Noto Sans CJK JP DemiLight" panose="020B0400000000000000" pitchFamily="34" charset="-128"/>
                <a:cs typeface="Arial" panose="020B0604020202020204" pitchFamily="34" charset="0"/>
              </a:defRPr>
            </a:lvl1pPr>
          </a:lstStyle>
          <a:p>
            <a:pPr lvl="0" algn="r"/>
            <a:fld id="{65D73A1D-72BD-42DA-8C20-B8588A52123D}" type="slidenum">
              <a:rPr lang="ja-JP" altLang="en-US" sz="1400" b="1" smtClean="0">
                <a:sym typeface="Meiryo UI" panose="020B0604030504040204" pitchFamily="50" charset="-128"/>
              </a:rPr>
              <a:pPr lvl="0" algn="r"/>
              <a:t>‹#›</a:t>
            </a:fld>
            <a:endParaRPr lang="en-US" sz="1400" b="1">
              <a:sym typeface="Meiryo UI" panose="020B0604030504040204" pitchFamily="50" charset="-128"/>
            </a:endParaRPr>
          </a:p>
        </p:txBody>
      </p:sp>
      <p:pic>
        <p:nvPicPr>
          <p:cNvPr id="2" name="図 1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1BF77449-6027-A624-858E-E9179BA0C0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2" t="33010" r="24634" b="32945"/>
          <a:stretch>
            <a:fillRect/>
          </a:stretch>
        </p:blipFill>
        <p:spPr>
          <a:xfrm>
            <a:off x="10980739" y="55397"/>
            <a:ext cx="876298" cy="42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69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408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E5B7400-610C-0E9A-B5A1-41C6E6305F07}"/>
              </a:ext>
            </a:extLst>
          </p:cNvPr>
          <p:cNvCxnSpPr>
            <a:cxnSpLocks/>
          </p:cNvCxnSpPr>
          <p:nvPr userDrawn="1"/>
        </p:nvCxnSpPr>
        <p:spPr>
          <a:xfrm>
            <a:off x="0" y="55929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0D8E5C7-6E75-A9BE-FF04-039C05050E4E}"/>
              </a:ext>
            </a:extLst>
          </p:cNvPr>
          <p:cNvSpPr/>
          <p:nvPr userDrawn="1"/>
        </p:nvSpPr>
        <p:spPr>
          <a:xfrm>
            <a:off x="0" y="6669088"/>
            <a:ext cx="12192000" cy="1889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タイトル 16">
            <a:extLst>
              <a:ext uri="{FF2B5EF4-FFF2-40B4-BE49-F238E27FC236}">
                <a16:creationId xmlns:a16="http://schemas.microsoft.com/office/drawing/2014/main" id="{8C726525-FC0D-EB0E-0AC1-3DB059363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0"/>
            <a:ext cx="10515600" cy="582939"/>
          </a:xfrm>
          <a:prstGeom prst="rect">
            <a:avLst/>
          </a:prstGeom>
        </p:spPr>
        <p:txBody>
          <a:bodyPr anchor="ctr"/>
          <a:lstStyle>
            <a:lvl1pPr>
              <a:defRPr sz="2400">
                <a:solidFill>
                  <a:schemeClr val="accent4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8" name="テキスト プレースホルダー 24">
            <a:extLst>
              <a:ext uri="{FF2B5EF4-FFF2-40B4-BE49-F238E27FC236}">
                <a16:creationId xmlns:a16="http://schemas.microsoft.com/office/drawing/2014/main" id="{20EDA5AA-BC75-7AE1-4E39-CCC1329155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3" y="622516"/>
            <a:ext cx="11522074" cy="698273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buClr>
                <a:schemeClr val="accent4"/>
              </a:buClr>
              <a:buFont typeface="Arial" panose="020B0604020202020204" pitchFamily="34" charset="0"/>
              <a:buChar char="•"/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buNone/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marL="342900" indent="-342900" algn="l"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kumimoji="1" lang="ja-JP" altLang="en-US" sz="18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リード文は箇条書きで２行までを推奨</a:t>
            </a:r>
            <a:endParaRPr kumimoji="1" lang="en-US" altLang="ja-JP" sz="18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kumimoji="1" lang="ja-JP" altLang="en-US" sz="18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リード文は箇条書きで２行までを推奨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705C884-B23B-5D4F-FAAC-ECF1D5EB63DE}"/>
              </a:ext>
            </a:extLst>
          </p:cNvPr>
          <p:cNvSpPr txBox="1"/>
          <p:nvPr userDrawn="1"/>
        </p:nvSpPr>
        <p:spPr>
          <a:xfrm>
            <a:off x="11252200" y="6632739"/>
            <a:ext cx="604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kumimoji="1" sz="1000" b="0" i="0">
                <a:solidFill>
                  <a:schemeClr val="bg1"/>
                </a:solidFill>
                <a:latin typeface="Instrument Sans" pitchFamily="2" charset="0"/>
                <a:ea typeface="Noto Sans CJK JP DemiLight" panose="020B0400000000000000" pitchFamily="34" charset="-128"/>
                <a:cs typeface="Arial" panose="020B0604020202020204" pitchFamily="34" charset="0"/>
              </a:defRPr>
            </a:lvl1pPr>
          </a:lstStyle>
          <a:p>
            <a:pPr lvl="0" algn="r"/>
            <a:fld id="{65D73A1D-72BD-42DA-8C20-B8588A52123D}" type="slidenum">
              <a:rPr lang="ja-JP" altLang="en-US" sz="1400" b="1" smtClean="0">
                <a:sym typeface="Meiryo UI" panose="020B0604030504040204" pitchFamily="50" charset="-128"/>
              </a:rPr>
              <a:pPr lvl="0" algn="r"/>
              <a:t>‹#›</a:t>
            </a:fld>
            <a:endParaRPr lang="en-US" sz="1400" b="1">
              <a:sym typeface="Meiryo UI" panose="020B0604030504040204" pitchFamily="50" charset="-128"/>
            </a:endParaRPr>
          </a:p>
        </p:txBody>
      </p:sp>
      <p:pic>
        <p:nvPicPr>
          <p:cNvPr id="2" name="図 1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B7B1631B-25EA-FECC-BA67-64C2252D35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2" t="33010" r="24634" b="32945"/>
          <a:stretch>
            <a:fillRect/>
          </a:stretch>
        </p:blipFill>
        <p:spPr>
          <a:xfrm>
            <a:off x="10980739" y="55397"/>
            <a:ext cx="876298" cy="42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22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E5B7400-610C-0E9A-B5A1-41C6E6305F07}"/>
              </a:ext>
            </a:extLst>
          </p:cNvPr>
          <p:cNvCxnSpPr>
            <a:cxnSpLocks/>
          </p:cNvCxnSpPr>
          <p:nvPr userDrawn="1"/>
        </p:nvCxnSpPr>
        <p:spPr>
          <a:xfrm>
            <a:off x="0" y="55929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0D8E5C7-6E75-A9BE-FF04-039C05050E4E}"/>
              </a:ext>
            </a:extLst>
          </p:cNvPr>
          <p:cNvSpPr/>
          <p:nvPr userDrawn="1"/>
        </p:nvSpPr>
        <p:spPr>
          <a:xfrm>
            <a:off x="0" y="6669088"/>
            <a:ext cx="12192000" cy="1889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タイトル 16">
            <a:extLst>
              <a:ext uri="{FF2B5EF4-FFF2-40B4-BE49-F238E27FC236}">
                <a16:creationId xmlns:a16="http://schemas.microsoft.com/office/drawing/2014/main" id="{8C726525-FC0D-EB0E-0AC1-3DB059363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0"/>
            <a:ext cx="10515600" cy="582939"/>
          </a:xfrm>
          <a:prstGeom prst="rect">
            <a:avLst/>
          </a:prstGeom>
        </p:spPr>
        <p:txBody>
          <a:bodyPr anchor="ctr"/>
          <a:lstStyle>
            <a:lvl1pPr>
              <a:defRPr sz="2400">
                <a:solidFill>
                  <a:schemeClr val="accent4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8" name="テキスト プレースホルダー 24">
            <a:extLst>
              <a:ext uri="{FF2B5EF4-FFF2-40B4-BE49-F238E27FC236}">
                <a16:creationId xmlns:a16="http://schemas.microsoft.com/office/drawing/2014/main" id="{20EDA5AA-BC75-7AE1-4E39-CCC1329155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3" y="622516"/>
            <a:ext cx="11522074" cy="698273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buClr>
                <a:schemeClr val="accent4"/>
              </a:buClr>
              <a:buFont typeface="Arial" panose="020B0604020202020204" pitchFamily="34" charset="0"/>
              <a:buChar char="•"/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buNone/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marL="342900" indent="-342900" algn="l"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kumimoji="1" lang="ja-JP" altLang="en-US" sz="18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リード文は箇条書きで２行までを推奨</a:t>
            </a:r>
            <a:endParaRPr kumimoji="1" lang="en-US" altLang="ja-JP" sz="18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kumimoji="1" lang="ja-JP" altLang="en-US" sz="18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リード文は箇条書きで２行までを推奨</a:t>
            </a:r>
          </a:p>
        </p:txBody>
      </p:sp>
      <p:sp>
        <p:nvSpPr>
          <p:cNvPr id="2" name="角丸四角形 29">
            <a:extLst>
              <a:ext uri="{FF2B5EF4-FFF2-40B4-BE49-F238E27FC236}">
                <a16:creationId xmlns:a16="http://schemas.microsoft.com/office/drawing/2014/main" id="{67CE461C-32DC-3573-490A-36C8D88DAD8C}"/>
              </a:ext>
            </a:extLst>
          </p:cNvPr>
          <p:cNvSpPr/>
          <p:nvPr userDrawn="1"/>
        </p:nvSpPr>
        <p:spPr>
          <a:xfrm>
            <a:off x="526774" y="1363473"/>
            <a:ext cx="5396948" cy="26959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</p:txBody>
      </p:sp>
      <p:sp>
        <p:nvSpPr>
          <p:cNvPr id="3" name="テキスト プレースホルダー 10">
            <a:extLst>
              <a:ext uri="{FF2B5EF4-FFF2-40B4-BE49-F238E27FC236}">
                <a16:creationId xmlns:a16="http://schemas.microsoft.com/office/drawing/2014/main" id="{B5740784-A915-E6B8-6749-925F25AFA5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6774" y="1363473"/>
            <a:ext cx="5396948" cy="269590"/>
          </a:xfrm>
          <a:prstGeom prst="rect">
            <a:avLst/>
          </a:prstGeom>
        </p:spPr>
        <p:txBody>
          <a:bodyPr/>
          <a:lstStyle>
            <a:lvl1pPr algn="ctr">
              <a:buNone/>
              <a:defRPr sz="16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70592A0-EB36-3711-4CC8-426E994EE64E}"/>
              </a:ext>
            </a:extLst>
          </p:cNvPr>
          <p:cNvSpPr txBox="1"/>
          <p:nvPr userDrawn="1"/>
        </p:nvSpPr>
        <p:spPr>
          <a:xfrm>
            <a:off x="11252200" y="6632739"/>
            <a:ext cx="604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kumimoji="1" sz="1000" b="0" i="0">
                <a:solidFill>
                  <a:schemeClr val="bg1"/>
                </a:solidFill>
                <a:latin typeface="Instrument Sans" pitchFamily="2" charset="0"/>
                <a:ea typeface="Noto Sans CJK JP DemiLight" panose="020B0400000000000000" pitchFamily="34" charset="-128"/>
                <a:cs typeface="Arial" panose="020B0604020202020204" pitchFamily="34" charset="0"/>
              </a:defRPr>
            </a:lvl1pPr>
          </a:lstStyle>
          <a:p>
            <a:pPr lvl="0" algn="r"/>
            <a:fld id="{65D73A1D-72BD-42DA-8C20-B8588A52123D}" type="slidenum">
              <a:rPr lang="ja-JP" altLang="en-US" sz="1400" b="1" smtClean="0">
                <a:sym typeface="Meiryo UI" panose="020B0604030504040204" pitchFamily="50" charset="-128"/>
              </a:rPr>
              <a:pPr lvl="0" algn="r"/>
              <a:t>‹#›</a:t>
            </a:fld>
            <a:endParaRPr lang="en-US" sz="1400" b="1">
              <a:sym typeface="Meiryo UI" panose="020B0604030504040204" pitchFamily="50" charset="-128"/>
            </a:endParaRPr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E1FAF4DE-0E83-FBF9-9633-7B7121CC50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2" t="33010" r="24634" b="32945"/>
          <a:stretch>
            <a:fillRect/>
          </a:stretch>
        </p:blipFill>
        <p:spPr>
          <a:xfrm>
            <a:off x="10980739" y="55397"/>
            <a:ext cx="876298" cy="42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458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408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E5B7400-610C-0E9A-B5A1-41C6E6305F07}"/>
              </a:ext>
            </a:extLst>
          </p:cNvPr>
          <p:cNvCxnSpPr>
            <a:cxnSpLocks/>
          </p:cNvCxnSpPr>
          <p:nvPr userDrawn="1"/>
        </p:nvCxnSpPr>
        <p:spPr>
          <a:xfrm>
            <a:off x="0" y="55929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0D8E5C7-6E75-A9BE-FF04-039C05050E4E}"/>
              </a:ext>
            </a:extLst>
          </p:cNvPr>
          <p:cNvSpPr/>
          <p:nvPr userDrawn="1"/>
        </p:nvSpPr>
        <p:spPr>
          <a:xfrm>
            <a:off x="0" y="6669088"/>
            <a:ext cx="12192000" cy="1889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タイトル 16">
            <a:extLst>
              <a:ext uri="{FF2B5EF4-FFF2-40B4-BE49-F238E27FC236}">
                <a16:creationId xmlns:a16="http://schemas.microsoft.com/office/drawing/2014/main" id="{8C726525-FC0D-EB0E-0AC1-3DB059363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0"/>
            <a:ext cx="10515600" cy="582939"/>
          </a:xfrm>
          <a:prstGeom prst="rect">
            <a:avLst/>
          </a:prstGeom>
        </p:spPr>
        <p:txBody>
          <a:bodyPr anchor="ctr"/>
          <a:lstStyle>
            <a:lvl1pPr>
              <a:defRPr sz="2400">
                <a:solidFill>
                  <a:schemeClr val="accent4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8" name="テキスト プレースホルダー 24">
            <a:extLst>
              <a:ext uri="{FF2B5EF4-FFF2-40B4-BE49-F238E27FC236}">
                <a16:creationId xmlns:a16="http://schemas.microsoft.com/office/drawing/2014/main" id="{20EDA5AA-BC75-7AE1-4E39-CCC1329155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3" y="622516"/>
            <a:ext cx="11522074" cy="698273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buClr>
                <a:schemeClr val="accent4"/>
              </a:buClr>
              <a:buFont typeface="Arial" panose="020B0604020202020204" pitchFamily="34" charset="0"/>
              <a:buChar char="•"/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buNone/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marL="342900" indent="-342900" algn="l"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kumimoji="1" lang="ja-JP" altLang="en-US" sz="18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リード文は箇条書きで２行までを推奨</a:t>
            </a:r>
            <a:endParaRPr kumimoji="1" lang="en-US" altLang="ja-JP" sz="18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kumimoji="1" lang="ja-JP" altLang="en-US" sz="18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リード文は箇条書きで２行までを推奨</a:t>
            </a:r>
          </a:p>
        </p:txBody>
      </p:sp>
      <p:sp>
        <p:nvSpPr>
          <p:cNvPr id="2" name="角丸四角形 29">
            <a:extLst>
              <a:ext uri="{FF2B5EF4-FFF2-40B4-BE49-F238E27FC236}">
                <a16:creationId xmlns:a16="http://schemas.microsoft.com/office/drawing/2014/main" id="{67CE461C-32DC-3573-490A-36C8D88DAD8C}"/>
              </a:ext>
            </a:extLst>
          </p:cNvPr>
          <p:cNvSpPr/>
          <p:nvPr userDrawn="1"/>
        </p:nvSpPr>
        <p:spPr>
          <a:xfrm>
            <a:off x="526774" y="1363473"/>
            <a:ext cx="5396948" cy="26959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</p:txBody>
      </p:sp>
      <p:sp>
        <p:nvSpPr>
          <p:cNvPr id="3" name="テキスト プレースホルダー 10">
            <a:extLst>
              <a:ext uri="{FF2B5EF4-FFF2-40B4-BE49-F238E27FC236}">
                <a16:creationId xmlns:a16="http://schemas.microsoft.com/office/drawing/2014/main" id="{B5740784-A915-E6B8-6749-925F25AFA5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6774" y="1363473"/>
            <a:ext cx="5396948" cy="269590"/>
          </a:xfrm>
          <a:prstGeom prst="rect">
            <a:avLst/>
          </a:prstGeom>
        </p:spPr>
        <p:txBody>
          <a:bodyPr/>
          <a:lstStyle>
            <a:lvl1pPr algn="ctr">
              <a:buNone/>
              <a:defRPr sz="16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4" name="角丸四角形 29">
            <a:extLst>
              <a:ext uri="{FF2B5EF4-FFF2-40B4-BE49-F238E27FC236}">
                <a16:creationId xmlns:a16="http://schemas.microsoft.com/office/drawing/2014/main" id="{C566E331-E6A3-38FB-509A-383D861960AC}"/>
              </a:ext>
            </a:extLst>
          </p:cNvPr>
          <p:cNvSpPr/>
          <p:nvPr userDrawn="1"/>
        </p:nvSpPr>
        <p:spPr>
          <a:xfrm>
            <a:off x="6268280" y="1384011"/>
            <a:ext cx="5396948" cy="26959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</p:txBody>
      </p:sp>
      <p:sp>
        <p:nvSpPr>
          <p:cNvPr id="5" name="テキスト プレースホルダー 10">
            <a:extLst>
              <a:ext uri="{FF2B5EF4-FFF2-40B4-BE49-F238E27FC236}">
                <a16:creationId xmlns:a16="http://schemas.microsoft.com/office/drawing/2014/main" id="{C4FE8251-E281-F707-0F70-FE715A327D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8280" y="1384011"/>
            <a:ext cx="5396948" cy="269590"/>
          </a:xfrm>
          <a:prstGeom prst="rect">
            <a:avLst/>
          </a:prstGeom>
        </p:spPr>
        <p:txBody>
          <a:bodyPr/>
          <a:lstStyle>
            <a:lvl1pPr algn="ctr">
              <a:buNone/>
              <a:defRPr sz="16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17DF1D1-2B09-64CB-F389-7F9B4EEC06CF}"/>
              </a:ext>
            </a:extLst>
          </p:cNvPr>
          <p:cNvSpPr txBox="1"/>
          <p:nvPr userDrawn="1"/>
        </p:nvSpPr>
        <p:spPr>
          <a:xfrm>
            <a:off x="11252200" y="6632739"/>
            <a:ext cx="604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kumimoji="1" sz="1000" b="0" i="0">
                <a:solidFill>
                  <a:schemeClr val="bg1"/>
                </a:solidFill>
                <a:latin typeface="Instrument Sans" pitchFamily="2" charset="0"/>
                <a:ea typeface="Noto Sans CJK JP DemiLight" panose="020B0400000000000000" pitchFamily="34" charset="-128"/>
                <a:cs typeface="Arial" panose="020B0604020202020204" pitchFamily="34" charset="0"/>
              </a:defRPr>
            </a:lvl1pPr>
          </a:lstStyle>
          <a:p>
            <a:pPr lvl="0" algn="r"/>
            <a:fld id="{65D73A1D-72BD-42DA-8C20-B8588A52123D}" type="slidenum">
              <a:rPr lang="ja-JP" altLang="en-US" sz="1400" b="1" smtClean="0">
                <a:sym typeface="Meiryo UI" panose="020B0604030504040204" pitchFamily="50" charset="-128"/>
              </a:rPr>
              <a:pPr lvl="0" algn="r"/>
              <a:t>‹#›</a:t>
            </a:fld>
            <a:endParaRPr lang="en-US" sz="1400" b="1">
              <a:sym typeface="Meiryo UI" panose="020B0604030504040204" pitchFamily="50" charset="-128"/>
            </a:endParaRPr>
          </a:p>
        </p:txBody>
      </p:sp>
      <p:pic>
        <p:nvPicPr>
          <p:cNvPr id="6" name="図 5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9F9FAAA1-05B8-8511-2624-D01E3540B2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2" t="33010" r="24634" b="32945"/>
          <a:stretch>
            <a:fillRect/>
          </a:stretch>
        </p:blipFill>
        <p:spPr>
          <a:xfrm>
            <a:off x="10980739" y="55397"/>
            <a:ext cx="876298" cy="42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251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408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E5B7400-610C-0E9A-B5A1-41C6E6305F07}"/>
              </a:ext>
            </a:extLst>
          </p:cNvPr>
          <p:cNvCxnSpPr>
            <a:cxnSpLocks/>
          </p:cNvCxnSpPr>
          <p:nvPr userDrawn="1"/>
        </p:nvCxnSpPr>
        <p:spPr>
          <a:xfrm>
            <a:off x="0" y="55929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0D8E5C7-6E75-A9BE-FF04-039C05050E4E}"/>
              </a:ext>
            </a:extLst>
          </p:cNvPr>
          <p:cNvSpPr/>
          <p:nvPr userDrawn="1"/>
        </p:nvSpPr>
        <p:spPr>
          <a:xfrm>
            <a:off x="0" y="6669088"/>
            <a:ext cx="12192000" cy="1889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タイトル 16">
            <a:extLst>
              <a:ext uri="{FF2B5EF4-FFF2-40B4-BE49-F238E27FC236}">
                <a16:creationId xmlns:a16="http://schemas.microsoft.com/office/drawing/2014/main" id="{8C726525-FC0D-EB0E-0AC1-3DB059363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0"/>
            <a:ext cx="10515600" cy="582939"/>
          </a:xfrm>
          <a:prstGeom prst="rect">
            <a:avLst/>
          </a:prstGeom>
        </p:spPr>
        <p:txBody>
          <a:bodyPr anchor="ctr"/>
          <a:lstStyle>
            <a:lvl1pPr>
              <a:defRPr sz="2400">
                <a:solidFill>
                  <a:schemeClr val="accent4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8" name="テキスト プレースホルダー 24">
            <a:extLst>
              <a:ext uri="{FF2B5EF4-FFF2-40B4-BE49-F238E27FC236}">
                <a16:creationId xmlns:a16="http://schemas.microsoft.com/office/drawing/2014/main" id="{20EDA5AA-BC75-7AE1-4E39-CCC1329155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3" y="622516"/>
            <a:ext cx="11522074" cy="698273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buClr>
                <a:schemeClr val="accent4"/>
              </a:buClr>
              <a:buFont typeface="Arial" panose="020B0604020202020204" pitchFamily="34" charset="0"/>
              <a:buChar char="•"/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buNone/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marL="342900" indent="-342900" algn="l"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kumimoji="1" lang="ja-JP" altLang="en-US" sz="18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リード文は箇条書きで２行までを推奨</a:t>
            </a:r>
            <a:endParaRPr kumimoji="1" lang="en-US" altLang="ja-JP" sz="18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kumimoji="1" lang="ja-JP" altLang="en-US" sz="18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リード文は箇条書きで２行までを推奨</a:t>
            </a:r>
          </a:p>
        </p:txBody>
      </p:sp>
      <p:sp>
        <p:nvSpPr>
          <p:cNvPr id="4" name="テキスト プレースホルダー 47">
            <a:extLst>
              <a:ext uri="{FF2B5EF4-FFF2-40B4-BE49-F238E27FC236}">
                <a16:creationId xmlns:a16="http://schemas.microsoft.com/office/drawing/2014/main" id="{AB940342-36EA-9BAB-C40D-30C32D00538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25248" y="1730008"/>
            <a:ext cx="5400000" cy="264054"/>
          </a:xfrm>
          <a:prstGeom prst="rect">
            <a:avLst/>
          </a:prstGeom>
        </p:spPr>
        <p:txBody>
          <a:bodyPr lIns="72000" tIns="72000" rIns="72000" bIns="72000" anchor="ctr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単位</a:t>
            </a:r>
          </a:p>
        </p:txBody>
      </p:sp>
      <p:sp>
        <p:nvSpPr>
          <p:cNvPr id="5" name="グラフ プレースホルダー 45">
            <a:extLst>
              <a:ext uri="{FF2B5EF4-FFF2-40B4-BE49-F238E27FC236}">
                <a16:creationId xmlns:a16="http://schemas.microsoft.com/office/drawing/2014/main" id="{D358C6E9-CCDC-1DE5-FBC9-B0DAB4B6002C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523722" y="2063419"/>
            <a:ext cx="10986108" cy="3902064"/>
          </a:xfrm>
          <a:prstGeom prst="rect">
            <a:avLst/>
          </a:prstGeom>
        </p:spPr>
        <p:txBody>
          <a:bodyPr lIns="72000" tIns="72000" rIns="72000" bIns="72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altLang="ja-JP"/>
              <a:t>Click icon to add chart</a:t>
            </a:r>
            <a:endParaRPr lang="ja-JP" altLang="en-US"/>
          </a:p>
        </p:txBody>
      </p:sp>
      <p:sp>
        <p:nvSpPr>
          <p:cNvPr id="6" name="テキスト プレースホルダー 48">
            <a:extLst>
              <a:ext uri="{FF2B5EF4-FFF2-40B4-BE49-F238E27FC236}">
                <a16:creationId xmlns:a16="http://schemas.microsoft.com/office/drawing/2014/main" id="{EA1D3057-7CDD-9E77-7532-C98B2C1B3C36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23722" y="6062428"/>
            <a:ext cx="10986108" cy="153764"/>
          </a:xfrm>
          <a:prstGeom prst="rect">
            <a:avLst/>
          </a:prstGeom>
        </p:spPr>
        <p:txBody>
          <a:bodyPr lIns="72000" tIns="0" rIns="72000" bIns="0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出所：</a:t>
            </a:r>
            <a:r>
              <a:rPr lang="en-US" altLang="ja-JP"/>
              <a:t>XX</a:t>
            </a:r>
            <a:endParaRPr lang="ja-JP" altLang="en-US"/>
          </a:p>
        </p:txBody>
      </p:sp>
      <p:sp>
        <p:nvSpPr>
          <p:cNvPr id="8" name="テキスト プレースホルダー 23">
            <a:extLst>
              <a:ext uri="{FF2B5EF4-FFF2-40B4-BE49-F238E27FC236}">
                <a16:creationId xmlns:a16="http://schemas.microsoft.com/office/drawing/2014/main" id="{5E5BC7F1-019F-14A3-3292-8F85503858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3721" y="6278795"/>
            <a:ext cx="10986108" cy="307777"/>
          </a:xfrm>
          <a:prstGeom prst="rect">
            <a:avLst/>
          </a:prstGeom>
        </p:spPr>
        <p:txBody>
          <a:bodyPr lIns="72000" tIns="0" rIns="72000" bIns="0" numCol="2"/>
          <a:lstStyle>
            <a:lvl1pPr marL="0" indent="0">
              <a:spcBef>
                <a:spcPts val="0"/>
              </a:spcBef>
              <a:spcAft>
                <a:spcPts val="0"/>
              </a:spcAft>
              <a:buClrTx/>
              <a:buFont typeface="+mj-lt"/>
              <a:buNone/>
              <a:defRPr sz="900">
                <a:solidFill>
                  <a:schemeClr val="tx1"/>
                </a:solidFill>
              </a:defRPr>
            </a:lvl1pPr>
            <a:lvl2pPr marL="306000">
              <a:spcBef>
                <a:spcPts val="0"/>
              </a:spcBef>
              <a:spcAft>
                <a:spcPts val="0"/>
              </a:spcAft>
              <a:buClrTx/>
              <a:buFont typeface="+mj-lt"/>
              <a:buAutoNum type="arabicPeriod"/>
              <a:defRPr sz="900">
                <a:solidFill>
                  <a:schemeClr val="tx1"/>
                </a:solidFill>
              </a:defRPr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kumimoji="1" lang="ja-JP" altLang="en-US"/>
              <a:t>注記：</a:t>
            </a:r>
          </a:p>
          <a:p>
            <a:pPr lvl="1"/>
            <a:r>
              <a:rPr kumimoji="1" lang="en-US" altLang="ja-JP"/>
              <a:t>XX</a:t>
            </a:r>
          </a:p>
          <a:p>
            <a:pPr lvl="1"/>
            <a:endParaRPr kumimoji="1" lang="en-US" altLang="ja-JP"/>
          </a:p>
          <a:p>
            <a:pPr lvl="1"/>
            <a:r>
              <a:rPr kumimoji="1" lang="en-US" altLang="ja-JP"/>
              <a:t>XX</a:t>
            </a:r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2044AB9-8B01-7F1B-2DB7-16587BDD0825}"/>
              </a:ext>
            </a:extLst>
          </p:cNvPr>
          <p:cNvSpPr txBox="1"/>
          <p:nvPr userDrawn="1"/>
        </p:nvSpPr>
        <p:spPr>
          <a:xfrm>
            <a:off x="11252200" y="6632739"/>
            <a:ext cx="604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kumimoji="1" sz="1000" b="0" i="0">
                <a:solidFill>
                  <a:schemeClr val="bg1"/>
                </a:solidFill>
                <a:latin typeface="Instrument Sans" pitchFamily="2" charset="0"/>
                <a:ea typeface="Noto Sans CJK JP DemiLight" panose="020B0400000000000000" pitchFamily="34" charset="-128"/>
                <a:cs typeface="Arial" panose="020B0604020202020204" pitchFamily="34" charset="0"/>
              </a:defRPr>
            </a:lvl1pPr>
          </a:lstStyle>
          <a:p>
            <a:pPr lvl="0" algn="r"/>
            <a:fld id="{65D73A1D-72BD-42DA-8C20-B8588A52123D}" type="slidenum">
              <a:rPr lang="ja-JP" altLang="en-US" sz="1400" b="1" smtClean="0">
                <a:sym typeface="Meiryo UI" panose="020B0604030504040204" pitchFamily="50" charset="-128"/>
              </a:rPr>
              <a:pPr lvl="0" algn="r"/>
              <a:t>‹#›</a:t>
            </a:fld>
            <a:endParaRPr lang="en-US" sz="1400" b="1">
              <a:sym typeface="Meiryo UI" panose="020B0604030504040204" pitchFamily="50" charset="-128"/>
            </a:endParaRPr>
          </a:p>
        </p:txBody>
      </p:sp>
      <p:sp>
        <p:nvSpPr>
          <p:cNvPr id="2" name="角丸四角形 29">
            <a:extLst>
              <a:ext uri="{FF2B5EF4-FFF2-40B4-BE49-F238E27FC236}">
                <a16:creationId xmlns:a16="http://schemas.microsoft.com/office/drawing/2014/main" id="{31552452-948B-AC89-2B11-9A4B26DFC84E}"/>
              </a:ext>
            </a:extLst>
          </p:cNvPr>
          <p:cNvSpPr/>
          <p:nvPr userDrawn="1"/>
        </p:nvSpPr>
        <p:spPr>
          <a:xfrm>
            <a:off x="526774" y="1363473"/>
            <a:ext cx="5396948" cy="26959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</p:txBody>
      </p:sp>
      <p:sp>
        <p:nvSpPr>
          <p:cNvPr id="3" name="テキスト プレースホルダー 10">
            <a:extLst>
              <a:ext uri="{FF2B5EF4-FFF2-40B4-BE49-F238E27FC236}">
                <a16:creationId xmlns:a16="http://schemas.microsoft.com/office/drawing/2014/main" id="{6DB499DE-CC95-E050-B48F-7BC2738487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6774" y="1363473"/>
            <a:ext cx="5396948" cy="269590"/>
          </a:xfrm>
          <a:prstGeom prst="rect">
            <a:avLst/>
          </a:prstGeom>
        </p:spPr>
        <p:txBody>
          <a:bodyPr/>
          <a:lstStyle>
            <a:lvl1pPr algn="ctr">
              <a:buNone/>
              <a:defRPr sz="16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グラフタイトル</a:t>
            </a:r>
          </a:p>
        </p:txBody>
      </p:sp>
      <p:pic>
        <p:nvPicPr>
          <p:cNvPr id="11" name="図 10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15B1E79-C76D-D6CF-1FB7-3D03D8C2E3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2" t="33010" r="24634" b="32945"/>
          <a:stretch>
            <a:fillRect/>
          </a:stretch>
        </p:blipFill>
        <p:spPr>
          <a:xfrm>
            <a:off x="10980739" y="55397"/>
            <a:ext cx="876298" cy="42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65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408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E5B7400-610C-0E9A-B5A1-41C6E6305F07}"/>
              </a:ext>
            </a:extLst>
          </p:cNvPr>
          <p:cNvCxnSpPr>
            <a:cxnSpLocks/>
          </p:cNvCxnSpPr>
          <p:nvPr userDrawn="1"/>
        </p:nvCxnSpPr>
        <p:spPr>
          <a:xfrm>
            <a:off x="0" y="559293"/>
            <a:ext cx="121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0D8E5C7-6E75-A9BE-FF04-039C05050E4E}"/>
              </a:ext>
            </a:extLst>
          </p:cNvPr>
          <p:cNvSpPr/>
          <p:nvPr userDrawn="1"/>
        </p:nvSpPr>
        <p:spPr>
          <a:xfrm>
            <a:off x="0" y="6669088"/>
            <a:ext cx="12192000" cy="1889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タイトル 16">
            <a:extLst>
              <a:ext uri="{FF2B5EF4-FFF2-40B4-BE49-F238E27FC236}">
                <a16:creationId xmlns:a16="http://schemas.microsoft.com/office/drawing/2014/main" id="{8C726525-FC0D-EB0E-0AC1-3DB059363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0"/>
            <a:ext cx="10515600" cy="582939"/>
          </a:xfrm>
          <a:prstGeom prst="rect">
            <a:avLst/>
          </a:prstGeom>
        </p:spPr>
        <p:txBody>
          <a:bodyPr anchor="ctr"/>
          <a:lstStyle>
            <a:lvl1pPr>
              <a:defRPr sz="2400">
                <a:solidFill>
                  <a:schemeClr val="accent4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8" name="テキスト プレースホルダー 24">
            <a:extLst>
              <a:ext uri="{FF2B5EF4-FFF2-40B4-BE49-F238E27FC236}">
                <a16:creationId xmlns:a16="http://schemas.microsoft.com/office/drawing/2014/main" id="{20EDA5AA-BC75-7AE1-4E39-CCC1329155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3" y="622516"/>
            <a:ext cx="11522074" cy="698273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buClr>
                <a:schemeClr val="accent4"/>
              </a:buClr>
              <a:buFont typeface="Arial" panose="020B0604020202020204" pitchFamily="34" charset="0"/>
              <a:buChar char="•"/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buNone/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marL="342900" indent="-342900" algn="l"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kumimoji="1" lang="ja-JP" altLang="en-US" sz="18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リード文は箇条書きで２行までを推奨</a:t>
            </a:r>
            <a:endParaRPr kumimoji="1" lang="en-US" altLang="ja-JP" sz="18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kumimoji="1" lang="ja-JP" altLang="en-US" sz="18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リード文は箇条書きで２行までを推奨</a:t>
            </a:r>
          </a:p>
        </p:txBody>
      </p:sp>
      <p:sp>
        <p:nvSpPr>
          <p:cNvPr id="2" name="角丸四角形 29">
            <a:extLst>
              <a:ext uri="{FF2B5EF4-FFF2-40B4-BE49-F238E27FC236}">
                <a16:creationId xmlns:a16="http://schemas.microsoft.com/office/drawing/2014/main" id="{67CE461C-32DC-3573-490A-36C8D88DAD8C}"/>
              </a:ext>
            </a:extLst>
          </p:cNvPr>
          <p:cNvSpPr/>
          <p:nvPr userDrawn="1"/>
        </p:nvSpPr>
        <p:spPr>
          <a:xfrm>
            <a:off x="526774" y="1363473"/>
            <a:ext cx="5396948" cy="26959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</p:txBody>
      </p:sp>
      <p:sp>
        <p:nvSpPr>
          <p:cNvPr id="3" name="テキスト プレースホルダー 10">
            <a:extLst>
              <a:ext uri="{FF2B5EF4-FFF2-40B4-BE49-F238E27FC236}">
                <a16:creationId xmlns:a16="http://schemas.microsoft.com/office/drawing/2014/main" id="{B5740784-A915-E6B8-6749-925F25AFA5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6774" y="1363473"/>
            <a:ext cx="5396948" cy="269590"/>
          </a:xfrm>
          <a:prstGeom prst="rect">
            <a:avLst/>
          </a:prstGeom>
        </p:spPr>
        <p:txBody>
          <a:bodyPr/>
          <a:lstStyle>
            <a:lvl1pPr algn="ctr">
              <a:buNone/>
              <a:defRPr sz="16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コンテンツタイトル</a:t>
            </a:r>
          </a:p>
        </p:txBody>
      </p:sp>
      <p:sp>
        <p:nvSpPr>
          <p:cNvPr id="4" name="角丸四角形 29">
            <a:extLst>
              <a:ext uri="{FF2B5EF4-FFF2-40B4-BE49-F238E27FC236}">
                <a16:creationId xmlns:a16="http://schemas.microsoft.com/office/drawing/2014/main" id="{C566E331-E6A3-38FB-509A-383D861960AC}"/>
              </a:ext>
            </a:extLst>
          </p:cNvPr>
          <p:cNvSpPr/>
          <p:nvPr userDrawn="1"/>
        </p:nvSpPr>
        <p:spPr>
          <a:xfrm>
            <a:off x="6268280" y="1384011"/>
            <a:ext cx="5396948" cy="26959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</p:txBody>
      </p:sp>
      <p:sp>
        <p:nvSpPr>
          <p:cNvPr id="5" name="テキスト プレースホルダー 10">
            <a:extLst>
              <a:ext uri="{FF2B5EF4-FFF2-40B4-BE49-F238E27FC236}">
                <a16:creationId xmlns:a16="http://schemas.microsoft.com/office/drawing/2014/main" id="{C4FE8251-E281-F707-0F70-FE715A327D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8280" y="1384011"/>
            <a:ext cx="5396948" cy="269590"/>
          </a:xfrm>
          <a:prstGeom prst="rect">
            <a:avLst/>
          </a:prstGeom>
        </p:spPr>
        <p:txBody>
          <a:bodyPr/>
          <a:lstStyle>
            <a:lvl1pPr algn="ctr">
              <a:buNone/>
              <a:defRPr sz="16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コンテンツタイトル</a:t>
            </a:r>
          </a:p>
        </p:txBody>
      </p:sp>
      <p:sp>
        <p:nvSpPr>
          <p:cNvPr id="6" name="コンテンツ プレースホルダー 51">
            <a:extLst>
              <a:ext uri="{FF2B5EF4-FFF2-40B4-BE49-F238E27FC236}">
                <a16:creationId xmlns:a16="http://schemas.microsoft.com/office/drawing/2014/main" id="{A2E44E81-A3E3-5355-7983-44717A32C84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6000" y="1824685"/>
            <a:ext cx="5396948" cy="4474022"/>
          </a:xfrm>
          <a:prstGeom prst="rect">
            <a:avLst/>
          </a:prstGeom>
          <a:ln w="9525">
            <a:solidFill>
              <a:schemeClr val="accent1"/>
            </a:solidFill>
          </a:ln>
        </p:spPr>
        <p:txBody>
          <a:bodyPr lIns="72000" tIns="72000" rIns="72000" bIns="72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コンテンツを挿入</a:t>
            </a:r>
          </a:p>
        </p:txBody>
      </p:sp>
      <p:sp>
        <p:nvSpPr>
          <p:cNvPr id="8" name="コンテンツ プレースホルダー 51">
            <a:extLst>
              <a:ext uri="{FF2B5EF4-FFF2-40B4-BE49-F238E27FC236}">
                <a16:creationId xmlns:a16="http://schemas.microsoft.com/office/drawing/2014/main" id="{EF8E220D-22B2-DDB2-3C14-77FB1C42710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79054" y="1824371"/>
            <a:ext cx="5396948" cy="4474022"/>
          </a:xfrm>
          <a:prstGeom prst="rect">
            <a:avLst/>
          </a:prstGeom>
          <a:ln w="9525">
            <a:solidFill>
              <a:schemeClr val="accent1"/>
            </a:solidFill>
          </a:ln>
        </p:spPr>
        <p:txBody>
          <a:bodyPr lIns="72000" tIns="72000" rIns="72000" bIns="72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コンテンツを挿入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77B978D-7FB4-D43F-C1B8-0C1F5B400C37}"/>
              </a:ext>
            </a:extLst>
          </p:cNvPr>
          <p:cNvSpPr txBox="1"/>
          <p:nvPr userDrawn="1"/>
        </p:nvSpPr>
        <p:spPr>
          <a:xfrm>
            <a:off x="11252200" y="6632739"/>
            <a:ext cx="604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kumimoji="1" sz="1000" b="0" i="0">
                <a:solidFill>
                  <a:schemeClr val="bg1"/>
                </a:solidFill>
                <a:latin typeface="Instrument Sans" pitchFamily="2" charset="0"/>
                <a:ea typeface="Noto Sans CJK JP DemiLight" panose="020B0400000000000000" pitchFamily="34" charset="-128"/>
                <a:cs typeface="Arial" panose="020B0604020202020204" pitchFamily="34" charset="0"/>
              </a:defRPr>
            </a:lvl1pPr>
          </a:lstStyle>
          <a:p>
            <a:pPr lvl="0" algn="r"/>
            <a:fld id="{65D73A1D-72BD-42DA-8C20-B8588A52123D}" type="slidenum">
              <a:rPr lang="ja-JP" altLang="en-US" sz="1400" b="1" smtClean="0">
                <a:sym typeface="Meiryo UI" panose="020B0604030504040204" pitchFamily="50" charset="-128"/>
              </a:rPr>
              <a:pPr lvl="0" algn="r"/>
              <a:t>‹#›</a:t>
            </a:fld>
            <a:endParaRPr lang="en-US" sz="1400" b="1">
              <a:sym typeface="Meiryo UI" panose="020B0604030504040204" pitchFamily="50" charset="-128"/>
            </a:endParaRPr>
          </a:p>
        </p:txBody>
      </p:sp>
      <p:pic>
        <p:nvPicPr>
          <p:cNvPr id="11" name="図 10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E255AB74-F325-315D-2C59-2933D4D208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2" t="33010" r="24634" b="32945"/>
          <a:stretch>
            <a:fillRect/>
          </a:stretch>
        </p:blipFill>
        <p:spPr>
          <a:xfrm>
            <a:off x="10980739" y="55397"/>
            <a:ext cx="876298" cy="42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332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408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475C76F-E2A7-46A0-CB41-5B2433E32C4A}"/>
              </a:ext>
            </a:extLst>
          </p:cNvPr>
          <p:cNvSpPr/>
          <p:nvPr userDrawn="1"/>
        </p:nvSpPr>
        <p:spPr>
          <a:xfrm>
            <a:off x="0" y="6669088"/>
            <a:ext cx="12192000" cy="1889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EA39A43-69F0-A372-C573-022C616B5D5D}"/>
              </a:ext>
            </a:extLst>
          </p:cNvPr>
          <p:cNvSpPr txBox="1"/>
          <p:nvPr userDrawn="1"/>
        </p:nvSpPr>
        <p:spPr>
          <a:xfrm>
            <a:off x="11252200" y="6632739"/>
            <a:ext cx="604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kumimoji="1" sz="1000" b="0" i="0">
                <a:solidFill>
                  <a:schemeClr val="bg1"/>
                </a:solidFill>
                <a:latin typeface="Instrument Sans" pitchFamily="2" charset="0"/>
                <a:ea typeface="Noto Sans CJK JP DemiLight" panose="020B0400000000000000" pitchFamily="34" charset="-128"/>
                <a:cs typeface="Arial" panose="020B0604020202020204" pitchFamily="34" charset="0"/>
              </a:defRPr>
            </a:lvl1pPr>
          </a:lstStyle>
          <a:p>
            <a:pPr lvl="0" algn="r"/>
            <a:fld id="{65D73A1D-72BD-42DA-8C20-B8588A52123D}" type="slidenum">
              <a:rPr lang="ja-JP" altLang="en-US" sz="1400" b="1" smtClean="0">
                <a:sym typeface="Meiryo UI" panose="020B0604030504040204" pitchFamily="50" charset="-128"/>
              </a:rPr>
              <a:pPr lvl="0" algn="r"/>
              <a:t>‹#›</a:t>
            </a:fld>
            <a:endParaRPr lang="en-US" sz="1400" b="1">
              <a:sym typeface="Meiryo UI" panose="020B0604030504040204" pitchFamily="50" charset="-128"/>
            </a:endParaRPr>
          </a:p>
        </p:txBody>
      </p:sp>
      <p:pic>
        <p:nvPicPr>
          <p:cNvPr id="6" name="図 5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ECB541F0-80B3-F989-0FD0-E2B41E30FC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2" t="33010" r="24634" b="32945"/>
          <a:stretch>
            <a:fillRect/>
          </a:stretch>
        </p:blipFill>
        <p:spPr>
          <a:xfrm>
            <a:off x="4012707" y="2263805"/>
            <a:ext cx="4811698" cy="233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604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orient="horz" pos="34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567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0" r:id="rId2"/>
    <p:sldLayoutId id="2147483661" r:id="rId3"/>
    <p:sldLayoutId id="2147483649" r:id="rId4"/>
    <p:sldLayoutId id="2147483669" r:id="rId5"/>
    <p:sldLayoutId id="2147483672" r:id="rId6"/>
    <p:sldLayoutId id="2147483673" r:id="rId7"/>
    <p:sldLayoutId id="2147483674" r:id="rId8"/>
    <p:sldLayoutId id="214748367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customXml" Target="../ink/ink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C0F90-5D8A-19E3-A1AB-E07D7300A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503155-2ADC-2330-1518-9DA118DCB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2nd STAGE </a:t>
            </a:r>
            <a:r>
              <a:rPr lang="ja-JP" altLang="en-US"/>
              <a:t>取組テーマ</a:t>
            </a:r>
            <a:r>
              <a:rPr lang="en-US" altLang="ja-JP"/>
              <a:t>-</a:t>
            </a:r>
            <a:r>
              <a:rPr lang="ja-JP" altLang="en-US"/>
              <a:t>最終年へ向けて</a:t>
            </a:r>
            <a:r>
              <a:rPr lang="en-US" altLang="ja-JP"/>
              <a:t>-</a:t>
            </a:r>
            <a:r>
              <a:rPr lang="ja-JP" altLang="en-US"/>
              <a:t>　</a:t>
            </a: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C44F026A-DD05-9390-99C6-EA5A232B7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557543"/>
              </p:ext>
            </p:extLst>
          </p:nvPr>
        </p:nvGraphicFramePr>
        <p:xfrm>
          <a:off x="360640" y="1320801"/>
          <a:ext cx="11560215" cy="51826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8287">
                  <a:extLst>
                    <a:ext uri="{9D8B030D-6E8A-4147-A177-3AD203B41FA5}">
                      <a16:colId xmlns:a16="http://schemas.microsoft.com/office/drawing/2014/main" val="457018421"/>
                    </a:ext>
                  </a:extLst>
                </a:gridCol>
                <a:gridCol w="2720893">
                  <a:extLst>
                    <a:ext uri="{9D8B030D-6E8A-4147-A177-3AD203B41FA5}">
                      <a16:colId xmlns:a16="http://schemas.microsoft.com/office/drawing/2014/main" val="3888099084"/>
                    </a:ext>
                  </a:extLst>
                </a:gridCol>
                <a:gridCol w="5153275">
                  <a:extLst>
                    <a:ext uri="{9D8B030D-6E8A-4147-A177-3AD203B41FA5}">
                      <a16:colId xmlns:a16="http://schemas.microsoft.com/office/drawing/2014/main" val="580871144"/>
                    </a:ext>
                  </a:extLst>
                </a:gridCol>
                <a:gridCol w="3277760">
                  <a:extLst>
                    <a:ext uri="{9D8B030D-6E8A-4147-A177-3AD203B41FA5}">
                      <a16:colId xmlns:a16="http://schemas.microsoft.com/office/drawing/2014/main" val="2757556348"/>
                    </a:ext>
                  </a:extLst>
                </a:gridCol>
              </a:tblGrid>
              <a:tr h="565362">
                <a:tc>
                  <a:txBody>
                    <a:bodyPr/>
                    <a:lstStyle/>
                    <a:p>
                      <a:r>
                        <a:rPr kumimoji="1" lang="ja-JP" altLang="en-US" sz="1600" b="1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＃</a:t>
                      </a:r>
                      <a:endParaRPr kumimoji="1" lang="en-US" altLang="ja-JP" sz="1600" b="1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600" b="1" dirty="0">
                          <a:solidFill>
                            <a:srgbClr val="FFFF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テーマ名：ＸＸＸＸ</a:t>
                      </a:r>
                      <a:endParaRPr kumimoji="1" lang="en-US" altLang="ja-JP" sz="1600" b="1" dirty="0">
                        <a:solidFill>
                          <a:srgbClr val="FFFF0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b="1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担当：</a:t>
                      </a:r>
                      <a:endParaRPr kumimoji="1" lang="en-US" altLang="ja-JP" sz="1600" b="1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r>
                        <a:rPr kumimoji="1" lang="en-US" altLang="ja-JP" sz="1600" b="1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XXX</a:t>
                      </a:r>
                      <a:r>
                        <a:rPr kumimoji="1" lang="ja-JP" altLang="en-US" sz="1600" b="1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執行役員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63412"/>
                  </a:ext>
                </a:extLst>
              </a:tr>
              <a:tr h="115088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1</a:t>
                      </a:r>
                      <a:endParaRPr kumimoji="1" lang="ja-JP" altLang="en-US" sz="140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中計策定時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ctr"/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社内外に開示したこと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社内：</a:t>
                      </a: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社外：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707621"/>
                  </a:ext>
                </a:extLst>
              </a:tr>
              <a:tr h="115088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</a:t>
                      </a:r>
                      <a:endParaRPr kumimoji="1" lang="ja-JP" altLang="en-US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中計最終年終了後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（</a:t>
                      </a:r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28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年２月）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社内外に示す成果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＊ライオン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の“企業価値が高まった”“実行力がある”と言われるために、</a:t>
                      </a: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2nd STAGE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の成果・課題として、示したいこと</a:t>
                      </a: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649414"/>
                  </a:ext>
                </a:extLst>
              </a:tr>
              <a:tr h="115088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３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２</a:t>
                      </a:r>
                      <a:r>
                        <a:rPr kumimoji="1" lang="en-US" altLang="ja-JP" sz="14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nd</a:t>
                      </a:r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 STAGE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残期間で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ctr"/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取り組む、具体的施策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*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上記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実現のために、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26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年下期～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27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年にかけて取り組む具体的な施策をご記載ください</a:t>
                      </a: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340570"/>
                  </a:ext>
                </a:extLst>
              </a:tr>
              <a:tr h="115088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企業価値への影響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＊３を実現すると、なぜ、当社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の企業価値向上につながるのか？</a:t>
                      </a: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931261"/>
                  </a:ext>
                </a:extLst>
              </a:tr>
            </a:tbl>
          </a:graphicData>
        </a:graphic>
      </p:graphicFrame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A487B9A-ACA2-441A-928F-A4E8DBA40F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4963" y="622517"/>
            <a:ext cx="11522074" cy="582939"/>
          </a:xfrm>
        </p:spPr>
        <p:txBody>
          <a:bodyPr/>
          <a:lstStyle/>
          <a:p>
            <a:r>
              <a:rPr kumimoji="1" lang="en-US" altLang="ja-JP" dirty="0"/>
              <a:t>8/</a:t>
            </a:r>
            <a:r>
              <a:rPr kumimoji="1" lang="ja-JP" altLang="en-US" dirty="0"/>
              <a:t>月執行役員会で各テーマごとの目指す成果、そのための</a:t>
            </a:r>
            <a:r>
              <a:rPr kumimoji="1" lang="en-US" altLang="ja-JP" dirty="0"/>
              <a:t>2nd</a:t>
            </a:r>
            <a:r>
              <a:rPr kumimoji="1" lang="ja-JP" altLang="en-US" dirty="0"/>
              <a:t>残期間における具体施策を協議</a:t>
            </a:r>
            <a:endParaRPr kumimoji="1" lang="en-US" altLang="ja-JP" dirty="0"/>
          </a:p>
          <a:p>
            <a:r>
              <a:rPr kumimoji="1" lang="en-US" altLang="ja-JP" dirty="0"/>
              <a:t>8</a:t>
            </a:r>
            <a:r>
              <a:rPr kumimoji="1" lang="ja-JP" altLang="en-US" dirty="0"/>
              <a:t>月以降は、各月主要テーマを事務局がピックアップし、進捗をご報告頂く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3EF97A9-94E5-DEC0-19D3-95795A77EA8E}"/>
              </a:ext>
            </a:extLst>
          </p:cNvPr>
          <p:cNvSpPr/>
          <p:nvPr/>
        </p:nvSpPr>
        <p:spPr>
          <a:xfrm>
            <a:off x="6776356" y="97298"/>
            <a:ext cx="4074205" cy="38834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フォーマット（変更可）</a:t>
            </a:r>
            <a:endParaRPr lang="en-US" altLang="ja-JP" sz="1600" b="1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32505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C0F90-5D8A-19E3-A1AB-E07D7300A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503155-2ADC-2330-1518-9DA118DCB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2nd STAGE </a:t>
            </a:r>
            <a:r>
              <a:rPr lang="ja-JP" altLang="en-US"/>
              <a:t>取組テーマ</a:t>
            </a:r>
            <a:r>
              <a:rPr lang="en-US" altLang="ja-JP"/>
              <a:t>-</a:t>
            </a:r>
            <a:r>
              <a:rPr lang="ja-JP" altLang="en-US"/>
              <a:t>最終年へ向けて</a:t>
            </a:r>
            <a:r>
              <a:rPr lang="en-US" altLang="ja-JP"/>
              <a:t>-</a:t>
            </a:r>
            <a:r>
              <a:rPr lang="ja-JP" altLang="en-US"/>
              <a:t>　</a:t>
            </a: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C44F026A-DD05-9390-99C6-EA5A232B7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993998"/>
              </p:ext>
            </p:extLst>
          </p:nvPr>
        </p:nvGraphicFramePr>
        <p:xfrm>
          <a:off x="315892" y="739849"/>
          <a:ext cx="11560215" cy="57863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8287">
                  <a:extLst>
                    <a:ext uri="{9D8B030D-6E8A-4147-A177-3AD203B41FA5}">
                      <a16:colId xmlns:a16="http://schemas.microsoft.com/office/drawing/2014/main" val="457018421"/>
                    </a:ext>
                  </a:extLst>
                </a:gridCol>
                <a:gridCol w="2720893">
                  <a:extLst>
                    <a:ext uri="{9D8B030D-6E8A-4147-A177-3AD203B41FA5}">
                      <a16:colId xmlns:a16="http://schemas.microsoft.com/office/drawing/2014/main" val="3888099084"/>
                    </a:ext>
                  </a:extLst>
                </a:gridCol>
                <a:gridCol w="5153275">
                  <a:extLst>
                    <a:ext uri="{9D8B030D-6E8A-4147-A177-3AD203B41FA5}">
                      <a16:colId xmlns:a16="http://schemas.microsoft.com/office/drawing/2014/main" val="580871144"/>
                    </a:ext>
                  </a:extLst>
                </a:gridCol>
                <a:gridCol w="3277760">
                  <a:extLst>
                    <a:ext uri="{9D8B030D-6E8A-4147-A177-3AD203B41FA5}">
                      <a16:colId xmlns:a16="http://schemas.microsoft.com/office/drawing/2014/main" val="2757556348"/>
                    </a:ext>
                  </a:extLst>
                </a:gridCol>
              </a:tblGrid>
              <a:tr h="526830">
                <a:tc>
                  <a:txBody>
                    <a:bodyPr/>
                    <a:lstStyle/>
                    <a:p>
                      <a:r>
                        <a:rPr kumimoji="1" lang="ja-JP" altLang="en-US" sz="1600" b="1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＃</a:t>
                      </a:r>
                      <a:endParaRPr kumimoji="1" lang="en-US" altLang="ja-JP" sz="1600" b="1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600" b="1" dirty="0">
                          <a:solidFill>
                            <a:srgbClr val="FFFF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テーマ名：</a:t>
                      </a:r>
                      <a:r>
                        <a:rPr kumimoji="1" lang="en-US" altLang="ja-JP" sz="1600" b="1" dirty="0">
                          <a:solidFill>
                            <a:srgbClr val="FFFF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M&amp;A</a:t>
                      </a:r>
                      <a:r>
                        <a:rPr kumimoji="1" lang="ja-JP" altLang="en-US" sz="1600" b="1" dirty="0">
                          <a:solidFill>
                            <a:srgbClr val="FFFF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実現による利益成長・シナジーの獲得</a:t>
                      </a:r>
                      <a:endParaRPr kumimoji="1" lang="en-US" altLang="ja-JP" sz="1600" b="1" dirty="0">
                        <a:solidFill>
                          <a:srgbClr val="FFFF0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b="1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担当：　新井 執行役員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63412"/>
                  </a:ext>
                </a:extLst>
              </a:tr>
              <a:tr h="10724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1</a:t>
                      </a:r>
                      <a:endParaRPr kumimoji="1" lang="ja-JP" altLang="en-US" sz="140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中計策定時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ctr"/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社内外に開示したこと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社内：　①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新規３カ国（インド、オーストラリア、トルコ）の探索</a:t>
                      </a:r>
                      <a:r>
                        <a:rPr kumimoji="1" lang="ja-JP" altLang="en-US" sz="16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開始</a:t>
                      </a:r>
                      <a:b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</a:b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　　　　  ②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ベトナムの連結化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検討</a:t>
                      </a: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社外：　（成長投資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900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億円の活用の１つの方法として） 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海外事業のエリア拡大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707621"/>
                  </a:ext>
                </a:extLst>
              </a:tr>
              <a:tr h="200568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</a:t>
                      </a:r>
                      <a:endParaRPr kumimoji="1" lang="ja-JP" altLang="en-US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中計最終年終了後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（</a:t>
                      </a:r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28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年２月）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社内外に示す成果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◇当初の計画通り、海外事業におけるエリアの拡大を図れることができた（＋３カ国）</a:t>
                      </a:r>
                      <a:endParaRPr kumimoji="1" lang="en-US" altLang="ja-JP" sz="1600" dirty="0">
                        <a:solidFill>
                          <a:srgbClr val="00B0F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◇３</a:t>
                      </a:r>
                      <a:r>
                        <a:rPr kumimoji="1" lang="en-US" altLang="ja-JP" sz="1600" dirty="0" err="1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rd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ステージでは「エリア拡大ではなく、既存国での</a:t>
                      </a:r>
                      <a:r>
                        <a:rPr kumimoji="1" lang="en-US" altLang="ja-JP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OHC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強化の</a:t>
                      </a:r>
                      <a:r>
                        <a:rPr kumimoji="1" lang="en-US" altLang="ja-JP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M&amp;A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を積極的に探索し、事業ポートフォリオの強化を図る（＝</a:t>
                      </a:r>
                      <a:r>
                        <a:rPr kumimoji="1" lang="en-US" altLang="ja-JP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OHC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強化）」する</a:t>
                      </a:r>
                      <a:endParaRPr kumimoji="1" lang="en-US" altLang="ja-JP" sz="1600" dirty="0">
                        <a:solidFill>
                          <a:srgbClr val="00B0F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600" dirty="0">
                        <a:solidFill>
                          <a:srgbClr val="00B0F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＜成果＞</a:t>
                      </a:r>
                      <a:endParaRPr kumimoji="1" lang="en-US" altLang="ja-JP" sz="16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・（高収益＆チャレンジ事業分野としての） 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ベトナム事業の連結化の実行（〇）</a:t>
                      </a:r>
                      <a:endParaRPr kumimoji="1" lang="en-US" altLang="ja-JP" sz="1600" dirty="0">
                        <a:solidFill>
                          <a:srgbClr val="00B0F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・（高収益＆チャレンジ事業分野としての） 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オーストラリア事業の</a:t>
                      </a:r>
                      <a:r>
                        <a:rPr kumimoji="1" lang="en-US" altLang="ja-JP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M&amp;A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実行（〇）</a:t>
                      </a:r>
                      <a:endParaRPr kumimoji="1" lang="en-US" altLang="ja-JP" sz="1600" dirty="0">
                        <a:solidFill>
                          <a:srgbClr val="00B0F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・（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M&amp;A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検討は見送ったものの）独資での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インドでの事業開始（〇）</a:t>
                      </a:r>
                      <a:endParaRPr kumimoji="1" lang="en-US" altLang="ja-JP" sz="1600" dirty="0">
                        <a:solidFill>
                          <a:srgbClr val="00B0F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649414"/>
                  </a:ext>
                </a:extLst>
              </a:tr>
              <a:tr h="107244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３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２</a:t>
                      </a:r>
                      <a:r>
                        <a:rPr kumimoji="1" lang="en-US" altLang="ja-JP" sz="14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nd</a:t>
                      </a:r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 STAGE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残期間で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ctr"/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取り組む、具体的施策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・エリアの拡大はできたが、残り１年半で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一層のグループシナジーの創出</a:t>
                      </a: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※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具体例：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オーストラリア、ベトナム、インドでの「</a:t>
                      </a:r>
                      <a:r>
                        <a:rPr kumimoji="1" lang="en-US" altLang="ja-JP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OHC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事業」の開始</a:t>
                      </a:r>
                      <a:endParaRPr kumimoji="1" lang="en-US" altLang="ja-JP" sz="1600" dirty="0">
                        <a:solidFill>
                          <a:srgbClr val="00B0F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340570"/>
                  </a:ext>
                </a:extLst>
              </a:tr>
              <a:tr h="10724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企業価値向上への影響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・事業ポートフォリオの強化の具体化（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OHC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重視）　・・・経営戦略の方向性と合致性</a:t>
                      </a: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・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M&amp;A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によるシナジー創出＆投資回収の蓋然性向上・・・将来の減損リスクの低下</a:t>
                      </a: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931261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インク 8">
                <a:extLst>
                  <a:ext uri="{FF2B5EF4-FFF2-40B4-BE49-F238E27FC236}">
                    <a16:creationId xmlns:a16="http://schemas.microsoft.com/office/drawing/2014/main" id="{A3240C6D-2C9B-533E-11B5-48D96FCC121C}"/>
                  </a:ext>
                </a:extLst>
              </p14:cNvPr>
              <p14:cNvContentPartPr/>
              <p14:nvPr/>
            </p14:nvContentPartPr>
            <p14:xfrm>
              <a:off x="2135896" y="2037858"/>
              <a:ext cx="360" cy="360"/>
            </p14:xfrm>
          </p:contentPart>
        </mc:Choice>
        <mc:Fallback xmlns="">
          <p:pic>
            <p:nvPicPr>
              <p:cNvPr id="9" name="インク 8">
                <a:extLst>
                  <a:ext uri="{FF2B5EF4-FFF2-40B4-BE49-F238E27FC236}">
                    <a16:creationId xmlns:a16="http://schemas.microsoft.com/office/drawing/2014/main" id="{A3240C6D-2C9B-533E-11B5-48D96FCC12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29776" y="203173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8124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C0F90-5D8A-19E3-A1AB-E07D7300A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503155-2ADC-2330-1518-9DA118DCB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2nd STAGE </a:t>
            </a:r>
            <a:r>
              <a:rPr lang="ja-JP" altLang="en-US"/>
              <a:t>取組テーマ</a:t>
            </a:r>
            <a:r>
              <a:rPr lang="en-US" altLang="ja-JP"/>
              <a:t>-</a:t>
            </a:r>
            <a:r>
              <a:rPr lang="ja-JP" altLang="en-US"/>
              <a:t>最終年へ向けて</a:t>
            </a:r>
            <a:r>
              <a:rPr lang="en-US" altLang="ja-JP"/>
              <a:t>-</a:t>
            </a:r>
            <a:r>
              <a:rPr lang="ja-JP" altLang="en-US"/>
              <a:t>　</a:t>
            </a: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C44F026A-DD05-9390-99C6-EA5A232B7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993998"/>
              </p:ext>
            </p:extLst>
          </p:nvPr>
        </p:nvGraphicFramePr>
        <p:xfrm>
          <a:off x="315892" y="739849"/>
          <a:ext cx="11560215" cy="57863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8287">
                  <a:extLst>
                    <a:ext uri="{9D8B030D-6E8A-4147-A177-3AD203B41FA5}">
                      <a16:colId xmlns:a16="http://schemas.microsoft.com/office/drawing/2014/main" val="457018421"/>
                    </a:ext>
                  </a:extLst>
                </a:gridCol>
                <a:gridCol w="2720893">
                  <a:extLst>
                    <a:ext uri="{9D8B030D-6E8A-4147-A177-3AD203B41FA5}">
                      <a16:colId xmlns:a16="http://schemas.microsoft.com/office/drawing/2014/main" val="3888099084"/>
                    </a:ext>
                  </a:extLst>
                </a:gridCol>
                <a:gridCol w="5153275">
                  <a:extLst>
                    <a:ext uri="{9D8B030D-6E8A-4147-A177-3AD203B41FA5}">
                      <a16:colId xmlns:a16="http://schemas.microsoft.com/office/drawing/2014/main" val="580871144"/>
                    </a:ext>
                  </a:extLst>
                </a:gridCol>
                <a:gridCol w="3277760">
                  <a:extLst>
                    <a:ext uri="{9D8B030D-6E8A-4147-A177-3AD203B41FA5}">
                      <a16:colId xmlns:a16="http://schemas.microsoft.com/office/drawing/2014/main" val="2757556348"/>
                    </a:ext>
                  </a:extLst>
                </a:gridCol>
              </a:tblGrid>
              <a:tr h="526830">
                <a:tc>
                  <a:txBody>
                    <a:bodyPr/>
                    <a:lstStyle/>
                    <a:p>
                      <a:r>
                        <a:rPr kumimoji="1" lang="ja-JP" altLang="en-US" sz="1600" b="1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＃</a:t>
                      </a:r>
                      <a:endParaRPr kumimoji="1" lang="en-US" altLang="ja-JP" sz="1600" b="1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600" b="1" dirty="0">
                          <a:solidFill>
                            <a:srgbClr val="FFFF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テーマ名：DXによる経営課題の早期把握、戦略実現度向上</a:t>
                      </a:r>
                      <a:endParaRPr kumimoji="1" lang="ja-JP" altLang="en-US" sz="1600" b="1" dirty="0">
                        <a:solidFill>
                          <a:srgbClr val="FFFF0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b="1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担当：　中林 執行役員</a:t>
                      </a:r>
                      <a:endParaRPr kumimoji="1" lang="ja-JP" altLang="en-US" sz="1600" b="1" dirty="0">
                        <a:solidFill>
                          <a:schemeClr val="bg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63412"/>
                  </a:ext>
                </a:extLst>
              </a:tr>
              <a:tr h="10724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1</a:t>
                      </a:r>
                      <a:endParaRPr kumimoji="1" lang="ja-JP" altLang="en-US" sz="140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中計策定時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ctr"/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社内外に開示したこと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社内：　①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データ一元化による連結経営数値把握サイクルの短縮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　　　　  ②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売上・利益等の未来予測機能の実装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による計画未達の未然防止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社外：　（経営基盤変革の柱として） 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ROIC/EBITDAを軸とした経営管理の高度化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707621"/>
                  </a:ext>
                </a:extLst>
              </a:tr>
              <a:tr h="200568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</a:t>
                      </a:r>
                      <a:endParaRPr kumimoji="1" lang="ja-JP" altLang="en-US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中計最終年終了後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（</a:t>
                      </a:r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28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年２月）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社内外に示す成果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◇経営指標の「視える化」を計画通り完遂し、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後行管理から先行管理への転換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を開始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◇３rdステージは「視える化の拡大ではなく、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AI予見力による意思決定の最適化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」へ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＜成果＞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・（視える化） 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25年10月 経営ダッシュボード稼働：実績把握を2週間前倒し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（〇）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・（見通しの客観化） 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26年1月 AI着地予測を実装：現場見通しの客観チェック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（〇）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・（意思決定の最適化） 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海外データ自動連携と先行管理型の経営執行の定着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649414"/>
                  </a:ext>
                </a:extLst>
              </a:tr>
              <a:tr h="107244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３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２</a:t>
                      </a:r>
                      <a:r>
                        <a:rPr kumimoji="1" lang="en-US" altLang="ja-JP" sz="1400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nd</a:t>
                      </a:r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 STAGE</a:t>
                      </a:r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残期間で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ctr"/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取り組む、具体的施策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・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ドライバーベースの動的シミュレーション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（為替・原価変動→連結P/L影響の先読み）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・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AI着地予測の海外展開（QDL先行）と代替策ダッシュボード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（下振れアラート）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・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本社・現地のKGI/KPI整合と「計画と着地予測の分離」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で報告遅延を排除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※指標オペレーションコストを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46%効率化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し、分析・意思決定へ労力をシフト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340570"/>
                  </a:ext>
                </a:extLst>
              </a:tr>
              <a:tr h="107244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企業価値向上への影響</a:t>
                      </a:r>
                      <a:endParaRPr kumimoji="1" lang="en-US" altLang="ja-JP" sz="1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・外部ショックの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事前検知と先手の資源再配置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　・・・業績下振れサプライズの排除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・楽観を排した</a:t>
                      </a:r>
                      <a:r>
                        <a:rPr kumimoji="1" lang="ja-JP" altLang="en-US" sz="1600" dirty="0">
                          <a:solidFill>
                            <a:srgbClr val="00B0F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データドリブン経営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　・・・中計コミット達成の蓋然性向上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931261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インク 8">
                <a:extLst>
                  <a:ext uri="{FF2B5EF4-FFF2-40B4-BE49-F238E27FC236}">
                    <a16:creationId xmlns:a16="http://schemas.microsoft.com/office/drawing/2014/main" id="{A3240C6D-2C9B-533E-11B5-48D96FCC121C}"/>
                  </a:ext>
                </a:extLst>
              </p14:cNvPr>
              <p14:cNvContentPartPr/>
              <p14:nvPr/>
            </p14:nvContentPartPr>
            <p14:xfrm>
              <a:off x="2135896" y="2037858"/>
              <a:ext cx="360" cy="360"/>
            </p14:xfrm>
          </p:contentPart>
        </mc:Choice>
        <mc:Fallback xmlns="">
          <p:pic>
            <p:nvPicPr>
              <p:cNvPr id="9" name="インク 8">
                <a:extLst>
                  <a:ext uri="{FF2B5EF4-FFF2-40B4-BE49-F238E27FC236}">
                    <a16:creationId xmlns:a16="http://schemas.microsoft.com/office/drawing/2014/main" id="{A3240C6D-2C9B-533E-11B5-48D96FCC12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29776" y="203173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8124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緑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 kumimoji="1" dirty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04B017D7E9A0B4C8D274009AD33C46B" ma:contentTypeVersion="7" ma:contentTypeDescription="新しいドキュメントを作成します。" ma:contentTypeScope="" ma:versionID="5b25fc77de33a9400ce71dfe0a3444c9">
  <xsd:schema xmlns:xsd="http://www.w3.org/2001/XMLSchema" xmlns:xs="http://www.w3.org/2001/XMLSchema" xmlns:p="http://schemas.microsoft.com/office/2006/metadata/properties" xmlns:ns2="b9328bb0-a50d-408e-9e31-70892dba6256" targetNamespace="http://schemas.microsoft.com/office/2006/metadata/properties" ma:root="true" ma:fieldsID="fe17dea4b0d2327cefb694a11bc1208b" ns2:_="">
    <xsd:import namespace="b9328bb0-a50d-408e-9e31-70892dba62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328bb0-a50d-408e-9e31-70892dba62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F48187-9DBF-42FD-A7D2-7DD3BEECA3E5}">
  <ds:schemaRefs>
    <ds:schemaRef ds:uri="b9328bb0-a50d-408e-9e31-70892dba625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66560C1-664D-4C1B-A2F1-8782793F801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7D382F-F41D-4AC7-84A3-509C8CC6D1AC}">
  <ds:schemaRefs>
    <ds:schemaRef ds:uri="b9328bb0-a50d-408e-9e31-70892dba625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505</Words>
  <Application>Microsoft Office PowerPoint</Application>
  <PresentationFormat>ワイド画面</PresentationFormat>
  <Paragraphs>57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BIZ UDPゴシック</vt:lpstr>
      <vt:lpstr>Meiryo UI</vt:lpstr>
      <vt:lpstr>游ゴシック</vt:lpstr>
      <vt:lpstr>Arial</vt:lpstr>
      <vt:lpstr>Office テーマ</vt:lpstr>
      <vt:lpstr>2nd STAGE 取組テーマ-最終年へ向けて-　</vt:lpstr>
      <vt:lpstr>2nd STAGE 取組テーマ-最終年へ向けて-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花井　将臣</dc:creator>
  <cp:lastModifiedBy>菊池　智裕</cp:lastModifiedBy>
  <cp:revision>6</cp:revision>
  <cp:lastPrinted>2026-06-12T04:20:41Z</cp:lastPrinted>
  <dcterms:created xsi:type="dcterms:W3CDTF">2025-12-30T12:22:58Z</dcterms:created>
  <dcterms:modified xsi:type="dcterms:W3CDTF">2026-07-26T13:40:09Z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0x010100704B017D7E9A0B4C8D274009AD33C46B</vt:lpwstr>
  </property>
</Properties>
</file>
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役割定義：As-Is／To-Be 対比（機能別）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</a:t>
            </a:r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同じ9機能を同じ物差しで比較 — 機能は無くならず「誰が・どう担うか」が変わる。As-Isで社員が肩代わりしていた機能（</a:t>
            </a:r>
            <a:pPr indent="0" marL="0">
              <a:buNone/>
            </a:pPr>
            <a:r>
              <a:rPr lang="en-US" sz="125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橙</a:t>
            </a:r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）はTo-Beですべて解消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1127455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480560"/>
                <a:gridCol w="4325112"/>
              </a:tblGrid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機能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As-Is（現行：誰が・どう担っているか）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To-Be（目指す姿：誰が・どう変わるか）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2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IT戦略・投資判断・需要管理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【デジ戦部】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担うが、運用実務に忙殺され十分な時間を割けない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【デジ戦部】</a:t>
                      </a:r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専任化。LEBへの目標設定（Q/C/D）で全体を駆動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ベンダ管理・折衝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【デジ戦社員】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個人の経験・関係性で個別管理（SLA無し）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56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（社員が肩代わり）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953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【LEB】</a:t>
                      </a:r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SIAM運営主体として横串管理。SLA/KPI契約で統制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品質検収・請求査定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8888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【仕組みなし】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社員が成果物の補完・手戻り対応で穴埋め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56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（社員が肩代わり）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953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【LEB】</a:t>
                      </a:r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検収基準・未達クレジットで品質を契約的に担保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問い合わせ一次対応・窓口（L1）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【デジ戦社員】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社員がL1窓口を兼務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56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（社員が肩代わり）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【NTTD L1】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サービスデスクへ一元化（24時間365日）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監視・運用オペレーション（L1）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8888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【委託先A〜D社＋社員】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分散実施・品質ばらつき・一部は社員が実施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56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（社員が肩代わり）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【NTTD L1】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手順化のうえ集約。AI/RPAで段階的に自動化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調査・定型SE作業（L2）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8888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【委託先各社】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安価優先の選定で品質が低く、社員が指示・督促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56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（社員が肩代わり）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【NTTD L2】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SLAで応答時間・品質を担保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障害対応・非定型作業（L3）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8888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【委託先＋シニア社員】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属人対応。復旧は個人の稼働に依存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56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（社員が肩代わり）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【NTTD L3＋残置ベンダ】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手順化・複数名対応。重大障害も組織対応へ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端末管理等（LEBの現行業務）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953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【LEB】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実行部隊として従事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【NTTDへ移管】</a:t>
                      </a:r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LEBは「実行」から「統制」へ役割転換・高度化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ドキュメント・ナレッジ管理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8888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【ベンダ・個人ごと】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分散・未文書化が残存し、退職で消失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953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【LEB＋当社】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手順書IPは当社帰属。引き継ぎ試験で属人化を判定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006B2B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60533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9機能のうち社員の肩代わりが発生していた6機能はすべてLEB・NTTDへ移り、社員は戦略機能に専念 — 全機能が契約とSLAで統制される状態へ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2026-08-23T12:15:29Z</dcterms:created>
  <dcterms:modified xsi:type="dcterms:W3CDTF">2026-08-23T12:15:29Z</dcterms:modified>
</cp:coreProperties>
</file>
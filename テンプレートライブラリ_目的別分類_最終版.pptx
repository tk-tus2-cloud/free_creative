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5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6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1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17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18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0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2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26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30.xml" ContentType="application/vnd.openxmlformats-officedocument.presentationml.notesSlid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31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notesSlides/notesSlide32.xml" ContentType="application/vnd.openxmlformats-officedocument.presentationml.notesSlide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charts/chart17.xml" ContentType="application/vnd.openxmlformats-officedocument.drawingml.chart+xml"/>
  <Override PartName="/ppt/theme/themeOverride1.xml" ContentType="application/vnd.openxmlformats-officedocument.themeOverrid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4.xml" ContentType="application/vnd.openxmlformats-officedocument.drawingml.chartshapes+xml"/>
  <Override PartName="/ppt/charts/chart22.xml" ContentType="application/vnd.openxmlformats-officedocument.drawingml.chart+xml"/>
  <Override PartName="/ppt/notesSlides/notesSlide49.xml" ContentType="application/vnd.openxmlformats-officedocument.presentationml.notesSlide+xml"/>
  <Override PartName="/ppt/charts/chart23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54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charts/chart27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notesSlides/notesSlide70.xml" ContentType="application/vnd.openxmlformats-officedocument.presentationml.notesSlide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71.xml" ContentType="application/vnd.openxmlformats-officedocument.presentationml.notesSlide+xml"/>
  <Override PartName="/ppt/tags/tag345.xml" ContentType="application/vnd.openxmlformats-officedocument.presentationml.tags+xml"/>
  <Override PartName="/ppt/charts/chart28.xml" ContentType="application/vnd.openxmlformats-officedocument.drawingml.chart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charts/chart29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7.xml" ContentType="application/vnd.openxmlformats-officedocument.presentationml.notesSlide+xml"/>
  <Override PartName="/ppt/charts/chart30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charts/chart31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5.xml" ContentType="application/vnd.openxmlformats-officedocument.drawingml.chartshapes+xml"/>
  <Override PartName="/ppt/notesSlides/notesSlide88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94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charts/chart3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notesSlides/notesSlide99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3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rts/chart38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9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0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06.xml" ContentType="application/vnd.openxmlformats-officedocument.presentationml.notesSlide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7.xml" ContentType="application/vnd.openxmlformats-officedocument.presentationml.notesSlide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6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7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8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108.xml" ContentType="application/vnd.openxmlformats-officedocument.presentationml.notesSlide+xml"/>
  <Override PartName="/ppt/charts/chart49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0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1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2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3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charts/chart54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ns3="http://schemas.microsoft.com/office/powerpoint/2010/main" xmlns:ns4="http://schemas.microsoft.com/office/powerpoint/2012/main" xmlns:p="http://schemas.openxmlformats.org/presentationml/2006/main" xmlns:r="http://schemas.openxmlformats.org/officeDocument/2006/relationships" saveSubsetFonts="1">
  <p:sldMasterIdLst>
    <p:sldMasterId id="2147483648" r:id="rId4"/>
  </p:sldMasterIdLst>
  <p:notesMasterIdLst>
    <p:notesMasterId r:id="rId361"/>
  </p:notesMasterIdLst>
  <p:handoutMasterIdLst>
    <p:handoutMasterId r:id="rId362"/>
  </p:handoutMasterIdLst>
  <p:sldIdLst>
    <p:sldId id="2147483186" r:id="rId5"/>
    <p:sldId id="2147483197" r:id="rId6"/>
    <p:sldId id="2147483573" r:id="rId7"/>
    <p:sldId id="2147483272" r:id="rId8"/>
    <p:sldId id="2147483195" r:id="rId9"/>
    <p:sldId id="2147483196" r:id="rId10"/>
    <p:sldId id="2147483280" r:id="rId11"/>
    <p:sldId id="2147483278" r:id="rId12"/>
    <p:sldId id="2147483266" r:id="rId13"/>
    <p:sldId id="2147483264" r:id="rId14"/>
    <p:sldId id="2147483267" r:id="rId15"/>
    <p:sldId id="2147483575" r:id="rId16"/>
    <p:sldId id="2147483325" r:id="rId17"/>
    <p:sldId id="2147483304" r:id="rId18"/>
    <p:sldId id="2147483569" r:id="rId19"/>
    <p:sldId id="2147483306" r:id="rId20"/>
    <p:sldId id="2147483566" r:id="rId21"/>
    <p:sldId id="2147483337" r:id="rId22"/>
    <p:sldId id="2147483341" r:id="rId23"/>
    <p:sldId id="2147483342" r:id="rId24"/>
    <p:sldId id="2147483343" r:id="rId25"/>
    <p:sldId id="2147483311" r:id="rId26"/>
    <p:sldId id="2147483202" r:id="rId27"/>
    <p:sldId id="2147483203" r:id="rId28"/>
    <p:sldId id="2147483210" r:id="rId29"/>
    <p:sldId id="576" r:id="rId30"/>
    <p:sldId id="2147483262" r:id="rId31"/>
    <p:sldId id="377" r:id="rId32"/>
    <p:sldId id="378" r:id="rId33"/>
    <p:sldId id="2147483556" r:id="rId34"/>
    <p:sldId id="2147483548" r:id="rId35"/>
    <p:sldId id="2147483555" r:id="rId36"/>
    <p:sldId id="2147483552" r:id="rId37"/>
    <p:sldId id="2147483545" r:id="rId38"/>
    <p:sldId id="2147483193" r:id="rId39"/>
    <p:sldId id="2147483546" r:id="rId40"/>
    <p:sldId id="2147483328" r:id="rId41"/>
    <p:sldId id="2147483399" r:id="rId42"/>
    <p:sldId id="2147483554" r:id="rId43"/>
    <p:sldId id="2147483189" r:id="rId44"/>
    <p:sldId id="2147483557" r:id="rId45"/>
    <p:sldId id="2147483222" r:id="rId46"/>
    <p:sldId id="2147483224" r:id="rId47"/>
    <p:sldId id="2147483561" r:id="rId48"/>
    <p:sldId id="2147483578" r:id="rId49"/>
    <p:sldId id="2147483223" r:id="rId50"/>
    <p:sldId id="2147483583" r:id="rId51"/>
    <p:sldId id="2147483584" r:id="rId52"/>
    <p:sldId id="2147483585" r:id="rId53"/>
    <p:sldId id="341" r:id="rId54"/>
    <p:sldId id="336" r:id="rId55"/>
    <p:sldId id="337" r:id="rId56"/>
    <p:sldId id="344" r:id="rId57"/>
    <p:sldId id="332" r:id="rId58"/>
    <p:sldId id="2147483589" r:id="rId59"/>
    <p:sldId id="2147483588" r:id="rId60"/>
    <p:sldId id="2147483592" r:id="rId61"/>
    <p:sldId id="2147483593" r:id="rId62"/>
    <p:sldId id="2147483627" r:id="rId63"/>
    <p:sldId id="2147483628" r:id="rId64"/>
    <p:sldId id="2147483629" r:id="rId65"/>
    <p:sldId id="2147483639" r:id="rId66"/>
    <p:sldId id="256" r:id="rId67"/>
    <p:sldId id="2147483644" r:id="rId68"/>
    <p:sldId id="2147483646" r:id="rId69"/>
    <p:sldId id="258" r:id="rId70"/>
    <p:sldId id="2147483631" r:id="rId71"/>
    <p:sldId id="2147483632" r:id="rId72"/>
    <p:sldId id="370" r:id="rId73"/>
    <p:sldId id="261" r:id="rId74"/>
    <p:sldId id="266" r:id="rId75"/>
    <p:sldId id="267" r:id="rId76"/>
    <p:sldId id="268" r:id="rId77"/>
    <p:sldId id="269" r:id="rId78"/>
    <p:sldId id="270" r:id="rId79"/>
    <p:sldId id="272" r:id="rId80"/>
    <p:sldId id="273" r:id="rId81"/>
    <p:sldId id="274" r:id="rId82"/>
    <p:sldId id="275" r:id="rId83"/>
    <p:sldId id="276" r:id="rId84"/>
    <p:sldId id="2147483643" r:id="rId85"/>
    <p:sldId id="277" r:id="rId86"/>
    <p:sldId id="2147483641" r:id="rId87"/>
    <p:sldId id="2147483640" r:id="rId88"/>
    <p:sldId id="280" r:id="rId89"/>
    <p:sldId id="2147483611" r:id="rId90"/>
    <p:sldId id="2147483615" r:id="rId91"/>
    <p:sldId id="2147483613" r:id="rId92"/>
    <p:sldId id="2147483616" r:id="rId93"/>
    <p:sldId id="282" r:id="rId94"/>
    <p:sldId id="283" r:id="rId95"/>
    <p:sldId id="284" r:id="rId96"/>
    <p:sldId id="294" r:id="rId97"/>
    <p:sldId id="296" r:id="rId98"/>
    <p:sldId id="297" r:id="rId99"/>
    <p:sldId id="298" r:id="rId100"/>
    <p:sldId id="299" r:id="rId101"/>
    <p:sldId id="300" r:id="rId102"/>
    <p:sldId id="301" r:id="rId103"/>
    <p:sldId id="2147483377" r:id="rId104"/>
    <p:sldId id="313" r:id="rId105"/>
    <p:sldId id="314" r:id="rId106"/>
    <p:sldId id="315" r:id="rId107"/>
    <p:sldId id="316" r:id="rId108"/>
    <p:sldId id="317" r:id="rId109"/>
    <p:sldId id="318" r:id="rId110"/>
    <p:sldId id="319" r:id="rId111"/>
    <p:sldId id="320" r:id="rId112"/>
    <p:sldId id="321" r:id="rId113"/>
    <p:sldId id="322" r:id="rId114"/>
    <p:sldId id="323" r:id="rId115"/>
    <p:sldId id="324" r:id="rId116"/>
    <p:sldId id="325" r:id="rId117"/>
    <p:sldId id="326" r:id="rId118"/>
    <p:sldId id="2147483595" r:id="rId119"/>
    <p:sldId id="328" r:id="rId120"/>
    <p:sldId id="329" r:id="rId121"/>
    <p:sldId id="2147483597" r:id="rId122"/>
    <p:sldId id="330" r:id="rId123"/>
    <p:sldId id="331" r:id="rId124"/>
    <p:sldId id="327" r:id="rId125"/>
    <p:sldId id="333" r:id="rId126"/>
    <p:sldId id="334" r:id="rId127"/>
    <p:sldId id="335" r:id="rId128"/>
    <p:sldId id="338" r:id="rId129"/>
    <p:sldId id="339" r:id="rId130"/>
    <p:sldId id="340" r:id="rId131"/>
    <p:sldId id="342" r:id="rId132"/>
    <p:sldId id="343" r:id="rId133"/>
    <p:sldId id="345" r:id="rId134"/>
    <p:sldId id="346" r:id="rId135"/>
    <p:sldId id="290" r:id="rId136"/>
    <p:sldId id="278" r:id="rId137"/>
    <p:sldId id="279" r:id="rId138"/>
    <p:sldId id="271" r:id="rId139"/>
    <p:sldId id="2147483191" r:id="rId140"/>
    <p:sldId id="281" r:id="rId141"/>
    <p:sldId id="285" r:id="rId142"/>
    <p:sldId id="286" r:id="rId143"/>
    <p:sldId id="287" r:id="rId144"/>
    <p:sldId id="288" r:id="rId145"/>
    <p:sldId id="289" r:id="rId146"/>
    <p:sldId id="291" r:id="rId147"/>
    <p:sldId id="292" r:id="rId148"/>
    <p:sldId id="293" r:id="rId149"/>
    <p:sldId id="295" r:id="rId150"/>
    <p:sldId id="2147483621" r:id="rId151"/>
    <p:sldId id="2147483622" r:id="rId152"/>
    <p:sldId id="302" r:id="rId153"/>
    <p:sldId id="303" r:id="rId154"/>
    <p:sldId id="304" r:id="rId155"/>
    <p:sldId id="305" r:id="rId156"/>
    <p:sldId id="306" r:id="rId157"/>
    <p:sldId id="307" r:id="rId158"/>
    <p:sldId id="308" r:id="rId159"/>
    <p:sldId id="309" r:id="rId160"/>
    <p:sldId id="310" r:id="rId161"/>
    <p:sldId id="311" r:id="rId162"/>
    <p:sldId id="312" r:id="rId163"/>
    <p:sldId id="347" r:id="rId164"/>
    <p:sldId id="348" r:id="rId165"/>
    <p:sldId id="349" r:id="rId166"/>
    <p:sldId id="350" r:id="rId167"/>
    <p:sldId id="351" r:id="rId168"/>
    <p:sldId id="352" r:id="rId169"/>
    <p:sldId id="353" r:id="rId170"/>
    <p:sldId id="354" r:id="rId171"/>
    <p:sldId id="355" r:id="rId172"/>
    <p:sldId id="356" r:id="rId173"/>
    <p:sldId id="357" r:id="rId174"/>
    <p:sldId id="358" r:id="rId175"/>
    <p:sldId id="359" r:id="rId176"/>
    <p:sldId id="360" r:id="rId177"/>
    <p:sldId id="361" r:id="rId178"/>
    <p:sldId id="362" r:id="rId179"/>
    <p:sldId id="363" r:id="rId180"/>
    <p:sldId id="364" r:id="rId181"/>
    <p:sldId id="365" r:id="rId182"/>
    <p:sldId id="366" r:id="rId183"/>
    <p:sldId id="367" r:id="rId184"/>
    <p:sldId id="368" r:id="rId185"/>
    <p:sldId id="369" r:id="rId186"/>
    <p:sldId id="371" r:id="rId187"/>
    <p:sldId id="372" r:id="rId188"/>
    <p:sldId id="373" r:id="rId189"/>
    <p:sldId id="374" r:id="rId190"/>
    <p:sldId id="375" r:id="rId191"/>
    <p:sldId id="376" r:id="rId192"/>
    <p:sldId id="379" r:id="rId193"/>
    <p:sldId id="380" r:id="rId194"/>
    <p:sldId id="381" r:id="rId195"/>
    <p:sldId id="382" r:id="rId196"/>
    <p:sldId id="383" r:id="rId197"/>
    <p:sldId id="384" r:id="rId198"/>
    <p:sldId id="385" r:id="rId199"/>
    <p:sldId id="386" r:id="rId200"/>
    <p:sldId id="387" r:id="rId201"/>
    <p:sldId id="388" r:id="rId202"/>
    <p:sldId id="389" r:id="rId203"/>
    <p:sldId id="2147483634" r:id="rId204"/>
    <p:sldId id="390" r:id="rId205"/>
    <p:sldId id="2147483630" r:id="rId206"/>
    <p:sldId id="391" r:id="rId207"/>
    <p:sldId id="392" r:id="rId208"/>
    <p:sldId id="393" r:id="rId209"/>
    <p:sldId id="2147483623" r:id="rId210"/>
    <p:sldId id="2147483624" r:id="rId211"/>
    <p:sldId id="2147483625" r:id="rId212"/>
    <p:sldId id="2147483633" r:id="rId213"/>
    <p:sldId id="394" r:id="rId214"/>
    <p:sldId id="395" r:id="rId215"/>
    <p:sldId id="396" r:id="rId216"/>
    <p:sldId id="397" r:id="rId217"/>
    <p:sldId id="398" r:id="rId218"/>
    <p:sldId id="399" r:id="rId219"/>
    <p:sldId id="400" r:id="rId220"/>
    <p:sldId id="401" r:id="rId221"/>
    <p:sldId id="402" r:id="rId222"/>
    <p:sldId id="403" r:id="rId223"/>
    <p:sldId id="404" r:id="rId224"/>
    <p:sldId id="2147483635" r:id="rId225"/>
    <p:sldId id="2147483642" r:id="rId226"/>
    <p:sldId id="405" r:id="rId227"/>
    <p:sldId id="406" r:id="rId228"/>
    <p:sldId id="407" r:id="rId229"/>
    <p:sldId id="408" r:id="rId230"/>
    <p:sldId id="2147483645" r:id="rId231"/>
    <p:sldId id="2147483636" r:id="rId232"/>
    <p:sldId id="409" r:id="rId233"/>
    <p:sldId id="410" r:id="rId234"/>
    <p:sldId id="411" r:id="rId235"/>
    <p:sldId id="412" r:id="rId236"/>
    <p:sldId id="2147483637" r:id="rId237"/>
    <p:sldId id="413" r:id="rId238"/>
    <p:sldId id="414" r:id="rId239"/>
    <p:sldId id="415" r:id="rId240"/>
    <p:sldId id="416" r:id="rId241"/>
    <p:sldId id="417" r:id="rId242"/>
    <p:sldId id="418" r:id="rId243"/>
    <p:sldId id="419" r:id="rId244"/>
    <p:sldId id="420" r:id="rId245"/>
    <p:sldId id="421" r:id="rId246"/>
    <p:sldId id="422" r:id="rId247"/>
    <p:sldId id="423" r:id="rId248"/>
    <p:sldId id="424" r:id="rId249"/>
    <p:sldId id="425" r:id="rId250"/>
    <p:sldId id="2147483614" r:id="rId251"/>
    <p:sldId id="2147483626" r:id="rId252"/>
    <p:sldId id="426" r:id="rId253"/>
    <p:sldId id="427" r:id="rId254"/>
    <p:sldId id="428" r:id="rId255"/>
    <p:sldId id="429" r:id="rId256"/>
    <p:sldId id="430" r:id="rId257"/>
    <p:sldId id="2147483619" r:id="rId258"/>
    <p:sldId id="431" r:id="rId259"/>
    <p:sldId id="432" r:id="rId260"/>
    <p:sldId id="433" r:id="rId261"/>
    <p:sldId id="434" r:id="rId262"/>
    <p:sldId id="2147483617" r:id="rId263"/>
    <p:sldId id="435" r:id="rId264"/>
    <p:sldId id="2147483612" r:id="rId265"/>
    <p:sldId id="436" r:id="rId266"/>
    <p:sldId id="437" r:id="rId267"/>
    <p:sldId id="438" r:id="rId268"/>
    <p:sldId id="439" r:id="rId269"/>
    <p:sldId id="440" r:id="rId270"/>
    <p:sldId id="441" r:id="rId271"/>
    <p:sldId id="2147483598" r:id="rId272"/>
    <p:sldId id="442" r:id="rId273"/>
    <p:sldId id="2147483610" r:id="rId274"/>
    <p:sldId id="443" r:id="rId275"/>
    <p:sldId id="444" r:id="rId276"/>
    <p:sldId id="445" r:id="rId277"/>
    <p:sldId id="446" r:id="rId278"/>
    <p:sldId id="447" r:id="rId279"/>
    <p:sldId id="448" r:id="rId280"/>
    <p:sldId id="449" r:id="rId281"/>
    <p:sldId id="450" r:id="rId282"/>
    <p:sldId id="451" r:id="rId283"/>
    <p:sldId id="2147483603" r:id="rId284"/>
    <p:sldId id="452" r:id="rId285"/>
    <p:sldId id="453" r:id="rId286"/>
    <p:sldId id="454" r:id="rId287"/>
    <p:sldId id="455" r:id="rId288"/>
    <p:sldId id="2147483596" r:id="rId289"/>
    <p:sldId id="456" r:id="rId290"/>
    <p:sldId id="457" r:id="rId291"/>
    <p:sldId id="458" r:id="rId292"/>
    <p:sldId id="459" r:id="rId293"/>
    <p:sldId id="460" r:id="rId294"/>
    <p:sldId id="2147483599" r:id="rId295"/>
    <p:sldId id="2147483600" r:id="rId296"/>
    <p:sldId id="2147483601" r:id="rId297"/>
    <p:sldId id="461" r:id="rId298"/>
    <p:sldId id="462" r:id="rId299"/>
    <p:sldId id="463" r:id="rId300"/>
    <p:sldId id="464" r:id="rId301"/>
    <p:sldId id="465" r:id="rId302"/>
    <p:sldId id="466" r:id="rId303"/>
    <p:sldId id="467" r:id="rId304"/>
    <p:sldId id="468" r:id="rId305"/>
    <p:sldId id="469" r:id="rId306"/>
    <p:sldId id="470" r:id="rId307"/>
    <p:sldId id="471" r:id="rId308"/>
    <p:sldId id="472" r:id="rId309"/>
    <p:sldId id="473" r:id="rId310"/>
    <p:sldId id="474" r:id="rId311"/>
    <p:sldId id="475" r:id="rId312"/>
    <p:sldId id="476" r:id="rId313"/>
    <p:sldId id="477" r:id="rId314"/>
    <p:sldId id="478" r:id="rId315"/>
    <p:sldId id="479" r:id="rId316"/>
    <p:sldId id="480" r:id="rId317"/>
    <p:sldId id="481" r:id="rId318"/>
    <p:sldId id="482" r:id="rId319"/>
    <p:sldId id="483" r:id="rId320"/>
    <p:sldId id="484" r:id="rId321"/>
    <p:sldId id="485" r:id="rId322"/>
    <p:sldId id="486" r:id="rId323"/>
    <p:sldId id="487" r:id="rId324"/>
    <p:sldId id="488" r:id="rId325"/>
    <p:sldId id="489" r:id="rId326"/>
    <p:sldId id="490" r:id="rId327"/>
    <p:sldId id="491" r:id="rId328"/>
    <p:sldId id="492" r:id="rId329"/>
    <p:sldId id="493" r:id="rId330"/>
    <p:sldId id="494" r:id="rId331"/>
    <p:sldId id="495" r:id="rId332"/>
    <p:sldId id="496" r:id="rId333"/>
    <p:sldId id="497" r:id="rId334"/>
    <p:sldId id="498" r:id="rId335"/>
    <p:sldId id="499" r:id="rId336"/>
    <p:sldId id="500" r:id="rId337"/>
    <p:sldId id="501" r:id="rId338"/>
    <p:sldId id="502" r:id="rId339"/>
    <p:sldId id="503" r:id="rId340"/>
    <p:sldId id="504" r:id="rId341"/>
    <p:sldId id="505" r:id="rId342"/>
    <p:sldId id="506" r:id="rId343"/>
    <p:sldId id="507" r:id="rId344"/>
    <p:sldId id="508" r:id="rId345"/>
    <p:sldId id="509" r:id="rId346"/>
    <p:sldId id="510" r:id="rId347"/>
    <p:sldId id="511" r:id="rId348"/>
    <p:sldId id="512" r:id="rId349"/>
    <p:sldId id="513" r:id="rId350"/>
    <p:sldId id="514" r:id="rId351"/>
    <p:sldId id="515" r:id="rId352"/>
    <p:sldId id="257" r:id="rId353"/>
    <p:sldId id="5849" r:id="rId354"/>
    <p:sldId id="5851" r:id="rId355"/>
    <p:sldId id="5852" r:id="rId356"/>
    <p:sldId id="5854" r:id="rId357"/>
    <p:sldId id="5856" r:id="rId358"/>
    <p:sldId id="5858" r:id="rId359"/>
    <p:sldId id="5860" r:id="rId360"/>
  </p:sldIdLst>
  <p:sectionLst>
    <p:section id="256" name="01_カバー・タイトルページ">
      <p:sldIdLst>
        <p:sldId id="2147483186" r:id="rId5"/>
      </p:sldIdLst>
    </p:section>
    <p:section id="257" name="02_エグゼクティブサマリー">
      <p:sldIdLst>
        <p:sldId id="2147483197" r:id="rId6"/>
        <p:sldId id="2147483573" r:id="rId7"/>
        <p:sldId id="2147483272" r:id="rId8"/>
        <p:sldId id="2147483195" r:id="rId9"/>
      </p:sldIdLst>
    </p:section>
    <p:section id="258" name="03_戦略・目標設定">
      <p:sldIdLst>
        <p:sldId id="2147483196" r:id="rId10"/>
        <p:sldId id="2147483280" r:id="rId11"/>
        <p:sldId id="2147483278" r:id="rId12"/>
        <p:sldId id="2147483266" r:id="rId13"/>
        <p:sldId id="2147483264" r:id="rId14"/>
        <p:sldId id="2147483267" r:id="rId15"/>
        <p:sldId id="2147483575" r:id="rId16"/>
        <p:sldId id="2147483325" r:id="rId17"/>
        <p:sldId id="2147483304" r:id="rId18"/>
        <p:sldId id="2147483569" r:id="rId19"/>
        <p:sldId id="2147483306" r:id="rId20"/>
        <p:sldId id="2147483566" r:id="rId21"/>
      </p:sldIdLst>
    </p:section>
    <p:section id="259" name="05-1_営業プレゼン向け事例">
      <p:sldIdLst>
        <p:sldId id="2147483341" r:id="rId23"/>
        <p:sldId id="2147483203" r:id="rId28"/>
        <p:sldId id="576" r:id="rId30"/>
        <p:sldId id="2147483548" r:id="rId35"/>
        <p:sldId id="2147483193" r:id="rId39"/>
        <p:sldId id="2147483328" r:id="rId41"/>
        <p:sldId id="2147483561" r:id="rId48"/>
        <p:sldId id="341" r:id="rId54"/>
        <p:sldId id="336" r:id="rId55"/>
        <p:sldId id="344" r:id="rId57"/>
        <p:sldId id="332" r:id="rId58"/>
        <p:sldId id="2147483592" r:id="rId61"/>
        <p:sldId id="258" r:id="rId70"/>
        <p:sldId id="2147483631" r:id="rId71"/>
        <p:sldId id="261" r:id="rId74"/>
        <p:sldId id="269" r:id="rId78"/>
        <p:sldId id="275" r:id="rId83"/>
        <p:sldId id="2147483640" r:id="rId88"/>
        <p:sldId id="282" r:id="rId94"/>
        <p:sldId id="283" r:id="rId95"/>
        <p:sldId id="284" r:id="rId96"/>
        <p:sldId id="296" r:id="rId98"/>
        <p:sldId id="2147483377" r:id="rId104"/>
        <p:sldId id="313" r:id="rId105"/>
        <p:sldId id="329" r:id="rId121"/>
        <p:sldId id="2147483597" r:id="rId122"/>
        <p:sldId id="285" r:id="rId142"/>
        <p:sldId id="286" r:id="rId143"/>
        <p:sldId id="287" r:id="rId144"/>
        <p:sldId id="292" r:id="rId148"/>
        <p:sldId id="2147483622" r:id="rId152"/>
        <p:sldId id="302" r:id="rId153"/>
        <p:sldId id="347" r:id="rId164"/>
        <p:sldId id="352" r:id="rId169"/>
        <p:sldId id="358" r:id="rId175"/>
        <p:sldId id="366" r:id="rId183"/>
        <p:sldId id="367" r:id="rId184"/>
        <p:sldId id="371" r:id="rId187"/>
        <p:sldId id="383" r:id="rId197"/>
        <p:sldId id="389" r:id="rId203"/>
        <p:sldId id="391" r:id="rId207"/>
        <p:sldId id="392" r:id="rId208"/>
        <p:sldId id="393" r:id="rId209"/>
        <p:sldId id="2147483623" r:id="rId210"/>
        <p:sldId id="394" r:id="rId214"/>
        <p:sldId id="405" r:id="rId227"/>
        <p:sldId id="408" r:id="rId230"/>
        <p:sldId id="2147483645" r:id="rId231"/>
        <p:sldId id="414" r:id="rId239"/>
        <p:sldId id="417" r:id="rId242"/>
        <p:sldId id="424" r:id="rId249"/>
        <p:sldId id="2147483614" r:id="rId251"/>
        <p:sldId id="426" r:id="rId253"/>
        <p:sldId id="427" r:id="rId254"/>
        <p:sldId id="428" r:id="rId255"/>
        <p:sldId id="431" r:id="rId259"/>
        <p:sldId id="433" r:id="rId261"/>
        <p:sldId id="438" r:id="rId268"/>
        <p:sldId id="444" r:id="rId276"/>
        <p:sldId id="448" r:id="rId280"/>
        <p:sldId id="449" r:id="rId281"/>
        <p:sldId id="451" r:id="rId283"/>
        <p:sldId id="452" r:id="rId285"/>
        <p:sldId id="459" r:id="rId293"/>
        <p:sldId id="460" r:id="rId294"/>
        <p:sldId id="2147483599" r:id="rId295"/>
        <p:sldId id="461" r:id="rId298"/>
        <p:sldId id="463" r:id="rId300"/>
        <p:sldId id="467" r:id="rId304"/>
        <p:sldId id="470" r:id="rId307"/>
        <p:sldId id="473" r:id="rId310"/>
        <p:sldId id="474" r:id="rId311"/>
        <p:sldId id="475" r:id="rId312"/>
        <p:sldId id="479" r:id="rId316"/>
        <p:sldId id="480" r:id="rId317"/>
        <p:sldId id="482" r:id="rId319"/>
      </p:sldIdLst>
    </p:section>
    <p:section id="260" name="05-2_戦略・分析向け事例">
      <p:sldIdLst>
        <p:sldId id="2147483343" r:id="rId25"/>
        <p:sldId id="2147483556" r:id="rId34"/>
        <p:sldId id="299" r:id="rId101"/>
        <p:sldId id="300" r:id="rId102"/>
        <p:sldId id="342" r:id="rId132"/>
        <p:sldId id="289" r:id="rId146"/>
        <p:sldId id="349" r:id="rId166"/>
        <p:sldId id="365" r:id="rId182"/>
        <p:sldId id="381" r:id="rId195"/>
        <p:sldId id="384" r:id="rId198"/>
        <p:sldId id="398" r:id="rId218"/>
        <p:sldId id="400" r:id="rId220"/>
        <p:sldId id="2147483642" r:id="rId226"/>
        <p:sldId id="412" r:id="rId236"/>
        <p:sldId id="415" r:id="rId240"/>
        <p:sldId id="416" r:id="rId241"/>
        <p:sldId id="2147483619" r:id="rId258"/>
        <p:sldId id="437" r:id="rId267"/>
        <p:sldId id="443" r:id="rId275"/>
      </p:sldIdLst>
    </p:section>
    <p:section id="261" name="05-3_詳細分析・洞察事例">
      <p:sldIdLst>
        <p:sldId id="274" r:id="rId82"/>
        <p:sldId id="307" r:id="rId158"/>
        <p:sldId id="362" r:id="rId179"/>
        <p:sldId id="364" r:id="rId181"/>
        <p:sldId id="385" r:id="rId199"/>
        <p:sldId id="2147483630" r:id="rId206"/>
        <p:sldId id="2147483637" r:id="rId237"/>
        <p:sldId id="421" r:id="rId246"/>
      </p:sldIdLst>
    </p:section>
    <p:section id="262" name="05-4-a_テキスト重視汎用事例">
      <p:sldIdLst>
        <p:sldId id="377" r:id="rId32"/>
        <p:sldId id="337" r:id="rId56"/>
        <p:sldId id="2147483628" r:id="rId64"/>
        <p:sldId id="2147483629" r:id="rId65"/>
        <p:sldId id="2147483639" r:id="rId66"/>
        <p:sldId id="256" r:id="rId67"/>
        <p:sldId id="2147483646" r:id="rId69"/>
        <p:sldId id="272" r:id="rId80"/>
        <p:sldId id="294" r:id="rId97"/>
        <p:sldId id="315" r:id="rId107"/>
        <p:sldId id="316" r:id="rId108"/>
        <p:sldId id="317" r:id="rId109"/>
        <p:sldId id="321" r:id="rId113"/>
        <p:sldId id="322" r:id="rId114"/>
        <p:sldId id="323" r:id="rId115"/>
        <p:sldId id="325" r:id="rId117"/>
        <p:sldId id="326" r:id="rId118"/>
        <p:sldId id="2147483595" r:id="rId119"/>
        <p:sldId id="328" r:id="rId120"/>
        <p:sldId id="330" r:id="rId123"/>
        <p:sldId id="327" r:id="rId125"/>
        <p:sldId id="335" r:id="rId128"/>
        <p:sldId id="338" r:id="rId129"/>
        <p:sldId id="339" r:id="rId130"/>
        <p:sldId id="340" r:id="rId131"/>
        <p:sldId id="345" r:id="rId134"/>
        <p:sldId id="346" r:id="rId135"/>
        <p:sldId id="290" r:id="rId136"/>
        <p:sldId id="278" r:id="rId137"/>
        <p:sldId id="281" r:id="rId141"/>
        <p:sldId id="288" r:id="rId145"/>
        <p:sldId id="291" r:id="rId147"/>
        <p:sldId id="2147483621" r:id="rId151"/>
        <p:sldId id="304" r:id="rId155"/>
        <p:sldId id="305" r:id="rId156"/>
        <p:sldId id="306" r:id="rId157"/>
        <p:sldId id="309" r:id="rId160"/>
        <p:sldId id="311" r:id="rId162"/>
        <p:sldId id="312" r:id="rId163"/>
        <p:sldId id="350" r:id="rId167"/>
        <p:sldId id="354" r:id="rId171"/>
        <p:sldId id="355" r:id="rId172"/>
        <p:sldId id="359" r:id="rId176"/>
        <p:sldId id="360" r:id="rId177"/>
        <p:sldId id="363" r:id="rId180"/>
        <p:sldId id="369" r:id="rId186"/>
        <p:sldId id="372" r:id="rId188"/>
        <p:sldId id="373" r:id="rId189"/>
        <p:sldId id="375" r:id="rId191"/>
        <p:sldId id="376" r:id="rId192"/>
        <p:sldId id="379" r:id="rId193"/>
        <p:sldId id="382" r:id="rId196"/>
        <p:sldId id="386" r:id="rId200"/>
        <p:sldId id="387" r:id="rId201"/>
        <p:sldId id="388" r:id="rId202"/>
        <p:sldId id="2147483624" r:id="rId211"/>
        <p:sldId id="2147483625" r:id="rId212"/>
        <p:sldId id="395" r:id="rId215"/>
        <p:sldId id="397" r:id="rId217"/>
        <p:sldId id="399" r:id="rId219"/>
        <p:sldId id="407" r:id="rId229"/>
        <p:sldId id="413" r:id="rId238"/>
        <p:sldId id="420" r:id="rId245"/>
        <p:sldId id="422" r:id="rId247"/>
        <p:sldId id="430" r:id="rId257"/>
        <p:sldId id="432" r:id="rId260"/>
        <p:sldId id="440" r:id="rId270"/>
        <p:sldId id="447" r:id="rId279"/>
        <p:sldId id="465" r:id="rId302"/>
      </p:sldIdLst>
    </p:section>
    <p:section id="263" name="05-4-b_ビジュアル重視汎用事例">
      <p:sldIdLst>
        <p:sldId id="2147483337" r:id="rId22"/>
        <p:sldId id="2147483262" r:id="rId31"/>
        <p:sldId id="2147483552" r:id="rId37"/>
        <p:sldId id="2147483545" r:id="rId38"/>
        <p:sldId id="2147483554" r:id="rId43"/>
        <p:sldId id="2147483557" r:id="rId45"/>
        <p:sldId id="2147483589" r:id="rId59"/>
        <p:sldId id="370" r:id="rId73"/>
        <p:sldId id="267" r:id="rId76"/>
        <p:sldId id="277" r:id="rId86"/>
        <p:sldId id="279" r:id="rId138"/>
        <p:sldId id="308" r:id="rId159"/>
        <p:sldId id="348" r:id="rId165"/>
        <p:sldId id="353" r:id="rId170"/>
        <p:sldId id="356" r:id="rId173"/>
        <p:sldId id="374" r:id="rId190"/>
        <p:sldId id="2147483633" r:id="rId213"/>
        <p:sldId id="402" r:id="rId222"/>
        <p:sldId id="403" r:id="rId223"/>
        <p:sldId id="2147483636" r:id="rId232"/>
        <p:sldId id="411" r:id="rId235"/>
        <p:sldId id="418" r:id="rId243"/>
        <p:sldId id="425" r:id="rId250"/>
        <p:sldId id="2147483626" r:id="rId252"/>
        <p:sldId id="434" r:id="rId262"/>
        <p:sldId id="2147483617" r:id="rId263"/>
        <p:sldId id="439" r:id="rId269"/>
        <p:sldId id="2147483598" r:id="rId272"/>
        <p:sldId id="453" r:id="rId286"/>
        <p:sldId id="454" r:id="rId287"/>
        <p:sldId id="456" r:id="rId290"/>
        <p:sldId id="2147483601" r:id="rId297"/>
        <p:sldId id="462" r:id="rId299"/>
        <p:sldId id="481" r:id="rId318"/>
      </p:sldIdLst>
    </p:section>
    <p:section id="264" name="05-4-c_バランス型汎用事例">
      <p:sldIdLst>
        <p:sldId id="2147483311" r:id="rId26"/>
        <p:sldId id="2147483202" r:id="rId27"/>
        <p:sldId id="2147483555" r:id="rId36"/>
        <p:sldId id="2147483546" r:id="rId40"/>
        <p:sldId id="2147483399" r:id="rId42"/>
        <p:sldId id="2147483222" r:id="rId46"/>
        <p:sldId id="2147483224" r:id="rId47"/>
        <p:sldId id="2147483578" r:id="rId49"/>
        <p:sldId id="2147483588" r:id="rId60"/>
        <p:sldId id="2147483593" r:id="rId62"/>
        <p:sldId id="2147483627" r:id="rId63"/>
        <p:sldId id="2147483644" r:id="rId68"/>
        <p:sldId id="2147483632" r:id="rId72"/>
        <p:sldId id="270" r:id="rId79"/>
        <p:sldId id="276" r:id="rId84"/>
        <p:sldId id="2147483641" r:id="rId87"/>
        <p:sldId id="280" r:id="rId89"/>
        <p:sldId id="2147483616" r:id="rId93"/>
        <p:sldId id="297" r:id="rId99"/>
        <p:sldId id="298" r:id="rId100"/>
        <p:sldId id="301" r:id="rId103"/>
        <p:sldId id="318" r:id="rId110"/>
        <p:sldId id="319" r:id="rId111"/>
        <p:sldId id="331" r:id="rId124"/>
        <p:sldId id="333" r:id="rId126"/>
        <p:sldId id="334" r:id="rId127"/>
        <p:sldId id="343" r:id="rId133"/>
        <p:sldId id="271" r:id="rId139"/>
        <p:sldId id="2147483191" r:id="rId140"/>
        <p:sldId id="295" r:id="rId150"/>
        <p:sldId id="310" r:id="rId161"/>
        <p:sldId id="351" r:id="rId168"/>
        <p:sldId id="357" r:id="rId174"/>
        <p:sldId id="361" r:id="rId178"/>
        <p:sldId id="368" r:id="rId185"/>
        <p:sldId id="380" r:id="rId194"/>
        <p:sldId id="2147483634" r:id="rId204"/>
        <p:sldId id="419" r:id="rId244"/>
        <p:sldId id="429" r:id="rId256"/>
        <p:sldId id="435" r:id="rId264"/>
        <p:sldId id="2147483612" r:id="rId265"/>
        <p:sldId id="441" r:id="rId271"/>
        <p:sldId id="445" r:id="rId277"/>
        <p:sldId id="446" r:id="rId278"/>
        <p:sldId id="2147483603" r:id="rId284"/>
        <p:sldId id="455" r:id="rId288"/>
        <p:sldId id="2147483596" r:id="rId289"/>
        <p:sldId id="2147483600" r:id="rId296"/>
        <p:sldId id="469" r:id="rId306"/>
        <p:sldId id="471" r:id="rId308"/>
        <p:sldId id="476" r:id="rId313"/>
      </p:sldIdLst>
    </p:section>
    <p:section id="265" name="05-4-d_ミニマル汎用事例">
      <p:sldIdLst>
        <p:sldId id="2147483342" r:id="rId24"/>
        <p:sldId id="2147483210" r:id="rId29"/>
        <p:sldId id="378" r:id="rId33"/>
        <p:sldId id="2147483189" r:id="rId44"/>
        <p:sldId id="2147483223" r:id="rId50"/>
        <p:sldId id="2147483583" r:id="rId51"/>
        <p:sldId id="2147483584" r:id="rId52"/>
        <p:sldId id="2147483585" r:id="rId53"/>
        <p:sldId id="266" r:id="rId75"/>
        <p:sldId id="268" r:id="rId77"/>
        <p:sldId id="273" r:id="rId81"/>
        <p:sldId id="2147483643" r:id="rId85"/>
        <p:sldId id="2147483611" r:id="rId90"/>
        <p:sldId id="2147483615" r:id="rId91"/>
        <p:sldId id="2147483613" r:id="rId92"/>
        <p:sldId id="314" r:id="rId106"/>
        <p:sldId id="320" r:id="rId112"/>
        <p:sldId id="324" r:id="rId116"/>
        <p:sldId id="293" r:id="rId149"/>
        <p:sldId id="303" r:id="rId154"/>
        <p:sldId id="390" r:id="rId205"/>
        <p:sldId id="396" r:id="rId216"/>
        <p:sldId id="401" r:id="rId221"/>
        <p:sldId id="404" r:id="rId224"/>
        <p:sldId id="2147483635" r:id="rId225"/>
        <p:sldId id="406" r:id="rId228"/>
        <p:sldId id="409" r:id="rId233"/>
        <p:sldId id="410" r:id="rId234"/>
        <p:sldId id="423" r:id="rId248"/>
        <p:sldId id="436" r:id="rId266"/>
        <p:sldId id="442" r:id="rId273"/>
        <p:sldId id="2147483610" r:id="rId274"/>
        <p:sldId id="450" r:id="rId282"/>
        <p:sldId id="457" r:id="rId291"/>
        <p:sldId id="458" r:id="rId292"/>
        <p:sldId id="464" r:id="rId301"/>
        <p:sldId id="466" r:id="rId303"/>
        <p:sldId id="468" r:id="rId305"/>
        <p:sldId id="472" r:id="rId309"/>
        <p:sldId id="477" r:id="rId314"/>
        <p:sldId id="478" r:id="rId315"/>
      </p:sldIdLst>
    </p:section>
    <p:section id="266" name="08_詳細説明・補足">
      <p:sldIdLst>
        <p:sldId id="483" r:id="rId320"/>
        <p:sldId id="484" r:id="rId321"/>
        <p:sldId id="485" r:id="rId322"/>
        <p:sldId id="486" r:id="rId323"/>
        <p:sldId id="487" r:id="rId324"/>
        <p:sldId id="488" r:id="rId325"/>
        <p:sldId id="489" r:id="rId326"/>
        <p:sldId id="490" r:id="rId327"/>
        <p:sldId id="491" r:id="rId328"/>
        <p:sldId id="492" r:id="rId329"/>
        <p:sldId id="493" r:id="rId330"/>
        <p:sldId id="494" r:id="rId331"/>
        <p:sldId id="495" r:id="rId332"/>
        <p:sldId id="496" r:id="rId333"/>
        <p:sldId id="497" r:id="rId334"/>
        <p:sldId id="498" r:id="rId335"/>
        <p:sldId id="499" r:id="rId336"/>
        <p:sldId id="500" r:id="rId337"/>
        <p:sldId id="501" r:id="rId338"/>
        <p:sldId id="502" r:id="rId339"/>
        <p:sldId id="503" r:id="rId340"/>
        <p:sldId id="504" r:id="rId341"/>
        <p:sldId id="505" r:id="rId342"/>
        <p:sldId id="506" r:id="rId343"/>
        <p:sldId id="507" r:id="rId344"/>
        <p:sldId id="508" r:id="rId345"/>
        <p:sldId id="509" r:id="rId346"/>
        <p:sldId id="510" r:id="rId347"/>
        <p:sldId id="511" r:id="rId348"/>
        <p:sldId id="512" r:id="rId349"/>
        <p:sldId id="513" r:id="rId350"/>
        <p:sldId id="514" r:id="rId351"/>
        <p:sldId id="515" r:id="rId352"/>
        <p:sldId id="257" r:id="rId353"/>
        <p:sldId id="5849" r:id="rId354"/>
        <p:sldId id="5851" r:id="rId355"/>
        <p:sldId id="5852" r:id="rId356"/>
        <p:sldId id="5854" r:id="rId357"/>
        <p:sldId id="5856" r:id="rId358"/>
        <p:sldId id="5858" r:id="rId359"/>
        <p:sldId id="5860" r:id="rId360"/>
      </p:sldIdLst>
    </p:section>
  </p:sectionLst>
  <p:sldSz cx="12192000" cy="6858000"/>
  <p:notesSz cx="6858000" cy="9144000"/>
  <p:custDataLst>
    <p:tags r:id="rId363"/>
  </p:custDataLst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ns3:sectionLst>
        <ns3:section name="既定のセクション" id="{D90C0FF0-51AA-45E8-8BF0-03CED0DF343C}">
          <ns3:sldIdLst>
            <ns3:sldId id="2147483186"/>
            <ns3:sldId id="2147483197"/>
            <ns3:sldId id="2147483573"/>
            <ns3:sldId id="2147483272"/>
            <ns3:sldId id="2147483195"/>
            <ns3:sldId id="2147483196"/>
            <ns3:sldId id="2147483280"/>
            <ns3:sldId id="2147483278"/>
            <ns3:sldId id="2147483266"/>
            <ns3:sldId id="2147483264"/>
            <ns3:sldId id="2147483267"/>
            <ns3:sldId id="2147483575"/>
            <ns3:sldId id="2147483325"/>
            <ns3:sldId id="2147483304"/>
            <ns3:sldId id="2147483569"/>
            <ns3:sldId id="2147483306"/>
            <ns3:sldId id="2147483566"/>
            <ns3:sldId id="2147483337"/>
            <ns3:sldId id="2147483341"/>
            <ns3:sldId id="2147483342"/>
            <ns3:sldId id="2147483343"/>
            <ns3:sldId id="2147483311"/>
            <ns3:sldId id="2147483202"/>
            <ns3:sldId id="2147483203"/>
            <ns3:sldId id="2147483210"/>
            <ns3:sldId id="576"/>
            <ns3:sldId id="2147483262"/>
            <ns3:sldId id="377"/>
            <ns3:sldId id="378"/>
            <ns3:sldId id="2147483556"/>
            <ns3:sldId id="2147483548"/>
            <ns3:sldId id="2147483555"/>
            <ns3:sldId id="2147483552"/>
            <ns3:sldId id="2147483545"/>
            <ns3:sldId id="2147483193"/>
            <ns3:sldId id="2147483546"/>
            <ns3:sldId id="2147483328"/>
            <ns3:sldId id="2147483399"/>
            <ns3:sldId id="2147483554"/>
            <ns3:sldId id="2147483189"/>
            <ns3:sldId id="2147483557"/>
            <ns3:sldId id="2147483222"/>
            <ns3:sldId id="2147483224"/>
          </ns3:sldIdLst>
        </ns3:section>
        <ns3:section name="DXテーマサマリ" id="{B9020E0A-8297-4C35-BE4C-0B7B9DE651F7}">
          <ns3:sldIdLst>
            <ns3:sldId id="2147483561"/>
            <ns3:sldId id="2147483578"/>
            <ns3:sldId id="2147483223"/>
            <ns3:sldId id="2147483583"/>
            <ns3:sldId id="2147483584"/>
            <ns3:sldId id="2147483585"/>
            <ns3:sldId id="341"/>
            <ns3:sldId id="336"/>
            <ns3:sldId id="337"/>
            <ns3:sldId id="344"/>
            <ns3:sldId id="332"/>
            <ns3:sldId id="2147483589"/>
            <ns3:sldId id="2147483588"/>
            <ns3:sldId id="2147483592"/>
            <ns3:sldId id="2147483593"/>
          </ns3:sldIdLst>
        </ns3:section>
        <ns3:section name="マルウェア対策" id="{5EF40D2E-61BC-4EBC-9161-E409C8AF864A}">
          <ns3:sldIdLst>
            <ns3:sldId id="2147483627"/>
            <ns3:sldId id="2147483628"/>
            <ns3:sldId id="2147483629"/>
            <ns3:sldId id="2147483639"/>
            <ns3:sldId id="256"/>
            <ns3:sldId id="2147483644"/>
            <ns3:sldId id="2147483646"/>
            <ns3:sldId id="258"/>
            <ns3:sldId id="2147483631"/>
            <ns3:sldId id="2147483632"/>
            <ns3:sldId id="370"/>
            <ns3:sldId id="261"/>
            <ns3:sldId id="266"/>
            <ns3:sldId id="267"/>
            <ns3:sldId id="268"/>
            <ns3:sldId id="269"/>
            <ns3:sldId id="270"/>
            <ns3:sldId id="272"/>
            <ns3:sldId id="273"/>
            <ns3:sldId id="274"/>
            <ns3:sldId id="275"/>
            <ns3:sldId id="276"/>
            <ns3:sldId id="2147483643"/>
            <ns3:sldId id="277"/>
            <ns3:sldId id="2147483641"/>
            <ns3:sldId id="2147483640"/>
            <ns3:sldId id="280"/>
            <ns3:sldId id="2147483611"/>
            <ns3:sldId id="2147483615"/>
            <ns3:sldId id="2147483613"/>
            <ns3:sldId id="2147483616"/>
            <ns3:sldId id="282"/>
            <ns3:sldId id="283"/>
            <ns3:sldId id="284"/>
            <ns3:sldId id="294"/>
            <ns3:sldId id="296"/>
            <ns3:sldId id="297"/>
            <ns3:sldId id="298"/>
            <ns3:sldId id="299"/>
            <ns3:sldId id="300"/>
            <ns3:sldId id="301"/>
            <ns3:sldId id="2147483377"/>
            <ns3:sldId id="313"/>
            <ns3:sldId id="314"/>
            <ns3:sldId id="315"/>
            <ns3:sldId id="316"/>
            <ns3:sldId id="317"/>
            <ns3:sldId id="318"/>
            <ns3:sldId id="319"/>
            <ns3:sldId id="320"/>
            <ns3:sldId id="321"/>
            <ns3:sldId id="322"/>
            <ns3:sldId id="323"/>
            <ns3:sldId id="324"/>
            <ns3:sldId id="325"/>
            <ns3:sldId id="326"/>
            <ns3:sldId id="2147483595"/>
            <ns3:sldId id="328"/>
            <ns3:sldId id="329"/>
            <ns3:sldId id="2147483597"/>
            <ns3:sldId id="330"/>
            <ns3:sldId id="331"/>
            <ns3:sldId id="327"/>
            <ns3:sldId id="333"/>
            <ns3:sldId id="334"/>
            <ns3:sldId id="335"/>
            <ns3:sldId id="338"/>
            <ns3:sldId id="339"/>
            <ns3:sldId id="340"/>
            <ns3:sldId id="342"/>
            <ns3:sldId id="343"/>
            <ns3:sldId id="345"/>
            <ns3:sldId id="346"/>
          </ns3:sldIdLst>
        </ns3:section>
        <ns3:section name="新組織" id="{231A6674-301A-4B0B-8B1D-7835A20ADF0B}">
          <ns3:sldIdLst>
            <ns3:sldId id="290"/>
            <ns3:sldId id="278"/>
            <ns3:sldId id="279"/>
            <ns3:sldId id="271"/>
            <ns3:sldId id="2147483191"/>
            <ns3:sldId id="281"/>
            <ns3:sldId id="285"/>
            <ns3:sldId id="286"/>
            <ns3:sldId id="287"/>
            <ns3:sldId id="288"/>
            <ns3:sldId id="289"/>
            <ns3:sldId id="291"/>
            <ns3:sldId id="292"/>
            <ns3:sldId id="293"/>
            <ns3:sldId id="295"/>
            <ns3:sldId id="2147483621"/>
            <ns3:sldId id="2147483622"/>
            <ns3:sldId id="302"/>
            <ns3:sldId id="303"/>
            <ns3:sldId id="304"/>
            <ns3:sldId id="305"/>
            <ns3:sldId id="306"/>
            <ns3:sldId id="307"/>
            <ns3:sldId id="308"/>
            <ns3:sldId id="309"/>
            <ns3:sldId id="310"/>
            <ns3:sldId id="311"/>
            <ns3:sldId id="312"/>
            <ns3:sldId id="347"/>
            <ns3:sldId id="348"/>
            <ns3:sldId id="349"/>
            <ns3:sldId id="350"/>
            <ns3:sldId id="351"/>
            <ns3:sldId id="352"/>
            <ns3:sldId id="353"/>
            <ns3:sldId id="354"/>
            <ns3:sldId id="355"/>
            <ns3:sldId id="356"/>
            <ns3:sldId id="357"/>
            <ns3:sldId id="358"/>
            <ns3:sldId id="359"/>
            <ns3:sldId id="360"/>
            <ns3:sldId id="361"/>
            <ns3:sldId id="362"/>
            <ns3:sldId id="363"/>
            <ns3:sldId id="364"/>
            <ns3:sldId id="365"/>
            <ns3:sldId id="366"/>
            <ns3:sldId id="367"/>
            <ns3:sldId id="368"/>
            <ns3:sldId id="369"/>
            <ns3:sldId id="371"/>
            <ns3:sldId id="372"/>
            <ns3:sldId id="373"/>
            <ns3:sldId id="374"/>
            <ns3:sldId id="375"/>
            <ns3:sldId id="376"/>
            <ns3:sldId id="379"/>
            <ns3:sldId id="380"/>
            <ns3:sldId id="381"/>
            <ns3:sldId id="382"/>
            <ns3:sldId id="383"/>
            <ns3:sldId id="384"/>
            <ns3:sldId id="385"/>
            <ns3:sldId id="386"/>
            <ns3:sldId id="387"/>
            <ns3:sldId id="388"/>
            <ns3:sldId id="389"/>
            <ns3:sldId id="2147483634"/>
            <ns3:sldId id="390"/>
            <ns3:sldId id="2147483630"/>
            <ns3:sldId id="391"/>
            <ns3:sldId id="392"/>
            <ns3:sldId id="393"/>
            <ns3:sldId id="2147483623"/>
            <ns3:sldId id="2147483624"/>
            <ns3:sldId id="2147483625"/>
            <ns3:sldId id="2147483633"/>
            <ns3:sldId id="394"/>
            <ns3:sldId id="395"/>
            <ns3:sldId id="396"/>
            <ns3:sldId id="397"/>
            <ns3:sldId id="398"/>
            <ns3:sldId id="399"/>
            <ns3:sldId id="400"/>
            <ns3:sldId id="401"/>
            <ns3:sldId id="402"/>
            <ns3:sldId id="403"/>
            <ns3:sldId id="404"/>
            <ns3:sldId id="2147483635"/>
            <ns3:sldId id="2147483642"/>
            <ns3:sldId id="405"/>
            <ns3:sldId id="406"/>
            <ns3:sldId id="407"/>
            <ns3:sldId id="408"/>
            <ns3:sldId id="2147483645"/>
            <ns3:sldId id="2147483636"/>
            <ns3:sldId id="409"/>
            <ns3:sldId id="410"/>
            <ns3:sldId id="411"/>
            <ns3:sldId id="412"/>
            <ns3:sldId id="2147483637"/>
            <ns3:sldId id="413"/>
            <ns3:sldId id="414"/>
            <ns3:sldId id="415"/>
            <ns3:sldId id="416"/>
            <ns3:sldId id="417"/>
            <ns3:sldId id="418"/>
            <ns3:sldId id="419"/>
            <ns3:sldId id="420"/>
            <ns3:sldId id="421"/>
            <ns3:sldId id="422"/>
            <ns3:sldId id="423"/>
            <ns3:sldId id="424"/>
            <ns3:sldId id="425"/>
            <ns3:sldId id="2147483614"/>
            <ns3:sldId id="2147483626"/>
            <ns3:sldId id="426"/>
            <ns3:sldId id="427"/>
            <ns3:sldId id="428"/>
            <ns3:sldId id="429"/>
            <ns3:sldId id="430"/>
            <ns3:sldId id="2147483619"/>
            <ns3:sldId id="431"/>
            <ns3:sldId id="432"/>
            <ns3:sldId id="433"/>
            <ns3:sldId id="434"/>
            <ns3:sldId id="2147483617"/>
            <ns3:sldId id="435"/>
            <ns3:sldId id="2147483612"/>
            <ns3:sldId id="436"/>
            <ns3:sldId id="437"/>
            <ns3:sldId id="438"/>
            <ns3:sldId id="439"/>
            <ns3:sldId id="440"/>
            <ns3:sldId id="441"/>
            <ns3:sldId id="2147483598"/>
            <ns3:sldId id="442"/>
            <ns3:sldId id="2147483610"/>
            <ns3:sldId id="443"/>
            <ns3:sldId id="444"/>
            <ns3:sldId id="445"/>
            <ns3:sldId id="446"/>
            <ns3:sldId id="447"/>
            <ns3:sldId id="448"/>
            <ns3:sldId id="449"/>
            <ns3:sldId id="450"/>
            <ns3:sldId id="451"/>
            <ns3:sldId id="2147483603"/>
            <ns3:sldId id="452"/>
            <ns3:sldId id="453"/>
            <ns3:sldId id="454"/>
            <ns3:sldId id="455"/>
            <ns3:sldId id="2147483596"/>
            <ns3:sldId id="456"/>
            <ns3:sldId id="457"/>
            <ns3:sldId id="458"/>
            <ns3:sldId id="459"/>
            <ns3:sldId id="460"/>
            <ns3:sldId id="2147483599"/>
            <ns3:sldId id="2147483600"/>
            <ns3:sldId id="2147483601"/>
            <ns3:sldId id="461"/>
            <ns3:sldId id="462"/>
            <ns3:sldId id="463"/>
            <ns3:sldId id="464"/>
            <ns3:sldId id="465"/>
            <ns3:sldId id="466"/>
            <ns3:sldId id="467"/>
            <ns3:sldId id="468"/>
            <ns3:sldId id="469"/>
            <ns3:sldId id="470"/>
            <ns3:sldId id="471"/>
            <ns3:sldId id="472"/>
            <ns3:sldId id="473"/>
            <ns3:sldId id="474"/>
            <ns3:sldId id="475"/>
            <ns3:sldId id="476"/>
            <ns3:sldId id="477"/>
            <ns3:sldId id="478"/>
            <ns3:sldId id="479"/>
            <ns3:sldId id="480"/>
            <ns3:sldId id="481"/>
            <ns3:sldId id="482"/>
            <ns3:sldId id="483"/>
            <ns3:sldId id="484"/>
            <ns3:sldId id="485"/>
            <ns3:sldId id="486"/>
            <ns3:sldId id="487"/>
            <ns3:sldId id="488"/>
            <ns3:sldId id="489"/>
            <ns3:sldId id="490"/>
            <ns3:sldId id="491"/>
            <ns3:sldId id="492"/>
            <ns3:sldId id="493"/>
            <ns3:sldId id="494"/>
            <ns3:sldId id="495"/>
            <ns3:sldId id="496"/>
            <ns3:sldId id="497"/>
            <ns3:sldId id="498"/>
            <ns3:sldId id="499"/>
            <ns3:sldId id="500"/>
            <ns3:sldId id="501"/>
            <ns3:sldId id="502"/>
            <ns3:sldId id="503"/>
            <ns3:sldId id="504"/>
            <ns3:sldId id="505"/>
            <ns3:sldId id="506"/>
            <ns3:sldId id="507"/>
            <ns3:sldId id="508"/>
            <ns3:sldId id="509"/>
            <ns3:sldId id="510"/>
            <ns3:sldId id="511"/>
            <ns3:sldId id="512"/>
            <ns3:sldId id="513"/>
            <ns3:sldId id="514"/>
            <ns3:sldId id="515"/>
          </ns3:sldIdLst>
        </ns3:section>
        <ns3:section name="参考" id="{36EAACEA-9D19-4230-8F5B-2C66447B25E5}">
          <ns3:sldIdLst>
            <ns3:sldId id="257"/>
            <ns3:sldId id="5849"/>
            <ns3:sldId id="5851"/>
            <ns3:sldId id="5852"/>
            <ns3:sldId id="5854"/>
            <ns3:sldId id="5856"/>
            <ns3:sldId id="5858"/>
            <ns3:sldId id="5860"/>
          </ns3:sldIdLst>
        </ns3:section>
      </ns3:sectionLst>
    </p:ext>
    <p:ext uri="{EFAFB233-063F-42B5-8137-9DF3F51BA10A}">
      <ns4:sldGuideLst>
        <ns4:guide id="1" orient="horz" pos="2160" userDrawn="1">
          <ns4:clr>
            <a:srgbClr val="A4A3A4"/>
          </ns4:clr>
        </ns4:guide>
        <ns4:guide id="2" pos="3840" userDrawn="1">
          <ns4:clr>
            <a:srgbClr val="A4A3A4"/>
          </ns4:clr>
        </ns4:guide>
      </ns4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97" autoAdjust="0"/>
    <p:restoredTop sz="94660"/>
  </p:normalViewPr>
  <p:slideViewPr>
    <p:cSldViewPr snapToGrid="0">
      <p:cViewPr varScale="1">
        <p:scale>
          <a:sx n="79" d="100"/>
          <a:sy n="79" d="100"/>
        </p:scale>
        <p:origin x="638" y="6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theme" Target="theme/theme1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notesMaster" Target="notesMasters/notesMaster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handoutMaster" Target="handoutMasters/handoutMaster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tags" Target="tags/tag1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presProps" Target="pres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viewProps" Target="viewProps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tableStyles" Target="tableStyles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1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.xlsx"/><Relationship Id="rId1" Type="http://schemas.openxmlformats.org/officeDocument/2006/relationships/themeOverride" Target="../theme/themeOverride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8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4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5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26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54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68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83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301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13" Type="http://schemas.openxmlformats.org/officeDocument/2006/relationships/image" Target="../media/image8.svg"/><Relationship Id="rId18" Type="http://schemas.openxmlformats.org/officeDocument/2006/relationships/image" Target="../media/image13.svg"/><Relationship Id="rId3" Type="http://schemas.openxmlformats.org/officeDocument/2006/relationships/tags" Target="../tags/tag4.xml"/><Relationship Id="rId7" Type="http://schemas.openxmlformats.org/officeDocument/2006/relationships/image" Target="../media/image2.svg"/><Relationship Id="rId12" Type="http://schemas.openxmlformats.org/officeDocument/2006/relationships/image" Target="../media/image7.svg"/><Relationship Id="rId17" Type="http://schemas.openxmlformats.org/officeDocument/2006/relationships/image" Target="../media/image12.svg"/><Relationship Id="rId2" Type="http://schemas.openxmlformats.org/officeDocument/2006/relationships/tags" Target="../tags/tag3.xml"/><Relationship Id="rId16" Type="http://schemas.openxmlformats.org/officeDocument/2006/relationships/image" Target="../media/image11.svg"/><Relationship Id="rId20" Type="http://schemas.openxmlformats.org/officeDocument/2006/relationships/image" Target="../media/image15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6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0.svg"/><Relationship Id="rId10" Type="http://schemas.openxmlformats.org/officeDocument/2006/relationships/image" Target="../media/image5.svg"/><Relationship Id="rId19" Type="http://schemas.openxmlformats.org/officeDocument/2006/relationships/image" Target="../media/image14.svg"/><Relationship Id="rId4" Type="http://schemas.openxmlformats.org/officeDocument/2006/relationships/tags" Target="../tags/tag5.xml"/><Relationship Id="rId9" Type="http://schemas.openxmlformats.org/officeDocument/2006/relationships/image" Target="../media/image4.svg"/><Relationship Id="rId14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6.svg"/><Relationship Id="rId18" Type="http://schemas.openxmlformats.org/officeDocument/2006/relationships/image" Target="../media/image21.svg"/><Relationship Id="rId3" Type="http://schemas.openxmlformats.org/officeDocument/2006/relationships/tags" Target="../tags/tag8.xml"/><Relationship Id="rId21" Type="http://schemas.openxmlformats.org/officeDocument/2006/relationships/image" Target="../media/image24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tags" Target="../tags/tag7.xml"/><Relationship Id="rId16" Type="http://schemas.openxmlformats.org/officeDocument/2006/relationships/image" Target="../media/image19.svg"/><Relationship Id="rId20" Type="http://schemas.openxmlformats.org/officeDocument/2006/relationships/image" Target="../media/image23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7.svg"/><Relationship Id="rId5" Type="http://schemas.openxmlformats.org/officeDocument/2006/relationships/tags" Target="../tags/tag10.xml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10" Type="http://schemas.openxmlformats.org/officeDocument/2006/relationships/tags" Target="../tags/tag15.xml"/><Relationship Id="rId19" Type="http://schemas.openxmlformats.org/officeDocument/2006/relationships/image" Target="../media/image22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7.svg"/><Relationship Id="rId22" Type="http://schemas.openxmlformats.org/officeDocument/2006/relationships/image" Target="../media/image25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svg"/><Relationship Id="rId4" Type="http://schemas.openxmlformats.org/officeDocument/2006/relationships/image" Target="../media/image30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2.svg"/><Relationship Id="rId2" Type="http://schemas.openxmlformats.org/officeDocument/2006/relationships/image" Target="../media/image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41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49.svg"/><Relationship Id="rId18" Type="http://schemas.openxmlformats.org/officeDocument/2006/relationships/image" Target="../media/image54.svg"/><Relationship Id="rId3" Type="http://schemas.openxmlformats.org/officeDocument/2006/relationships/tags" Target="../tags/tag18.xml"/><Relationship Id="rId21" Type="http://schemas.openxmlformats.org/officeDocument/2006/relationships/image" Target="../media/image57.svg"/><Relationship Id="rId7" Type="http://schemas.openxmlformats.org/officeDocument/2006/relationships/image" Target="../media/image43.svg"/><Relationship Id="rId12" Type="http://schemas.openxmlformats.org/officeDocument/2006/relationships/image" Target="../media/image48.svg"/><Relationship Id="rId17" Type="http://schemas.openxmlformats.org/officeDocument/2006/relationships/image" Target="../media/image53.svg"/><Relationship Id="rId25" Type="http://schemas.openxmlformats.org/officeDocument/2006/relationships/image" Target="../media/image61.svg"/><Relationship Id="rId2" Type="http://schemas.openxmlformats.org/officeDocument/2006/relationships/tags" Target="../tags/tag17.xml"/><Relationship Id="rId16" Type="http://schemas.openxmlformats.org/officeDocument/2006/relationships/image" Target="../media/image52.svg"/><Relationship Id="rId20" Type="http://schemas.openxmlformats.org/officeDocument/2006/relationships/image" Target="../media/image56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7.svg"/><Relationship Id="rId24" Type="http://schemas.openxmlformats.org/officeDocument/2006/relationships/image" Target="../media/image60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1.svg"/><Relationship Id="rId23" Type="http://schemas.openxmlformats.org/officeDocument/2006/relationships/image" Target="../media/image59.svg"/><Relationship Id="rId10" Type="http://schemas.openxmlformats.org/officeDocument/2006/relationships/image" Target="../media/image46.svg"/><Relationship Id="rId19" Type="http://schemas.openxmlformats.org/officeDocument/2006/relationships/image" Target="../media/image55.svg"/><Relationship Id="rId4" Type="http://schemas.openxmlformats.org/officeDocument/2006/relationships/tags" Target="../tags/tag19.xml"/><Relationship Id="rId9" Type="http://schemas.openxmlformats.org/officeDocument/2006/relationships/image" Target="../media/image45.svg"/><Relationship Id="rId14" Type="http://schemas.openxmlformats.org/officeDocument/2006/relationships/image" Target="../media/image50.svg"/><Relationship Id="rId22" Type="http://schemas.openxmlformats.org/officeDocument/2006/relationships/image" Target="../media/image58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sv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66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5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9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69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5.svg"/><Relationship Id="rId32" Type="http://schemas.openxmlformats.org/officeDocument/2006/relationships/image" Target="../media/image72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4.svg"/><Relationship Id="rId28" Type="http://schemas.openxmlformats.org/officeDocument/2006/relationships/image" Target="../media/image68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1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3.svg"/><Relationship Id="rId27" Type="http://schemas.openxmlformats.org/officeDocument/2006/relationships/image" Target="../media/image67.svg"/><Relationship Id="rId30" Type="http://schemas.openxmlformats.org/officeDocument/2006/relationships/image" Target="../media/image70.sv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5.svg"/><Relationship Id="rId3" Type="http://schemas.openxmlformats.org/officeDocument/2006/relationships/tags" Target="../tags/tag41.xml"/><Relationship Id="rId21" Type="http://schemas.openxmlformats.org/officeDocument/2006/relationships/image" Target="../media/image65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4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3.svg"/><Relationship Id="rId29" Type="http://schemas.openxmlformats.org/officeDocument/2006/relationships/image" Target="../media/image77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3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66.svg"/><Relationship Id="rId28" Type="http://schemas.openxmlformats.org/officeDocument/2006/relationships/image" Target="../media/image76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6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9.svg"/><Relationship Id="rId27" Type="http://schemas.openxmlformats.org/officeDocument/2006/relationships/image" Target="../media/image8.svg"/><Relationship Id="rId30" Type="http://schemas.openxmlformats.org/officeDocument/2006/relationships/image" Target="../media/image64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5.svg"/><Relationship Id="rId18" Type="http://schemas.openxmlformats.org/officeDocument/2006/relationships/image" Target="../media/image75.svg"/><Relationship Id="rId3" Type="http://schemas.openxmlformats.org/officeDocument/2006/relationships/tags" Target="../tags/tag58.xml"/><Relationship Id="rId21" Type="http://schemas.openxmlformats.org/officeDocument/2006/relationships/image" Target="../media/image74.svg"/><Relationship Id="rId7" Type="http://schemas.openxmlformats.org/officeDocument/2006/relationships/tags" Target="../tags/tag62.xml"/><Relationship Id="rId12" Type="http://schemas.openxmlformats.org/officeDocument/2006/relationships/image" Target="../media/image64.svg"/><Relationship Id="rId17" Type="http://schemas.openxmlformats.org/officeDocument/2006/relationships/image" Target="../media/image8.svg"/><Relationship Id="rId2" Type="http://schemas.openxmlformats.org/officeDocument/2006/relationships/tags" Target="../tags/tag57.xml"/><Relationship Id="rId16" Type="http://schemas.openxmlformats.org/officeDocument/2006/relationships/image" Target="../media/image78.svg"/><Relationship Id="rId20" Type="http://schemas.openxmlformats.org/officeDocument/2006/relationships/image" Target="../media/image73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7.xml"/><Relationship Id="rId5" Type="http://schemas.openxmlformats.org/officeDocument/2006/relationships/tags" Target="../tags/tag60.xml"/><Relationship Id="rId15" Type="http://schemas.openxmlformats.org/officeDocument/2006/relationships/image" Target="../media/image66.svg"/><Relationship Id="rId23" Type="http://schemas.openxmlformats.org/officeDocument/2006/relationships/image" Target="../media/image63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76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9.svg"/><Relationship Id="rId22" Type="http://schemas.openxmlformats.org/officeDocument/2006/relationships/image" Target="../media/image77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svg"/><Relationship Id="rId13" Type="http://schemas.openxmlformats.org/officeDocument/2006/relationships/image" Target="../media/image110.sv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12" Type="http://schemas.openxmlformats.org/officeDocument/2006/relationships/image" Target="../media/image109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svg"/><Relationship Id="rId11" Type="http://schemas.openxmlformats.org/officeDocument/2006/relationships/image" Target="../media/image108.svg"/><Relationship Id="rId5" Type="http://schemas.openxmlformats.org/officeDocument/2006/relationships/image" Target="../media/image102.svg"/><Relationship Id="rId15" Type="http://schemas.openxmlformats.org/officeDocument/2006/relationships/image" Target="../media/image112.svg"/><Relationship Id="rId10" Type="http://schemas.openxmlformats.org/officeDocument/2006/relationships/image" Target="../media/image107.svg"/><Relationship Id="rId4" Type="http://schemas.openxmlformats.org/officeDocument/2006/relationships/image" Target="../media/image101.svg"/><Relationship Id="rId9" Type="http://schemas.openxmlformats.org/officeDocument/2006/relationships/image" Target="../media/image106.svg"/><Relationship Id="rId14" Type="http://schemas.openxmlformats.org/officeDocument/2006/relationships/image" Target="../media/image111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13" Type="http://schemas.openxmlformats.org/officeDocument/2006/relationships/image" Target="../media/image58.svg"/><Relationship Id="rId3" Type="http://schemas.openxmlformats.org/officeDocument/2006/relationships/tags" Target="../tags/tag67.xml"/><Relationship Id="rId7" Type="http://schemas.openxmlformats.org/officeDocument/2006/relationships/image" Target="../media/image117.svg"/><Relationship Id="rId12" Type="http://schemas.openxmlformats.org/officeDocument/2006/relationships/image" Target="../media/image122.svg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116.svg"/><Relationship Id="rId11" Type="http://schemas.openxmlformats.org/officeDocument/2006/relationships/image" Target="../media/image121.svg"/><Relationship Id="rId5" Type="http://schemas.openxmlformats.org/officeDocument/2006/relationships/notesSlide" Target="../notesSlides/notesSlide10.xml"/><Relationship Id="rId15" Type="http://schemas.openxmlformats.org/officeDocument/2006/relationships/image" Target="../media/image124.svg"/><Relationship Id="rId10" Type="http://schemas.openxmlformats.org/officeDocument/2006/relationships/image" Target="../media/image1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9.svg"/><Relationship Id="rId14" Type="http://schemas.openxmlformats.org/officeDocument/2006/relationships/image" Target="../media/image123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5" Type="http://schemas.openxmlformats.org/officeDocument/2006/relationships/image" Target="../media/image128.svg"/><Relationship Id="rId4" Type="http://schemas.openxmlformats.org/officeDocument/2006/relationships/image" Target="../media/image127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svg"/><Relationship Id="rId7" Type="http://schemas.openxmlformats.org/officeDocument/2006/relationships/image" Target="../media/image136.svg"/><Relationship Id="rId2" Type="http://schemas.openxmlformats.org/officeDocument/2006/relationships/image" Target="../media/image13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5.svg"/><Relationship Id="rId11" Type="http://schemas.openxmlformats.org/officeDocument/2006/relationships/image" Target="../media/image140.svg"/><Relationship Id="rId5" Type="http://schemas.openxmlformats.org/officeDocument/2006/relationships/image" Target="../media/image134.sv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13" Type="http://schemas.openxmlformats.org/officeDocument/2006/relationships/image" Target="../media/image152.svg"/><Relationship Id="rId3" Type="http://schemas.openxmlformats.org/officeDocument/2006/relationships/image" Target="../media/image142.svg"/><Relationship Id="rId7" Type="http://schemas.openxmlformats.org/officeDocument/2006/relationships/image" Target="../media/image146.svg"/><Relationship Id="rId12" Type="http://schemas.openxmlformats.org/officeDocument/2006/relationships/image" Target="../media/image151.svg"/><Relationship Id="rId2" Type="http://schemas.openxmlformats.org/officeDocument/2006/relationships/image" Target="../media/image1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5.svg"/><Relationship Id="rId11" Type="http://schemas.openxmlformats.org/officeDocument/2006/relationships/image" Target="../media/image150.svg"/><Relationship Id="rId5" Type="http://schemas.openxmlformats.org/officeDocument/2006/relationships/image" Target="../media/image144.svg"/><Relationship Id="rId10" Type="http://schemas.openxmlformats.org/officeDocument/2006/relationships/image" Target="../media/image149.svg"/><Relationship Id="rId4" Type="http://schemas.openxmlformats.org/officeDocument/2006/relationships/image" Target="../media/image143.svg"/><Relationship Id="rId9" Type="http://schemas.openxmlformats.org/officeDocument/2006/relationships/image" Target="../media/image148.svg"/><Relationship Id="rId14" Type="http://schemas.openxmlformats.org/officeDocument/2006/relationships/image" Target="../media/image153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13" Type="http://schemas.openxmlformats.org/officeDocument/2006/relationships/image" Target="../media/image164.svg"/><Relationship Id="rId3" Type="http://schemas.openxmlformats.org/officeDocument/2006/relationships/image" Target="../media/image155.svg"/><Relationship Id="rId7" Type="http://schemas.openxmlformats.org/officeDocument/2006/relationships/image" Target="../media/image13.svg"/><Relationship Id="rId12" Type="http://schemas.openxmlformats.org/officeDocument/2006/relationships/image" Target="../media/image163.svg"/><Relationship Id="rId2" Type="http://schemas.openxmlformats.org/officeDocument/2006/relationships/image" Target="../media/image1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svg"/><Relationship Id="rId11" Type="http://schemas.openxmlformats.org/officeDocument/2006/relationships/image" Target="../media/image162.svg"/><Relationship Id="rId5" Type="http://schemas.openxmlformats.org/officeDocument/2006/relationships/image" Target="../media/image157.svg"/><Relationship Id="rId10" Type="http://schemas.openxmlformats.org/officeDocument/2006/relationships/image" Target="../media/image161.svg"/><Relationship Id="rId4" Type="http://schemas.openxmlformats.org/officeDocument/2006/relationships/image" Target="../media/image156.svg"/><Relationship Id="rId9" Type="http://schemas.openxmlformats.org/officeDocument/2006/relationships/image" Target="../media/image160.svg"/><Relationship Id="rId14" Type="http://schemas.openxmlformats.org/officeDocument/2006/relationships/image" Target="../media/image153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7" Type="http://schemas.openxmlformats.org/officeDocument/2006/relationships/image" Target="../media/image173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2.svg"/><Relationship Id="rId5" Type="http://schemas.openxmlformats.org/officeDocument/2006/relationships/image" Target="../media/image171.svg"/><Relationship Id="rId4" Type="http://schemas.openxmlformats.org/officeDocument/2006/relationships/image" Target="../media/image170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svg"/><Relationship Id="rId5" Type="http://schemas.openxmlformats.org/officeDocument/2006/relationships/image" Target="../media/image176.svg"/><Relationship Id="rId4" Type="http://schemas.openxmlformats.org/officeDocument/2006/relationships/image" Target="../media/image175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.png"/><Relationship Id="rId5" Type="http://schemas.openxmlformats.org/officeDocument/2006/relationships/image" Target="../media/image180.svg"/><Relationship Id="rId4" Type="http://schemas.openxmlformats.org/officeDocument/2006/relationships/image" Target="../media/image179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3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1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svg"/><Relationship Id="rId11" Type="http://schemas.openxmlformats.org/officeDocument/2006/relationships/image" Target="../media/image71.svg"/><Relationship Id="rId5" Type="http://schemas.openxmlformats.org/officeDocument/2006/relationships/image" Target="../media/image186.svg"/><Relationship Id="rId10" Type="http://schemas.openxmlformats.org/officeDocument/2006/relationships/image" Target="../media/image117.svg"/><Relationship Id="rId4" Type="http://schemas.openxmlformats.org/officeDocument/2006/relationships/image" Target="../media/image185.svg"/><Relationship Id="rId9" Type="http://schemas.openxmlformats.org/officeDocument/2006/relationships/image" Target="../media/image190.svg"/><Relationship Id="rId14" Type="http://schemas.openxmlformats.org/officeDocument/2006/relationships/image" Target="../media/image193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5.sv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tags" Target="../tags/tag70.xml"/><Relationship Id="rId7" Type="http://schemas.openxmlformats.org/officeDocument/2006/relationships/image" Target="../media/image53.svg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198.svg"/><Relationship Id="rId11" Type="http://schemas.openxmlformats.org/officeDocument/2006/relationships/image" Target="../media/image57.svg"/><Relationship Id="rId5" Type="http://schemas.openxmlformats.org/officeDocument/2006/relationships/image" Target="../media/image197.svg"/><Relationship Id="rId10" Type="http://schemas.openxmlformats.org/officeDocument/2006/relationships/image" Target="../media/image5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5.sv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3.xml"/><Relationship Id="rId7" Type="http://schemas.openxmlformats.org/officeDocument/2006/relationships/image" Target="../media/image55.sv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54.svg"/><Relationship Id="rId5" Type="http://schemas.openxmlformats.org/officeDocument/2006/relationships/image" Target="../media/image53.svg"/><Relationship Id="rId10" Type="http://schemas.openxmlformats.org/officeDocument/2006/relationships/image" Target="../media/image1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203.svg"/><Relationship Id="rId4" Type="http://schemas.openxmlformats.org/officeDocument/2006/relationships/image" Target="../media/image202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chart" Target="../charts/chart5.xml"/><Relationship Id="rId7" Type="http://schemas.openxmlformats.org/officeDocument/2006/relationships/image" Target="../media/image20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svg"/><Relationship Id="rId7" Type="http://schemas.openxmlformats.org/officeDocument/2006/relationships/image" Target="../media/image213.svg"/><Relationship Id="rId2" Type="http://schemas.openxmlformats.org/officeDocument/2006/relationships/image" Target="../media/image20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.svg"/><Relationship Id="rId5" Type="http://schemas.openxmlformats.org/officeDocument/2006/relationships/image" Target="../media/image211.svg"/><Relationship Id="rId10" Type="http://schemas.openxmlformats.org/officeDocument/2006/relationships/image" Target="../media/image204.png"/><Relationship Id="rId4" Type="http://schemas.openxmlformats.org/officeDocument/2006/relationships/image" Target="../media/image210.svg"/><Relationship Id="rId9" Type="http://schemas.openxmlformats.org/officeDocument/2006/relationships/image" Target="../media/image215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5" Type="http://schemas.openxmlformats.org/officeDocument/2006/relationships/image" Target="../media/image216.svg"/><Relationship Id="rId4" Type="http://schemas.openxmlformats.org/officeDocument/2006/relationships/image" Target="../media/image99.sv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3" Type="http://schemas.openxmlformats.org/officeDocument/2006/relationships/image" Target="../media/image190.svg"/><Relationship Id="rId7" Type="http://schemas.openxmlformats.org/officeDocument/2006/relationships/image" Target="../media/image57.svg"/><Relationship Id="rId2" Type="http://schemas.openxmlformats.org/officeDocument/2006/relationships/image" Target="../media/image2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3.svg"/><Relationship Id="rId5" Type="http://schemas.openxmlformats.org/officeDocument/2006/relationships/image" Target="../media/image219.svg"/><Relationship Id="rId10" Type="http://schemas.openxmlformats.org/officeDocument/2006/relationships/image" Target="../media/image222.svg"/><Relationship Id="rId4" Type="http://schemas.openxmlformats.org/officeDocument/2006/relationships/image" Target="../media/image218.svg"/><Relationship Id="rId9" Type="http://schemas.openxmlformats.org/officeDocument/2006/relationships/image" Target="../media/image153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svg"/><Relationship Id="rId2" Type="http://schemas.openxmlformats.org/officeDocument/2006/relationships/image" Target="../media/image22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227.svg"/><Relationship Id="rId4" Type="http://schemas.openxmlformats.org/officeDocument/2006/relationships/image" Target="../media/image226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svg"/><Relationship Id="rId3" Type="http://schemas.openxmlformats.org/officeDocument/2006/relationships/image" Target="../media/image230.svg"/><Relationship Id="rId7" Type="http://schemas.openxmlformats.org/officeDocument/2006/relationships/image" Target="../media/image233.svg"/><Relationship Id="rId2" Type="http://schemas.openxmlformats.org/officeDocument/2006/relationships/image" Target="../media/image2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2.svg"/><Relationship Id="rId5" Type="http://schemas.openxmlformats.org/officeDocument/2006/relationships/image" Target="../media/image231.svg"/><Relationship Id="rId4" Type="http://schemas.openxmlformats.org/officeDocument/2006/relationships/image" Target="../media/image114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2" Type="http://schemas.openxmlformats.org/officeDocument/2006/relationships/image" Target="../media/image23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8.svg"/><Relationship Id="rId11" Type="http://schemas.openxmlformats.org/officeDocument/2006/relationships/image" Target="../media/image243.svg"/><Relationship Id="rId5" Type="http://schemas.openxmlformats.org/officeDocument/2006/relationships/image" Target="../media/image226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svg"/><Relationship Id="rId7" Type="http://schemas.openxmlformats.org/officeDocument/2006/relationships/image" Target="../media/image248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svg"/><Relationship Id="rId5" Type="http://schemas.openxmlformats.org/officeDocument/2006/relationships/image" Target="../media/image246.svg"/><Relationship Id="rId4" Type="http://schemas.openxmlformats.org/officeDocument/2006/relationships/image" Target="../media/image245.svg"/><Relationship Id="rId9" Type="http://schemas.openxmlformats.org/officeDocument/2006/relationships/image" Target="../media/image250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svg"/><Relationship Id="rId13" Type="http://schemas.openxmlformats.org/officeDocument/2006/relationships/image" Target="../media/image260.svg"/><Relationship Id="rId3" Type="http://schemas.openxmlformats.org/officeDocument/2006/relationships/image" Target="../media/image251.svg"/><Relationship Id="rId7" Type="http://schemas.openxmlformats.org/officeDocument/2006/relationships/image" Target="../media/image254.svg"/><Relationship Id="rId12" Type="http://schemas.openxmlformats.org/officeDocument/2006/relationships/image" Target="../media/image259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svg"/><Relationship Id="rId11" Type="http://schemas.openxmlformats.org/officeDocument/2006/relationships/image" Target="../media/image258.svg"/><Relationship Id="rId5" Type="http://schemas.openxmlformats.org/officeDocument/2006/relationships/image" Target="../media/image252.svg"/><Relationship Id="rId15" Type="http://schemas.openxmlformats.org/officeDocument/2006/relationships/image" Target="../media/image99.svg"/><Relationship Id="rId10" Type="http://schemas.openxmlformats.org/officeDocument/2006/relationships/image" Target="../media/image257.svg"/><Relationship Id="rId4" Type="http://schemas.openxmlformats.org/officeDocument/2006/relationships/image" Target="../media/image190.svg"/><Relationship Id="rId9" Type="http://schemas.openxmlformats.org/officeDocument/2006/relationships/image" Target="../media/image256.svg"/><Relationship Id="rId14" Type="http://schemas.openxmlformats.org/officeDocument/2006/relationships/image" Target="../media/image261.sv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svg"/><Relationship Id="rId7" Type="http://schemas.openxmlformats.org/officeDocument/2006/relationships/image" Target="../media/image9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.svg"/><Relationship Id="rId5" Type="http://schemas.openxmlformats.org/officeDocument/2006/relationships/image" Target="../media/image266.svg"/><Relationship Id="rId4" Type="http://schemas.openxmlformats.org/officeDocument/2006/relationships/image" Target="../media/image265.sv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svg"/><Relationship Id="rId13" Type="http://schemas.openxmlformats.org/officeDocument/2006/relationships/image" Target="../media/image276.svg"/><Relationship Id="rId3" Type="http://schemas.openxmlformats.org/officeDocument/2006/relationships/chart" Target="../charts/chart6.xml"/><Relationship Id="rId7" Type="http://schemas.openxmlformats.org/officeDocument/2006/relationships/image" Target="../media/image259.svg"/><Relationship Id="rId12" Type="http://schemas.openxmlformats.org/officeDocument/2006/relationships/image" Target="../media/image275.sv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0.svg"/><Relationship Id="rId11" Type="http://schemas.openxmlformats.org/officeDocument/2006/relationships/image" Target="../media/image274.svg"/><Relationship Id="rId5" Type="http://schemas.openxmlformats.org/officeDocument/2006/relationships/image" Target="../media/image269.svg"/><Relationship Id="rId15" Type="http://schemas.openxmlformats.org/officeDocument/2006/relationships/image" Target="../media/image278.svg"/><Relationship Id="rId10" Type="http://schemas.openxmlformats.org/officeDocument/2006/relationships/image" Target="../media/image273.svg"/><Relationship Id="rId4" Type="http://schemas.openxmlformats.org/officeDocument/2006/relationships/image" Target="../media/image268.svg"/><Relationship Id="rId9" Type="http://schemas.openxmlformats.org/officeDocument/2006/relationships/image" Target="../media/image272.svg"/><Relationship Id="rId14" Type="http://schemas.openxmlformats.org/officeDocument/2006/relationships/image" Target="../media/image277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svg"/><Relationship Id="rId2" Type="http://schemas.openxmlformats.org/officeDocument/2006/relationships/image" Target="../media/image280.sv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2.svg"/><Relationship Id="rId7" Type="http://schemas.openxmlformats.org/officeDocument/2006/relationships/image" Target="../media/image285.svg"/><Relationship Id="rId12" Type="http://schemas.openxmlformats.org/officeDocument/2006/relationships/image" Target="../media/image228.svg"/><Relationship Id="rId2" Type="http://schemas.openxmlformats.org/officeDocument/2006/relationships/image" Target="../media/image15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4.svg"/><Relationship Id="rId11" Type="http://schemas.openxmlformats.org/officeDocument/2006/relationships/image" Target="../media/image289.svg"/><Relationship Id="rId5" Type="http://schemas.openxmlformats.org/officeDocument/2006/relationships/image" Target="../media/image283.svg"/><Relationship Id="rId10" Type="http://schemas.openxmlformats.org/officeDocument/2006/relationships/image" Target="../media/image288.svg"/><Relationship Id="rId4" Type="http://schemas.openxmlformats.org/officeDocument/2006/relationships/image" Target="../media/image257.svg"/><Relationship Id="rId9" Type="http://schemas.openxmlformats.org/officeDocument/2006/relationships/image" Target="../media/image2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tags" Target="../tags/tag78.xml"/><Relationship Id="rId7" Type="http://schemas.openxmlformats.org/officeDocument/2006/relationships/image" Target="../media/image286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228.svg"/><Relationship Id="rId5" Type="http://schemas.openxmlformats.org/officeDocument/2006/relationships/image" Target="../media/image285.svg"/><Relationship Id="rId10" Type="http://schemas.openxmlformats.org/officeDocument/2006/relationships/image" Target="../media/image2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2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svg"/><Relationship Id="rId3" Type="http://schemas.openxmlformats.org/officeDocument/2006/relationships/tags" Target="../tags/tag8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5" Type="http://schemas.openxmlformats.org/officeDocument/2006/relationships/tags" Target="../tags/tag83.xml"/><Relationship Id="rId4" Type="http://schemas.openxmlformats.org/officeDocument/2006/relationships/tags" Target="../tags/tag82.xml"/><Relationship Id="rId9" Type="http://schemas.openxmlformats.org/officeDocument/2006/relationships/image" Target="../media/image290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301.sv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0.png"/><Relationship Id="rId17" Type="http://schemas.openxmlformats.org/officeDocument/2006/relationships/image" Target="../media/image305.svg"/><Relationship Id="rId2" Type="http://schemas.openxmlformats.org/officeDocument/2006/relationships/image" Target="../media/image291.svg"/><Relationship Id="rId16" Type="http://schemas.openxmlformats.org/officeDocument/2006/relationships/image" Target="../media/image3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5.png"/><Relationship Id="rId11" Type="http://schemas.openxmlformats.org/officeDocument/2006/relationships/image" Target="../media/image299.svg"/><Relationship Id="rId5" Type="http://schemas.openxmlformats.org/officeDocument/2006/relationships/image" Target="../media/image294.png"/><Relationship Id="rId15" Type="http://schemas.openxmlformats.org/officeDocument/2006/relationships/image" Target="../media/image303.svg"/><Relationship Id="rId10" Type="http://schemas.openxmlformats.org/officeDocument/2006/relationships/image" Target="../media/image298.svg"/><Relationship Id="rId4" Type="http://schemas.openxmlformats.org/officeDocument/2006/relationships/image" Target="../media/image293.png"/><Relationship Id="rId9" Type="http://schemas.openxmlformats.org/officeDocument/2006/relationships/image" Target="../media/image297.svg"/><Relationship Id="rId14" Type="http://schemas.openxmlformats.org/officeDocument/2006/relationships/image" Target="../media/image302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57.svg"/><Relationship Id="rId18" Type="http://schemas.microsoft.com/office/2007/relationships/hdphoto" Target="../media/hdphoto1.wdp"/><Relationship Id="rId3" Type="http://schemas.openxmlformats.org/officeDocument/2006/relationships/tags" Target="../tags/tag87.xml"/><Relationship Id="rId7" Type="http://schemas.openxmlformats.org/officeDocument/2006/relationships/image" Target="../media/image285.svg"/><Relationship Id="rId12" Type="http://schemas.openxmlformats.org/officeDocument/2006/relationships/image" Target="../media/image289.svg"/><Relationship Id="rId17" Type="http://schemas.openxmlformats.org/officeDocument/2006/relationships/image" Target="../media/image306.png"/><Relationship Id="rId2" Type="http://schemas.openxmlformats.org/officeDocument/2006/relationships/tags" Target="../tags/tag86.xml"/><Relationship Id="rId16" Type="http://schemas.openxmlformats.org/officeDocument/2006/relationships/image" Target="../media/image283.svg"/><Relationship Id="rId1" Type="http://schemas.openxmlformats.org/officeDocument/2006/relationships/tags" Target="../tags/tag85.xml"/><Relationship Id="rId6" Type="http://schemas.openxmlformats.org/officeDocument/2006/relationships/image" Target="../media/image257.svg"/><Relationship Id="rId11" Type="http://schemas.openxmlformats.org/officeDocument/2006/relationships/image" Target="../media/image288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282.svg"/><Relationship Id="rId10" Type="http://schemas.openxmlformats.org/officeDocument/2006/relationships/image" Target="../media/image287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6.svg"/><Relationship Id="rId14" Type="http://schemas.openxmlformats.org/officeDocument/2006/relationships/image" Target="../media/image150.sv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1.svg"/><Relationship Id="rId13" Type="http://schemas.openxmlformats.org/officeDocument/2006/relationships/image" Target="../media/image316.svg"/><Relationship Id="rId18" Type="http://schemas.openxmlformats.org/officeDocument/2006/relationships/image" Target="../media/image32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10.svg"/><Relationship Id="rId12" Type="http://schemas.openxmlformats.org/officeDocument/2006/relationships/image" Target="../media/image315.svg"/><Relationship Id="rId17" Type="http://schemas.openxmlformats.org/officeDocument/2006/relationships/image" Target="../media/image320.svg"/><Relationship Id="rId2" Type="http://schemas.openxmlformats.org/officeDocument/2006/relationships/tags" Target="../tags/tag89.xml"/><Relationship Id="rId16" Type="http://schemas.openxmlformats.org/officeDocument/2006/relationships/image" Target="../media/image319.svg"/><Relationship Id="rId1" Type="http://schemas.openxmlformats.org/officeDocument/2006/relationships/tags" Target="../tags/tag88.xml"/><Relationship Id="rId6" Type="http://schemas.openxmlformats.org/officeDocument/2006/relationships/image" Target="../media/image309.svg"/><Relationship Id="rId11" Type="http://schemas.openxmlformats.org/officeDocument/2006/relationships/image" Target="../media/image314.svg"/><Relationship Id="rId5" Type="http://schemas.openxmlformats.org/officeDocument/2006/relationships/image" Target="../media/image308.svg"/><Relationship Id="rId15" Type="http://schemas.openxmlformats.org/officeDocument/2006/relationships/image" Target="../media/image318.svg"/><Relationship Id="rId10" Type="http://schemas.openxmlformats.org/officeDocument/2006/relationships/image" Target="../media/image313.svg"/><Relationship Id="rId19" Type="http://schemas.openxmlformats.org/officeDocument/2006/relationships/image" Target="../media/image322.svg"/><Relationship Id="rId4" Type="http://schemas.openxmlformats.org/officeDocument/2006/relationships/image" Target="../media/image307.svg"/><Relationship Id="rId9" Type="http://schemas.openxmlformats.org/officeDocument/2006/relationships/image" Target="../media/image312.svg"/><Relationship Id="rId14" Type="http://schemas.openxmlformats.org/officeDocument/2006/relationships/image" Target="../media/image317.sv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7" Type="http://schemas.openxmlformats.org/officeDocument/2006/relationships/image" Target="../media/image328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3" Type="http://schemas.openxmlformats.org/officeDocument/2006/relationships/tags" Target="../tags/tag102.xml"/><Relationship Id="rId18" Type="http://schemas.openxmlformats.org/officeDocument/2006/relationships/tags" Target="../tags/tag107.xml"/><Relationship Id="rId26" Type="http://schemas.openxmlformats.org/officeDocument/2006/relationships/tags" Target="../tags/tag115.xml"/><Relationship Id="rId39" Type="http://schemas.openxmlformats.org/officeDocument/2006/relationships/tags" Target="../tags/tag128.xml"/><Relationship Id="rId21" Type="http://schemas.openxmlformats.org/officeDocument/2006/relationships/tags" Target="../tags/tag110.xml"/><Relationship Id="rId34" Type="http://schemas.openxmlformats.org/officeDocument/2006/relationships/tags" Target="../tags/tag123.xml"/><Relationship Id="rId42" Type="http://schemas.openxmlformats.org/officeDocument/2006/relationships/tags" Target="../tags/tag131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332.svg"/><Relationship Id="rId55" Type="http://schemas.openxmlformats.org/officeDocument/2006/relationships/image" Target="../media/image336.svg"/><Relationship Id="rId7" Type="http://schemas.openxmlformats.org/officeDocument/2006/relationships/tags" Target="../tags/tag96.xml"/><Relationship Id="rId2" Type="http://schemas.openxmlformats.org/officeDocument/2006/relationships/tags" Target="../tags/tag91.xml"/><Relationship Id="rId16" Type="http://schemas.openxmlformats.org/officeDocument/2006/relationships/tags" Target="../tags/tag105.xml"/><Relationship Id="rId29" Type="http://schemas.openxmlformats.org/officeDocument/2006/relationships/tags" Target="../tags/tag118.xml"/><Relationship Id="rId11" Type="http://schemas.openxmlformats.org/officeDocument/2006/relationships/tags" Target="../tags/tag100.xml"/><Relationship Id="rId24" Type="http://schemas.openxmlformats.org/officeDocument/2006/relationships/tags" Target="../tags/tag113.xml"/><Relationship Id="rId32" Type="http://schemas.openxmlformats.org/officeDocument/2006/relationships/tags" Target="../tags/tag121.xml"/><Relationship Id="rId37" Type="http://schemas.openxmlformats.org/officeDocument/2006/relationships/tags" Target="../tags/tag126.xml"/><Relationship Id="rId40" Type="http://schemas.openxmlformats.org/officeDocument/2006/relationships/tags" Target="../tags/tag129.xml"/><Relationship Id="rId45" Type="http://schemas.openxmlformats.org/officeDocument/2006/relationships/tags" Target="../tags/tag134.xml"/><Relationship Id="rId53" Type="http://schemas.openxmlformats.org/officeDocument/2006/relationships/image" Target="../media/image334.svg"/><Relationship Id="rId58" Type="http://schemas.openxmlformats.org/officeDocument/2006/relationships/image" Target="../media/image339.svg"/><Relationship Id="rId5" Type="http://schemas.openxmlformats.org/officeDocument/2006/relationships/tags" Target="../tags/tag94.xml"/><Relationship Id="rId19" Type="http://schemas.openxmlformats.org/officeDocument/2006/relationships/tags" Target="../tags/tag108.xml"/><Relationship Id="rId4" Type="http://schemas.openxmlformats.org/officeDocument/2006/relationships/tags" Target="../tags/tag93.xml"/><Relationship Id="rId9" Type="http://schemas.openxmlformats.org/officeDocument/2006/relationships/tags" Target="../tags/tag98.xml"/><Relationship Id="rId14" Type="http://schemas.openxmlformats.org/officeDocument/2006/relationships/tags" Target="../tags/tag103.xml"/><Relationship Id="rId22" Type="http://schemas.openxmlformats.org/officeDocument/2006/relationships/tags" Target="../tags/tag111.xml"/><Relationship Id="rId27" Type="http://schemas.openxmlformats.org/officeDocument/2006/relationships/tags" Target="../tags/tag116.xml"/><Relationship Id="rId30" Type="http://schemas.openxmlformats.org/officeDocument/2006/relationships/tags" Target="../tags/tag119.xml"/><Relationship Id="rId35" Type="http://schemas.openxmlformats.org/officeDocument/2006/relationships/tags" Target="../tags/tag124.xml"/><Relationship Id="rId43" Type="http://schemas.openxmlformats.org/officeDocument/2006/relationships/tags" Target="../tags/tag132.xml"/><Relationship Id="rId48" Type="http://schemas.openxmlformats.org/officeDocument/2006/relationships/notesSlide" Target="../notesSlides/notesSlide18.xml"/><Relationship Id="rId56" Type="http://schemas.openxmlformats.org/officeDocument/2006/relationships/image" Target="../media/image337.svg"/><Relationship Id="rId8" Type="http://schemas.openxmlformats.org/officeDocument/2006/relationships/tags" Target="../tags/tag97.xml"/><Relationship Id="rId51" Type="http://schemas.openxmlformats.org/officeDocument/2006/relationships/image" Target="../media/image333.svg"/><Relationship Id="rId3" Type="http://schemas.openxmlformats.org/officeDocument/2006/relationships/tags" Target="../tags/tag92.xml"/><Relationship Id="rId12" Type="http://schemas.openxmlformats.org/officeDocument/2006/relationships/tags" Target="../tags/tag101.xml"/><Relationship Id="rId17" Type="http://schemas.openxmlformats.org/officeDocument/2006/relationships/tags" Target="../tags/tag106.xml"/><Relationship Id="rId25" Type="http://schemas.openxmlformats.org/officeDocument/2006/relationships/tags" Target="../tags/tag114.xml"/><Relationship Id="rId33" Type="http://schemas.openxmlformats.org/officeDocument/2006/relationships/tags" Target="../tags/tag122.xml"/><Relationship Id="rId38" Type="http://schemas.openxmlformats.org/officeDocument/2006/relationships/tags" Target="../tags/tag127.xml"/><Relationship Id="rId46" Type="http://schemas.openxmlformats.org/officeDocument/2006/relationships/tags" Target="../tags/tag135.xml"/><Relationship Id="rId59" Type="http://schemas.openxmlformats.org/officeDocument/2006/relationships/image" Target="../media/image340.svg"/><Relationship Id="rId20" Type="http://schemas.openxmlformats.org/officeDocument/2006/relationships/tags" Target="../tags/tag109.xml"/><Relationship Id="rId41" Type="http://schemas.openxmlformats.org/officeDocument/2006/relationships/tags" Target="../tags/tag130.xml"/><Relationship Id="rId54" Type="http://schemas.openxmlformats.org/officeDocument/2006/relationships/image" Target="../media/image335.svg"/><Relationship Id="rId1" Type="http://schemas.openxmlformats.org/officeDocument/2006/relationships/tags" Target="../tags/tag90.xml"/><Relationship Id="rId6" Type="http://schemas.openxmlformats.org/officeDocument/2006/relationships/tags" Target="../tags/tag95.xml"/><Relationship Id="rId15" Type="http://schemas.openxmlformats.org/officeDocument/2006/relationships/tags" Target="../tags/tag104.xml"/><Relationship Id="rId23" Type="http://schemas.openxmlformats.org/officeDocument/2006/relationships/tags" Target="../tags/tag112.xml"/><Relationship Id="rId28" Type="http://schemas.openxmlformats.org/officeDocument/2006/relationships/tags" Target="../tags/tag117.xml"/><Relationship Id="rId36" Type="http://schemas.openxmlformats.org/officeDocument/2006/relationships/tags" Target="../tags/tag125.xml"/><Relationship Id="rId49" Type="http://schemas.openxmlformats.org/officeDocument/2006/relationships/image" Target="../media/image331.svg"/><Relationship Id="rId57" Type="http://schemas.openxmlformats.org/officeDocument/2006/relationships/image" Target="../media/image338.svg"/><Relationship Id="rId10" Type="http://schemas.openxmlformats.org/officeDocument/2006/relationships/tags" Target="../tags/tag99.xml"/><Relationship Id="rId31" Type="http://schemas.openxmlformats.org/officeDocument/2006/relationships/tags" Target="../tags/tag120.xml"/><Relationship Id="rId44" Type="http://schemas.openxmlformats.org/officeDocument/2006/relationships/tags" Target="../tags/tag133.xml"/><Relationship Id="rId52" Type="http://schemas.openxmlformats.org/officeDocument/2006/relationships/image" Target="../media/image278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tags" Target="../tags/tag143.xml"/><Relationship Id="rId13" Type="http://schemas.openxmlformats.org/officeDocument/2006/relationships/tags" Target="../tags/tag148.xml"/><Relationship Id="rId18" Type="http://schemas.openxmlformats.org/officeDocument/2006/relationships/notesSlide" Target="../notesSlides/notesSlide19.xml"/><Relationship Id="rId26" Type="http://schemas.openxmlformats.org/officeDocument/2006/relationships/chart" Target="../charts/chart7.xml"/><Relationship Id="rId3" Type="http://schemas.openxmlformats.org/officeDocument/2006/relationships/tags" Target="../tags/tag138.xml"/><Relationship Id="rId21" Type="http://schemas.openxmlformats.org/officeDocument/2006/relationships/image" Target="../media/image343.svg"/><Relationship Id="rId7" Type="http://schemas.openxmlformats.org/officeDocument/2006/relationships/tags" Target="../tags/tag142.xml"/><Relationship Id="rId12" Type="http://schemas.openxmlformats.org/officeDocument/2006/relationships/tags" Target="../tags/tag147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346.svg"/><Relationship Id="rId2" Type="http://schemas.openxmlformats.org/officeDocument/2006/relationships/tags" Target="../tags/tag137.xml"/><Relationship Id="rId16" Type="http://schemas.openxmlformats.org/officeDocument/2006/relationships/tags" Target="../tags/tag151.xml"/><Relationship Id="rId20" Type="http://schemas.openxmlformats.org/officeDocument/2006/relationships/image" Target="../media/image342.svg"/><Relationship Id="rId1" Type="http://schemas.openxmlformats.org/officeDocument/2006/relationships/tags" Target="../tags/tag136.xml"/><Relationship Id="rId6" Type="http://schemas.openxmlformats.org/officeDocument/2006/relationships/tags" Target="../tags/tag141.xml"/><Relationship Id="rId11" Type="http://schemas.openxmlformats.org/officeDocument/2006/relationships/tags" Target="../tags/tag146.xml"/><Relationship Id="rId24" Type="http://schemas.openxmlformats.org/officeDocument/2006/relationships/image" Target="../media/image345.svg"/><Relationship Id="rId5" Type="http://schemas.openxmlformats.org/officeDocument/2006/relationships/tags" Target="../tags/tag140.xml"/><Relationship Id="rId15" Type="http://schemas.openxmlformats.org/officeDocument/2006/relationships/tags" Target="../tags/tag150.xml"/><Relationship Id="rId23" Type="http://schemas.openxmlformats.org/officeDocument/2006/relationships/image" Target="../media/image331.svg"/><Relationship Id="rId10" Type="http://schemas.openxmlformats.org/officeDocument/2006/relationships/tags" Target="../tags/tag145.xml"/><Relationship Id="rId19" Type="http://schemas.openxmlformats.org/officeDocument/2006/relationships/image" Target="../media/image341.svg"/><Relationship Id="rId4" Type="http://schemas.openxmlformats.org/officeDocument/2006/relationships/tags" Target="../tags/tag139.xml"/><Relationship Id="rId9" Type="http://schemas.openxmlformats.org/officeDocument/2006/relationships/tags" Target="../tags/tag144.xml"/><Relationship Id="rId14" Type="http://schemas.openxmlformats.org/officeDocument/2006/relationships/tags" Target="../tags/tag149.xml"/><Relationship Id="rId22" Type="http://schemas.openxmlformats.org/officeDocument/2006/relationships/image" Target="../media/image344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0.svg"/><Relationship Id="rId13" Type="http://schemas.openxmlformats.org/officeDocument/2006/relationships/image" Target="../media/image355.svg"/><Relationship Id="rId3" Type="http://schemas.openxmlformats.org/officeDocument/2006/relationships/image" Target="../media/image99.svg"/><Relationship Id="rId7" Type="http://schemas.openxmlformats.org/officeDocument/2006/relationships/image" Target="../media/image349.svg"/><Relationship Id="rId12" Type="http://schemas.openxmlformats.org/officeDocument/2006/relationships/image" Target="../media/image35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svg"/><Relationship Id="rId11" Type="http://schemas.openxmlformats.org/officeDocument/2006/relationships/image" Target="../media/image353.svg"/><Relationship Id="rId5" Type="http://schemas.openxmlformats.org/officeDocument/2006/relationships/image" Target="../media/image347.svg"/><Relationship Id="rId15" Type="http://schemas.openxmlformats.org/officeDocument/2006/relationships/image" Target="../media/image357.svg"/><Relationship Id="rId10" Type="http://schemas.openxmlformats.org/officeDocument/2006/relationships/image" Target="../media/image352.svg"/><Relationship Id="rId4" Type="http://schemas.openxmlformats.org/officeDocument/2006/relationships/image" Target="../media/image286.svg"/><Relationship Id="rId9" Type="http://schemas.openxmlformats.org/officeDocument/2006/relationships/image" Target="../media/image351.svg"/><Relationship Id="rId14" Type="http://schemas.openxmlformats.org/officeDocument/2006/relationships/image" Target="../media/image356.sv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tags" Target="../tags/tag169.xml"/><Relationship Id="rId26" Type="http://schemas.openxmlformats.org/officeDocument/2006/relationships/image" Target="../media/image361.svg"/><Relationship Id="rId3" Type="http://schemas.openxmlformats.org/officeDocument/2006/relationships/tags" Target="../tags/tag15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tags" Target="../tags/tag168.xml"/><Relationship Id="rId25" Type="http://schemas.openxmlformats.org/officeDocument/2006/relationships/image" Target="../media/image360.svg"/><Relationship Id="rId2" Type="http://schemas.openxmlformats.org/officeDocument/2006/relationships/tags" Target="../tags/tag153.xml"/><Relationship Id="rId16" Type="http://schemas.openxmlformats.org/officeDocument/2006/relationships/tags" Target="../tags/tag167.xml"/><Relationship Id="rId20" Type="http://schemas.openxmlformats.org/officeDocument/2006/relationships/tags" Target="../tags/tag171.xml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24" Type="http://schemas.openxmlformats.org/officeDocument/2006/relationships/image" Target="../media/image338.svg"/><Relationship Id="rId5" Type="http://schemas.openxmlformats.org/officeDocument/2006/relationships/tags" Target="../tags/tag156.xml"/><Relationship Id="rId15" Type="http://schemas.openxmlformats.org/officeDocument/2006/relationships/tags" Target="../tags/tag166.xml"/><Relationship Id="rId23" Type="http://schemas.openxmlformats.org/officeDocument/2006/relationships/image" Target="../media/image359.svg"/><Relationship Id="rId10" Type="http://schemas.openxmlformats.org/officeDocument/2006/relationships/tags" Target="../tags/tag161.xml"/><Relationship Id="rId19" Type="http://schemas.openxmlformats.org/officeDocument/2006/relationships/tags" Target="../tags/tag170.xml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tags" Target="../tags/tag165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ags" Target="../tags/tag17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6.xml"/><Relationship Id="rId4" Type="http://schemas.openxmlformats.org/officeDocument/2006/relationships/tags" Target="../tags/tag17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3" Type="http://schemas.openxmlformats.org/officeDocument/2006/relationships/tags" Target="../tags/tag179.xml"/><Relationship Id="rId7" Type="http://schemas.openxmlformats.org/officeDocument/2006/relationships/tags" Target="../tags/tag183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5" Type="http://schemas.openxmlformats.org/officeDocument/2006/relationships/tags" Target="../tags/tag181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80.xml"/><Relationship Id="rId9" Type="http://schemas.openxmlformats.org/officeDocument/2006/relationships/tags" Target="../tags/tag185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193.xml"/><Relationship Id="rId13" Type="http://schemas.openxmlformats.org/officeDocument/2006/relationships/tags" Target="../tags/tag198.xml"/><Relationship Id="rId18" Type="http://schemas.openxmlformats.org/officeDocument/2006/relationships/tags" Target="../tags/tag203.xml"/><Relationship Id="rId26" Type="http://schemas.openxmlformats.org/officeDocument/2006/relationships/image" Target="../media/image361.svg"/><Relationship Id="rId3" Type="http://schemas.openxmlformats.org/officeDocument/2006/relationships/tags" Target="../tags/tag18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tags" Target="../tags/tag202.xml"/><Relationship Id="rId25" Type="http://schemas.openxmlformats.org/officeDocument/2006/relationships/image" Target="../media/image360.svg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tags" Target="../tags/tag205.xml"/><Relationship Id="rId29" Type="http://schemas.openxmlformats.org/officeDocument/2006/relationships/image" Target="../media/image364.svg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image" Target="../media/image338.svg"/><Relationship Id="rId32" Type="http://schemas.openxmlformats.org/officeDocument/2006/relationships/image" Target="../media/image277.sv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image" Target="../media/image359.svg"/><Relationship Id="rId28" Type="http://schemas.openxmlformats.org/officeDocument/2006/relationships/image" Target="../media/image363.svg"/><Relationship Id="rId10" Type="http://schemas.openxmlformats.org/officeDocument/2006/relationships/tags" Target="../tags/tag195.xml"/><Relationship Id="rId19" Type="http://schemas.openxmlformats.org/officeDocument/2006/relationships/tags" Target="../tags/tag204.xml"/><Relationship Id="rId31" Type="http://schemas.openxmlformats.org/officeDocument/2006/relationships/image" Target="../media/image366.svg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Relationship Id="rId30" Type="http://schemas.openxmlformats.org/officeDocument/2006/relationships/image" Target="../media/image365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svg"/><Relationship Id="rId13" Type="http://schemas.openxmlformats.org/officeDocument/2006/relationships/image" Target="../media/image234.svg"/><Relationship Id="rId18" Type="http://schemas.openxmlformats.org/officeDocument/2006/relationships/image" Target="../media/image220.svg"/><Relationship Id="rId3" Type="http://schemas.openxmlformats.org/officeDocument/2006/relationships/image" Target="../media/image99.svg"/><Relationship Id="rId7" Type="http://schemas.openxmlformats.org/officeDocument/2006/relationships/image" Target="../media/image370.svg"/><Relationship Id="rId12" Type="http://schemas.openxmlformats.org/officeDocument/2006/relationships/image" Target="../media/image329.svg"/><Relationship Id="rId17" Type="http://schemas.openxmlformats.org/officeDocument/2006/relationships/image" Target="../media/image378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svg"/><Relationship Id="rId11" Type="http://schemas.openxmlformats.org/officeDocument/2006/relationships/image" Target="../media/image374.svg"/><Relationship Id="rId5" Type="http://schemas.openxmlformats.org/officeDocument/2006/relationships/image" Target="../media/image368.svg"/><Relationship Id="rId15" Type="http://schemas.openxmlformats.org/officeDocument/2006/relationships/image" Target="../media/image376.svg"/><Relationship Id="rId10" Type="http://schemas.openxmlformats.org/officeDocument/2006/relationships/image" Target="../media/image373.svg"/><Relationship Id="rId4" Type="http://schemas.openxmlformats.org/officeDocument/2006/relationships/image" Target="../media/image367.svg"/><Relationship Id="rId9" Type="http://schemas.openxmlformats.org/officeDocument/2006/relationships/image" Target="../media/image372.svg"/><Relationship Id="rId14" Type="http://schemas.openxmlformats.org/officeDocument/2006/relationships/image" Target="../media/image375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sv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1.svg"/><Relationship Id="rId4" Type="http://schemas.openxmlformats.org/officeDocument/2006/relationships/image" Target="../media/image380.sv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383.svg"/><Relationship Id="rId7" Type="http://schemas.openxmlformats.org/officeDocument/2006/relationships/image" Target="../media/image386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svg"/><Relationship Id="rId5" Type="http://schemas.openxmlformats.org/officeDocument/2006/relationships/image" Target="../media/image385.svg"/><Relationship Id="rId4" Type="http://schemas.openxmlformats.org/officeDocument/2006/relationships/image" Target="../media/image384.sv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.svg"/><Relationship Id="rId3" Type="http://schemas.openxmlformats.org/officeDocument/2006/relationships/image" Target="../media/image385.svg"/><Relationship Id="rId7" Type="http://schemas.openxmlformats.org/officeDocument/2006/relationships/image" Target="../media/image387.svg"/><Relationship Id="rId12" Type="http://schemas.openxmlformats.org/officeDocument/2006/relationships/image" Target="../media/image383.svg"/><Relationship Id="rId2" Type="http://schemas.openxmlformats.org/officeDocument/2006/relationships/image" Target="../media/image3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svg"/><Relationship Id="rId11" Type="http://schemas.openxmlformats.org/officeDocument/2006/relationships/image" Target="../media/image390.svg"/><Relationship Id="rId5" Type="http://schemas.openxmlformats.org/officeDocument/2006/relationships/image" Target="../media/image386.svg"/><Relationship Id="rId10" Type="http://schemas.openxmlformats.org/officeDocument/2006/relationships/image" Target="../media/image389.svg"/><Relationship Id="rId4" Type="http://schemas.openxmlformats.org/officeDocument/2006/relationships/image" Target="../media/image58.svg"/><Relationship Id="rId9" Type="http://schemas.openxmlformats.org/officeDocument/2006/relationships/image" Target="../media/image78.sv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3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svg"/><Relationship Id="rId5" Type="http://schemas.openxmlformats.org/officeDocument/2006/relationships/image" Target="../media/image394.svg"/><Relationship Id="rId4" Type="http://schemas.openxmlformats.org/officeDocument/2006/relationships/image" Target="../media/image393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9.svg"/><Relationship Id="rId4" Type="http://schemas.openxmlformats.org/officeDocument/2006/relationships/image" Target="../media/image99.sv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6.svg"/><Relationship Id="rId3" Type="http://schemas.openxmlformats.org/officeDocument/2006/relationships/chart" Target="../charts/chart11.xml"/><Relationship Id="rId7" Type="http://schemas.openxmlformats.org/officeDocument/2006/relationships/image" Target="../media/image117.svg"/><Relationship Id="rId12" Type="http://schemas.openxmlformats.org/officeDocument/2006/relationships/image" Target="../media/image435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4.svg"/><Relationship Id="rId5" Type="http://schemas.openxmlformats.org/officeDocument/2006/relationships/image" Target="../media/image430.svg"/><Relationship Id="rId10" Type="http://schemas.openxmlformats.org/officeDocument/2006/relationships/image" Target="../media/image433.svg"/><Relationship Id="rId4" Type="http://schemas.openxmlformats.org/officeDocument/2006/relationships/image" Target="../media/image99.svg"/><Relationship Id="rId9" Type="http://schemas.openxmlformats.org/officeDocument/2006/relationships/image" Target="../media/image263.svg"/><Relationship Id="rId14" Type="http://schemas.openxmlformats.org/officeDocument/2006/relationships/image" Target="../media/image437.sv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1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tags" Target="../tags/tag213.xml"/><Relationship Id="rId13" Type="http://schemas.openxmlformats.org/officeDocument/2006/relationships/image" Target="../media/image452.svg"/><Relationship Id="rId3" Type="http://schemas.openxmlformats.org/officeDocument/2006/relationships/tags" Target="../tags/tag208.xml"/><Relationship Id="rId7" Type="http://schemas.openxmlformats.org/officeDocument/2006/relationships/tags" Target="../tags/tag212.xml"/><Relationship Id="rId12" Type="http://schemas.openxmlformats.org/officeDocument/2006/relationships/image" Target="../media/image451.sv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tags" Target="../tags/tag211.xml"/><Relationship Id="rId11" Type="http://schemas.openxmlformats.org/officeDocument/2006/relationships/image" Target="../media/image450.svg"/><Relationship Id="rId5" Type="http://schemas.openxmlformats.org/officeDocument/2006/relationships/tags" Target="../tags/tag21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09.xml"/><Relationship Id="rId9" Type="http://schemas.openxmlformats.org/officeDocument/2006/relationships/tags" Target="../tags/tag214.xml"/><Relationship Id="rId14" Type="http://schemas.openxmlformats.org/officeDocument/2006/relationships/image" Target="../media/image453.sv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tags" Target="../tags/tag217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tags" Target="../tags/tag230.xml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tags" Target="../tags/tag229.xml"/><Relationship Id="rId17" Type="http://schemas.openxmlformats.org/officeDocument/2006/relationships/chart" Target="../charts/chart16.xml"/><Relationship Id="rId2" Type="http://schemas.openxmlformats.org/officeDocument/2006/relationships/tags" Target="../tags/tag21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tags" Target="../tags/tag228.xml"/><Relationship Id="rId5" Type="http://schemas.openxmlformats.org/officeDocument/2006/relationships/tags" Target="../tags/tag222.xml"/><Relationship Id="rId15" Type="http://schemas.openxmlformats.org/officeDocument/2006/relationships/tags" Target="../tags/tag232.xml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tags" Target="../tags/tag23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svg"/><Relationship Id="rId3" Type="http://schemas.openxmlformats.org/officeDocument/2006/relationships/image" Target="../media/image472.svg"/><Relationship Id="rId7" Type="http://schemas.openxmlformats.org/officeDocument/2006/relationships/image" Target="../media/image476.svg"/><Relationship Id="rId2" Type="http://schemas.openxmlformats.org/officeDocument/2006/relationships/image" Target="../media/image4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5.svg"/><Relationship Id="rId5" Type="http://schemas.openxmlformats.org/officeDocument/2006/relationships/image" Target="../media/image474.svg"/><Relationship Id="rId4" Type="http://schemas.openxmlformats.org/officeDocument/2006/relationships/image" Target="../media/image473.sv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svg"/><Relationship Id="rId13" Type="http://schemas.openxmlformats.org/officeDocument/2006/relationships/image" Target="../media/image490.svg"/><Relationship Id="rId3" Type="http://schemas.openxmlformats.org/officeDocument/2006/relationships/image" Target="../media/image481.svg"/><Relationship Id="rId7" Type="http://schemas.openxmlformats.org/officeDocument/2006/relationships/image" Target="../media/image485.svg"/><Relationship Id="rId12" Type="http://schemas.openxmlformats.org/officeDocument/2006/relationships/image" Target="../media/image108.svg"/><Relationship Id="rId2" Type="http://schemas.openxmlformats.org/officeDocument/2006/relationships/image" Target="../media/image48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11" Type="http://schemas.openxmlformats.org/officeDocument/2006/relationships/image" Target="../media/image489.svg"/><Relationship Id="rId5" Type="http://schemas.openxmlformats.org/officeDocument/2006/relationships/image" Target="../media/image483.svg"/><Relationship Id="rId15" Type="http://schemas.openxmlformats.org/officeDocument/2006/relationships/image" Target="../media/image492.svg"/><Relationship Id="rId10" Type="http://schemas.openxmlformats.org/officeDocument/2006/relationships/image" Target="../media/image488.svg"/><Relationship Id="rId4" Type="http://schemas.openxmlformats.org/officeDocument/2006/relationships/image" Target="../media/image482.svg"/><Relationship Id="rId9" Type="http://schemas.openxmlformats.org/officeDocument/2006/relationships/image" Target="../media/image487.svg"/><Relationship Id="rId14" Type="http://schemas.openxmlformats.org/officeDocument/2006/relationships/image" Target="../media/image491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13" Type="http://schemas.openxmlformats.org/officeDocument/2006/relationships/image" Target="../media/image396.svg"/><Relationship Id="rId3" Type="http://schemas.openxmlformats.org/officeDocument/2006/relationships/image" Target="../media/image494.svg"/><Relationship Id="rId7" Type="http://schemas.openxmlformats.org/officeDocument/2006/relationships/image" Target="../media/image495.svg"/><Relationship Id="rId12" Type="http://schemas.openxmlformats.org/officeDocument/2006/relationships/image" Target="../media/image50.svg"/><Relationship Id="rId2" Type="http://schemas.openxmlformats.org/officeDocument/2006/relationships/image" Target="../media/image4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6.svg"/><Relationship Id="rId11" Type="http://schemas.openxmlformats.org/officeDocument/2006/relationships/image" Target="../media/image479.svg"/><Relationship Id="rId5" Type="http://schemas.openxmlformats.org/officeDocument/2006/relationships/image" Target="../media/image190.svg"/><Relationship Id="rId15" Type="http://schemas.openxmlformats.org/officeDocument/2006/relationships/image" Target="../media/image499.svg"/><Relationship Id="rId10" Type="http://schemas.openxmlformats.org/officeDocument/2006/relationships/image" Target="../media/image425.svg"/><Relationship Id="rId4" Type="http://schemas.openxmlformats.org/officeDocument/2006/relationships/image" Target="../media/image286.svg"/><Relationship Id="rId9" Type="http://schemas.openxmlformats.org/officeDocument/2006/relationships/image" Target="../media/image497.svg"/><Relationship Id="rId14" Type="http://schemas.openxmlformats.org/officeDocument/2006/relationships/image" Target="../media/image498.sv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34.xml"/><Relationship Id="rId1" Type="http://schemas.openxmlformats.org/officeDocument/2006/relationships/tags" Target="../tags/tag233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5.xml"/><Relationship Id="rId6" Type="http://schemas.openxmlformats.org/officeDocument/2006/relationships/image" Target="../media/image506.svg"/><Relationship Id="rId5" Type="http://schemas.openxmlformats.org/officeDocument/2006/relationships/image" Target="../media/image505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6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7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svg"/><Relationship Id="rId3" Type="http://schemas.openxmlformats.org/officeDocument/2006/relationships/image" Target="../media/image99.svg"/><Relationship Id="rId7" Type="http://schemas.openxmlformats.org/officeDocument/2006/relationships/image" Target="../media/image52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8.xml"/><Relationship Id="rId6" Type="http://schemas.openxmlformats.org/officeDocument/2006/relationships/image" Target="../media/image524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40.xml"/><Relationship Id="rId1" Type="http://schemas.openxmlformats.org/officeDocument/2006/relationships/tags" Target="../tags/tag239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52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1.xml"/><Relationship Id="rId6" Type="http://schemas.openxmlformats.org/officeDocument/2006/relationships/image" Target="../media/image527.svg"/><Relationship Id="rId5" Type="http://schemas.openxmlformats.org/officeDocument/2006/relationships/image" Target="../media/image526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2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3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svg"/><Relationship Id="rId3" Type="http://schemas.openxmlformats.org/officeDocument/2006/relationships/image" Target="../media/image99.svg"/><Relationship Id="rId7" Type="http://schemas.openxmlformats.org/officeDocument/2006/relationships/image" Target="../media/image53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4.xml"/><Relationship Id="rId6" Type="http://schemas.openxmlformats.org/officeDocument/2006/relationships/image" Target="../media/image529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svg"/><Relationship Id="rId3" Type="http://schemas.openxmlformats.org/officeDocument/2006/relationships/image" Target="../media/image58.svg"/><Relationship Id="rId7" Type="http://schemas.openxmlformats.org/officeDocument/2006/relationships/image" Target="../media/image534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3.svg"/><Relationship Id="rId5" Type="http://schemas.openxmlformats.org/officeDocument/2006/relationships/image" Target="../media/image64.svg"/><Relationship Id="rId4" Type="http://schemas.openxmlformats.org/officeDocument/2006/relationships/image" Target="../media/image532.svg"/><Relationship Id="rId9" Type="http://schemas.openxmlformats.org/officeDocument/2006/relationships/image" Target="../media/image535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9.svg"/><Relationship Id="rId3" Type="http://schemas.openxmlformats.org/officeDocument/2006/relationships/image" Target="../media/image536.svg"/><Relationship Id="rId7" Type="http://schemas.openxmlformats.org/officeDocument/2006/relationships/image" Target="../media/image52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5.xml"/><Relationship Id="rId6" Type="http://schemas.openxmlformats.org/officeDocument/2006/relationships/image" Target="../media/image538.svg"/><Relationship Id="rId5" Type="http://schemas.openxmlformats.org/officeDocument/2006/relationships/image" Target="../media/image537.svg"/><Relationship Id="rId10" Type="http://schemas.openxmlformats.org/officeDocument/2006/relationships/image" Target="../media/image541.svg"/><Relationship Id="rId4" Type="http://schemas.openxmlformats.org/officeDocument/2006/relationships/image" Target="../media/image221.svg"/><Relationship Id="rId9" Type="http://schemas.openxmlformats.org/officeDocument/2006/relationships/image" Target="../media/image540.sv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svg"/><Relationship Id="rId13" Type="http://schemas.openxmlformats.org/officeDocument/2006/relationships/image" Target="../media/image22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44.svg"/><Relationship Id="rId12" Type="http://schemas.openxmlformats.org/officeDocument/2006/relationships/image" Target="../media/image549.svg"/><Relationship Id="rId2" Type="http://schemas.openxmlformats.org/officeDocument/2006/relationships/tags" Target="../tags/tag247.xml"/><Relationship Id="rId1" Type="http://schemas.openxmlformats.org/officeDocument/2006/relationships/tags" Target="../tags/tag246.xml"/><Relationship Id="rId6" Type="http://schemas.openxmlformats.org/officeDocument/2006/relationships/image" Target="../media/image543.svg"/><Relationship Id="rId11" Type="http://schemas.openxmlformats.org/officeDocument/2006/relationships/image" Target="../media/image548.svg"/><Relationship Id="rId5" Type="http://schemas.openxmlformats.org/officeDocument/2006/relationships/image" Target="../media/image542.svg"/><Relationship Id="rId10" Type="http://schemas.openxmlformats.org/officeDocument/2006/relationships/image" Target="../media/image547.svg"/><Relationship Id="rId4" Type="http://schemas.openxmlformats.org/officeDocument/2006/relationships/image" Target="../media/image401.svg"/><Relationship Id="rId9" Type="http://schemas.openxmlformats.org/officeDocument/2006/relationships/image" Target="../media/image546.sv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9.xml"/><Relationship Id="rId1" Type="http://schemas.openxmlformats.org/officeDocument/2006/relationships/tags" Target="../tags/tag248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7" Type="http://schemas.openxmlformats.org/officeDocument/2006/relationships/image" Target="../media/image552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1.svg"/><Relationship Id="rId5" Type="http://schemas.openxmlformats.org/officeDocument/2006/relationships/image" Target="../media/image550.svg"/><Relationship Id="rId4" Type="http://schemas.openxmlformats.org/officeDocument/2006/relationships/image" Target="../media/image149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251.xml"/><Relationship Id="rId16" Type="http://schemas.openxmlformats.org/officeDocument/2006/relationships/image" Target="../media/image566.svg"/><Relationship Id="rId1" Type="http://schemas.openxmlformats.org/officeDocument/2006/relationships/tags" Target="../tags/tag25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8.svg"/><Relationship Id="rId3" Type="http://schemas.openxmlformats.org/officeDocument/2006/relationships/image" Target="../media/image581.png"/><Relationship Id="rId7" Type="http://schemas.openxmlformats.org/officeDocument/2006/relationships/image" Target="../media/image587.sv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6.svg"/><Relationship Id="rId11" Type="http://schemas.openxmlformats.org/officeDocument/2006/relationships/image" Target="../media/image591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svg"/><Relationship Id="rId3" Type="http://schemas.openxmlformats.org/officeDocument/2006/relationships/image" Target="../media/image607.svg"/><Relationship Id="rId7" Type="http://schemas.openxmlformats.org/officeDocument/2006/relationships/image" Target="../media/image504.svg"/><Relationship Id="rId12" Type="http://schemas.openxmlformats.org/officeDocument/2006/relationships/image" Target="../media/image615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0.svg"/><Relationship Id="rId11" Type="http://schemas.openxmlformats.org/officeDocument/2006/relationships/image" Target="../media/image614.svg"/><Relationship Id="rId5" Type="http://schemas.openxmlformats.org/officeDocument/2006/relationships/image" Target="../media/image609.svg"/><Relationship Id="rId10" Type="http://schemas.openxmlformats.org/officeDocument/2006/relationships/image" Target="../media/image613.svg"/><Relationship Id="rId4" Type="http://schemas.openxmlformats.org/officeDocument/2006/relationships/image" Target="../media/image608.svg"/><Relationship Id="rId9" Type="http://schemas.openxmlformats.org/officeDocument/2006/relationships/image" Target="../media/image612.sv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54.xml"/><Relationship Id="rId7" Type="http://schemas.openxmlformats.org/officeDocument/2006/relationships/image" Target="../media/image617.svg"/><Relationship Id="rId2" Type="http://schemas.openxmlformats.org/officeDocument/2006/relationships/tags" Target="../tags/tag253.xml"/><Relationship Id="rId1" Type="http://schemas.openxmlformats.org/officeDocument/2006/relationships/tags" Target="../tags/tag252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5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19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0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9.xml"/><Relationship Id="rId1" Type="http://schemas.openxmlformats.org/officeDocument/2006/relationships/tags" Target="../tags/tag258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62.xml"/><Relationship Id="rId1" Type="http://schemas.openxmlformats.org/officeDocument/2006/relationships/tags" Target="../tags/tag261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41.xml"/><Relationship Id="rId9" Type="http://schemas.openxmlformats.org/officeDocument/2006/relationships/image" Target="../media/image647.sv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6.svg"/><Relationship Id="rId3" Type="http://schemas.openxmlformats.org/officeDocument/2006/relationships/image" Target="../media/image672.svg"/><Relationship Id="rId7" Type="http://schemas.openxmlformats.org/officeDocument/2006/relationships/image" Target="../media/image675.svg"/><Relationship Id="rId12" Type="http://schemas.openxmlformats.org/officeDocument/2006/relationships/image" Target="../media/image680.svg"/><Relationship Id="rId2" Type="http://schemas.openxmlformats.org/officeDocument/2006/relationships/image" Target="../media/image6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11" Type="http://schemas.openxmlformats.org/officeDocument/2006/relationships/image" Target="../media/image679.svg"/><Relationship Id="rId5" Type="http://schemas.openxmlformats.org/officeDocument/2006/relationships/image" Target="../media/image674.svg"/><Relationship Id="rId10" Type="http://schemas.openxmlformats.org/officeDocument/2006/relationships/image" Target="../media/image678.svg"/><Relationship Id="rId4" Type="http://schemas.openxmlformats.org/officeDocument/2006/relationships/image" Target="../media/image673.svg"/><Relationship Id="rId9" Type="http://schemas.openxmlformats.org/officeDocument/2006/relationships/image" Target="../media/image677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svg"/><Relationship Id="rId7" Type="http://schemas.openxmlformats.org/officeDocument/2006/relationships/image" Target="../media/image684.svg"/><Relationship Id="rId2" Type="http://schemas.openxmlformats.org/officeDocument/2006/relationships/image" Target="../media/image68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svg"/><Relationship Id="rId5" Type="http://schemas.openxmlformats.org/officeDocument/2006/relationships/image" Target="../media/image683.svg"/><Relationship Id="rId4" Type="http://schemas.openxmlformats.org/officeDocument/2006/relationships/image" Target="../media/image259.sv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259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6.svg"/><Relationship Id="rId5" Type="http://schemas.openxmlformats.org/officeDocument/2006/relationships/image" Target="../media/image151.svg"/><Relationship Id="rId4" Type="http://schemas.openxmlformats.org/officeDocument/2006/relationships/image" Target="../media/image417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.svg"/><Relationship Id="rId5" Type="http://schemas.openxmlformats.org/officeDocument/2006/relationships/image" Target="../media/image686.svg"/><Relationship Id="rId4" Type="http://schemas.openxmlformats.org/officeDocument/2006/relationships/image" Target="../media/image685.sv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svg"/><Relationship Id="rId2" Type="http://schemas.openxmlformats.org/officeDocument/2006/relationships/image" Target="../media/image1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8.svg"/><Relationship Id="rId4" Type="http://schemas.openxmlformats.org/officeDocument/2006/relationships/image" Target="../media/image228.sv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4.xml"/><Relationship Id="rId1" Type="http://schemas.openxmlformats.org/officeDocument/2006/relationships/tags" Target="../tags/tag263.xml"/><Relationship Id="rId6" Type="http://schemas.openxmlformats.org/officeDocument/2006/relationships/image" Target="../media/image690.svg"/><Relationship Id="rId5" Type="http://schemas.openxmlformats.org/officeDocument/2006/relationships/image" Target="../media/image689.svg"/><Relationship Id="rId4" Type="http://schemas.openxmlformats.org/officeDocument/2006/relationships/image" Target="../media/image136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92.svg"/><Relationship Id="rId4" Type="http://schemas.openxmlformats.org/officeDocument/2006/relationships/image" Target="../media/image687.sv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693.svg"/><Relationship Id="rId4" Type="http://schemas.openxmlformats.org/officeDocument/2006/relationships/image" Target="../media/image431.sv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svg"/><Relationship Id="rId13" Type="http://schemas.openxmlformats.org/officeDocument/2006/relationships/image" Target="../media/image228.svg"/><Relationship Id="rId3" Type="http://schemas.openxmlformats.org/officeDocument/2006/relationships/image" Target="../media/image694.svg"/><Relationship Id="rId7" Type="http://schemas.openxmlformats.org/officeDocument/2006/relationships/image" Target="../media/image697.svg"/><Relationship Id="rId12" Type="http://schemas.openxmlformats.org/officeDocument/2006/relationships/image" Target="../media/image470.svg"/><Relationship Id="rId2" Type="http://schemas.openxmlformats.org/officeDocument/2006/relationships/image" Target="../media/image6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svg"/><Relationship Id="rId11" Type="http://schemas.openxmlformats.org/officeDocument/2006/relationships/image" Target="../media/image700.svg"/><Relationship Id="rId5" Type="http://schemas.openxmlformats.org/officeDocument/2006/relationships/image" Target="../media/image695.svg"/><Relationship Id="rId10" Type="http://schemas.openxmlformats.org/officeDocument/2006/relationships/image" Target="../media/image442.svg"/><Relationship Id="rId4" Type="http://schemas.openxmlformats.org/officeDocument/2006/relationships/image" Target="../media/image551.svg"/><Relationship Id="rId9" Type="http://schemas.openxmlformats.org/officeDocument/2006/relationships/image" Target="../media/image699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5.svg"/><Relationship Id="rId3" Type="http://schemas.openxmlformats.org/officeDocument/2006/relationships/image" Target="../media/image701.png"/><Relationship Id="rId7" Type="http://schemas.openxmlformats.org/officeDocument/2006/relationships/image" Target="../media/image704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svg"/><Relationship Id="rId5" Type="http://schemas.openxmlformats.org/officeDocument/2006/relationships/image" Target="../media/image702.svg"/><Relationship Id="rId10" Type="http://schemas.openxmlformats.org/officeDocument/2006/relationships/image" Target="../media/image707.svg"/><Relationship Id="rId4" Type="http://schemas.openxmlformats.org/officeDocument/2006/relationships/image" Target="../media/image9.svg"/><Relationship Id="rId9" Type="http://schemas.openxmlformats.org/officeDocument/2006/relationships/image" Target="../media/image706.sv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9.svg"/><Relationship Id="rId13" Type="http://schemas.openxmlformats.org/officeDocument/2006/relationships/image" Target="../media/image712.svg"/><Relationship Id="rId3" Type="http://schemas.openxmlformats.org/officeDocument/2006/relationships/image" Target="../media/image382.svg"/><Relationship Id="rId7" Type="http://schemas.openxmlformats.org/officeDocument/2006/relationships/image" Target="../media/image167.svg"/><Relationship Id="rId12" Type="http://schemas.openxmlformats.org/officeDocument/2006/relationships/image" Target="../media/image711.sv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3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svg"/><Relationship Id="rId11" Type="http://schemas.openxmlformats.org/officeDocument/2006/relationships/image" Target="../media/image704.svg"/><Relationship Id="rId5" Type="http://schemas.openxmlformats.org/officeDocument/2006/relationships/image" Target="../media/image57.svg"/><Relationship Id="rId15" Type="http://schemas.openxmlformats.org/officeDocument/2006/relationships/image" Target="../media/image714.svg"/><Relationship Id="rId10" Type="http://schemas.openxmlformats.org/officeDocument/2006/relationships/image" Target="../media/image710.svg"/><Relationship Id="rId4" Type="http://schemas.openxmlformats.org/officeDocument/2006/relationships/image" Target="../media/image708.svg"/><Relationship Id="rId9" Type="http://schemas.openxmlformats.org/officeDocument/2006/relationships/image" Target="../media/image547.svg"/><Relationship Id="rId14" Type="http://schemas.openxmlformats.org/officeDocument/2006/relationships/image" Target="../media/image713.svg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66.xml"/><Relationship Id="rId1" Type="http://schemas.openxmlformats.org/officeDocument/2006/relationships/tags" Target="../tags/tag26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22.xml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2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tags" Target="../tags/tag275.xml"/><Relationship Id="rId13" Type="http://schemas.openxmlformats.org/officeDocument/2006/relationships/image" Target="../media/image452.svg"/><Relationship Id="rId3" Type="http://schemas.openxmlformats.org/officeDocument/2006/relationships/tags" Target="../tags/tag270.xml"/><Relationship Id="rId7" Type="http://schemas.openxmlformats.org/officeDocument/2006/relationships/tags" Target="../tags/tag274.xml"/><Relationship Id="rId12" Type="http://schemas.openxmlformats.org/officeDocument/2006/relationships/image" Target="../media/image451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tags" Target="../tags/tag273.xml"/><Relationship Id="rId11" Type="http://schemas.openxmlformats.org/officeDocument/2006/relationships/image" Target="../media/image450.svg"/><Relationship Id="rId5" Type="http://schemas.openxmlformats.org/officeDocument/2006/relationships/tags" Target="../tags/tag272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71.xml"/><Relationship Id="rId9" Type="http://schemas.openxmlformats.org/officeDocument/2006/relationships/tags" Target="../tags/tag276.xml"/><Relationship Id="rId14" Type="http://schemas.openxmlformats.org/officeDocument/2006/relationships/image" Target="../media/image453.sv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55.xml"/><Relationship Id="rId9" Type="http://schemas.openxmlformats.org/officeDocument/2006/relationships/image" Target="../media/image647.sv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81.xml"/><Relationship Id="rId7" Type="http://schemas.openxmlformats.org/officeDocument/2006/relationships/image" Target="../media/image617.svg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../media/image716.pn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2.svg"/><Relationship Id="rId3" Type="http://schemas.openxmlformats.org/officeDocument/2006/relationships/image" Target="../media/image717.svg"/><Relationship Id="rId7" Type="http://schemas.openxmlformats.org/officeDocument/2006/relationships/image" Target="../media/image721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0.svg"/><Relationship Id="rId5" Type="http://schemas.openxmlformats.org/officeDocument/2006/relationships/image" Target="../media/image719.svg"/><Relationship Id="rId4" Type="http://schemas.openxmlformats.org/officeDocument/2006/relationships/image" Target="../media/image718.sv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svg"/><Relationship Id="rId7" Type="http://schemas.openxmlformats.org/officeDocument/2006/relationships/image" Target="../media/image727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6.svg"/><Relationship Id="rId5" Type="http://schemas.openxmlformats.org/officeDocument/2006/relationships/image" Target="../media/image725.svg"/><Relationship Id="rId4" Type="http://schemas.openxmlformats.org/officeDocument/2006/relationships/image" Target="../media/image724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tags" Target="../tags/tag284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4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tags" Target="../tags/tag292.xml"/><Relationship Id="rId13" Type="http://schemas.openxmlformats.org/officeDocument/2006/relationships/tags" Target="../tags/tag297.xml"/><Relationship Id="rId3" Type="http://schemas.openxmlformats.org/officeDocument/2006/relationships/tags" Target="../tags/tag287.xml"/><Relationship Id="rId7" Type="http://schemas.openxmlformats.org/officeDocument/2006/relationships/tags" Target="../tags/tag291.xml"/><Relationship Id="rId12" Type="http://schemas.openxmlformats.org/officeDocument/2006/relationships/tags" Target="../tags/tag296.xml"/><Relationship Id="rId17" Type="http://schemas.openxmlformats.org/officeDocument/2006/relationships/chart" Target="../charts/chart26.xml"/><Relationship Id="rId2" Type="http://schemas.openxmlformats.org/officeDocument/2006/relationships/tags" Target="../tags/tag28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tags" Target="../tags/tag295.xml"/><Relationship Id="rId5" Type="http://schemas.openxmlformats.org/officeDocument/2006/relationships/tags" Target="../tags/tag289.xml"/><Relationship Id="rId15" Type="http://schemas.openxmlformats.org/officeDocument/2006/relationships/tags" Target="../tags/tag299.xml"/><Relationship Id="rId10" Type="http://schemas.openxmlformats.org/officeDocument/2006/relationships/tags" Target="../tags/tag294.xml"/><Relationship Id="rId4" Type="http://schemas.openxmlformats.org/officeDocument/2006/relationships/tags" Target="../tags/tag288.xml"/><Relationship Id="rId9" Type="http://schemas.openxmlformats.org/officeDocument/2006/relationships/tags" Target="../tags/tag293.xml"/><Relationship Id="rId14" Type="http://schemas.openxmlformats.org/officeDocument/2006/relationships/tags" Target="../tags/tag298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tags" Target="../tags/tag307.xml"/><Relationship Id="rId13" Type="http://schemas.openxmlformats.org/officeDocument/2006/relationships/tags" Target="../tags/tag312.xml"/><Relationship Id="rId18" Type="http://schemas.openxmlformats.org/officeDocument/2006/relationships/image" Target="../media/image730.svg"/><Relationship Id="rId26" Type="http://schemas.openxmlformats.org/officeDocument/2006/relationships/image" Target="../media/image738.svg"/><Relationship Id="rId3" Type="http://schemas.openxmlformats.org/officeDocument/2006/relationships/tags" Target="../tags/tag302.xml"/><Relationship Id="rId21" Type="http://schemas.openxmlformats.org/officeDocument/2006/relationships/image" Target="../media/image733.svg"/><Relationship Id="rId7" Type="http://schemas.openxmlformats.org/officeDocument/2006/relationships/tags" Target="../tags/tag306.xml"/><Relationship Id="rId12" Type="http://schemas.openxmlformats.org/officeDocument/2006/relationships/tags" Target="../tags/tag311.xml"/><Relationship Id="rId17" Type="http://schemas.openxmlformats.org/officeDocument/2006/relationships/image" Target="../media/image729.svg"/><Relationship Id="rId25" Type="http://schemas.openxmlformats.org/officeDocument/2006/relationships/image" Target="../media/image737.svg"/><Relationship Id="rId2" Type="http://schemas.openxmlformats.org/officeDocument/2006/relationships/tags" Target="../tags/tag301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732.svg"/><Relationship Id="rId29" Type="http://schemas.openxmlformats.org/officeDocument/2006/relationships/image" Target="../media/image741.svg"/><Relationship Id="rId1" Type="http://schemas.openxmlformats.org/officeDocument/2006/relationships/tags" Target="../tags/tag300.xml"/><Relationship Id="rId6" Type="http://schemas.openxmlformats.org/officeDocument/2006/relationships/tags" Target="../tags/tag305.xml"/><Relationship Id="rId11" Type="http://schemas.openxmlformats.org/officeDocument/2006/relationships/tags" Target="../tags/tag310.xml"/><Relationship Id="rId24" Type="http://schemas.openxmlformats.org/officeDocument/2006/relationships/image" Target="../media/image736.svg"/><Relationship Id="rId5" Type="http://schemas.openxmlformats.org/officeDocument/2006/relationships/tags" Target="../tags/tag304.xml"/><Relationship Id="rId15" Type="http://schemas.openxmlformats.org/officeDocument/2006/relationships/tags" Target="../tags/tag314.xml"/><Relationship Id="rId23" Type="http://schemas.openxmlformats.org/officeDocument/2006/relationships/image" Target="../media/image735.svg"/><Relationship Id="rId28" Type="http://schemas.openxmlformats.org/officeDocument/2006/relationships/image" Target="../media/image740.svg"/><Relationship Id="rId10" Type="http://schemas.openxmlformats.org/officeDocument/2006/relationships/tags" Target="../tags/tag309.xml"/><Relationship Id="rId19" Type="http://schemas.openxmlformats.org/officeDocument/2006/relationships/image" Target="../media/image731.svg"/><Relationship Id="rId4" Type="http://schemas.openxmlformats.org/officeDocument/2006/relationships/tags" Target="../tags/tag303.xml"/><Relationship Id="rId9" Type="http://schemas.openxmlformats.org/officeDocument/2006/relationships/tags" Target="../tags/tag308.xml"/><Relationship Id="rId14" Type="http://schemas.openxmlformats.org/officeDocument/2006/relationships/tags" Target="../tags/tag313.xml"/><Relationship Id="rId22" Type="http://schemas.openxmlformats.org/officeDocument/2006/relationships/image" Target="../media/image734.svg"/><Relationship Id="rId27" Type="http://schemas.openxmlformats.org/officeDocument/2006/relationships/image" Target="../media/image739.sv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8.svg"/><Relationship Id="rId3" Type="http://schemas.openxmlformats.org/officeDocument/2006/relationships/image" Target="../media/image743.svg"/><Relationship Id="rId7" Type="http://schemas.openxmlformats.org/officeDocument/2006/relationships/image" Target="../media/image747.svg"/><Relationship Id="rId2" Type="http://schemas.openxmlformats.org/officeDocument/2006/relationships/image" Target="../media/image7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svg"/><Relationship Id="rId5" Type="http://schemas.openxmlformats.org/officeDocument/2006/relationships/image" Target="../media/image745.svg"/><Relationship Id="rId4" Type="http://schemas.openxmlformats.org/officeDocument/2006/relationships/image" Target="../media/image744.svg"/><Relationship Id="rId9" Type="http://schemas.openxmlformats.org/officeDocument/2006/relationships/image" Target="../media/image153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2" Type="http://schemas.openxmlformats.org/officeDocument/2006/relationships/image" Target="../media/image749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3.svg"/><Relationship Id="rId5" Type="http://schemas.openxmlformats.org/officeDocument/2006/relationships/image" Target="../media/image752.svg"/><Relationship Id="rId4" Type="http://schemas.openxmlformats.org/officeDocument/2006/relationships/image" Target="../media/image751.sv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svg"/><Relationship Id="rId5" Type="http://schemas.openxmlformats.org/officeDocument/2006/relationships/image" Target="../media/image755.svg"/><Relationship Id="rId4" Type="http://schemas.openxmlformats.org/officeDocument/2006/relationships/image" Target="../media/image754.sv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756.svg"/><Relationship Id="rId4" Type="http://schemas.openxmlformats.org/officeDocument/2006/relationships/image" Target="../media/image117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692.svg"/><Relationship Id="rId4" Type="http://schemas.openxmlformats.org/officeDocument/2006/relationships/image" Target="../media/image227.sv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3" Type="http://schemas.openxmlformats.org/officeDocument/2006/relationships/image" Target="../media/image153.svg"/><Relationship Id="rId7" Type="http://schemas.openxmlformats.org/officeDocument/2006/relationships/image" Target="../media/image761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760.svg"/><Relationship Id="rId4" Type="http://schemas.openxmlformats.org/officeDocument/2006/relationships/image" Target="../media/image759.svg"/><Relationship Id="rId9" Type="http://schemas.openxmlformats.org/officeDocument/2006/relationships/image" Target="../media/image763.sv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9.svg"/><Relationship Id="rId3" Type="http://schemas.openxmlformats.org/officeDocument/2006/relationships/image" Target="../media/image764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765.sv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7" Type="http://schemas.openxmlformats.org/officeDocument/2006/relationships/image" Target="../media/image773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2.svg"/><Relationship Id="rId5" Type="http://schemas.openxmlformats.org/officeDocument/2006/relationships/image" Target="../media/image771.svg"/><Relationship Id="rId4" Type="http://schemas.openxmlformats.org/officeDocument/2006/relationships/image" Target="../media/image770.sv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645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9.svg"/><Relationship Id="rId4" Type="http://schemas.openxmlformats.org/officeDocument/2006/relationships/image" Target="../media/image774.sv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8.svg"/><Relationship Id="rId4" Type="http://schemas.openxmlformats.org/officeDocument/2006/relationships/image" Target="../media/image775.svg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6.svg"/><Relationship Id="rId5" Type="http://schemas.openxmlformats.org/officeDocument/2006/relationships/image" Target="../media/image378.svg"/><Relationship Id="rId4" Type="http://schemas.openxmlformats.org/officeDocument/2006/relationships/image" Target="../media/image589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svg"/><Relationship Id="rId3" Type="http://schemas.openxmlformats.org/officeDocument/2006/relationships/image" Target="../media/image777.svg"/><Relationship Id="rId7" Type="http://schemas.openxmlformats.org/officeDocument/2006/relationships/image" Target="../media/image780.svg"/><Relationship Id="rId2" Type="http://schemas.openxmlformats.org/officeDocument/2006/relationships/image" Target="../media/image7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11" Type="http://schemas.openxmlformats.org/officeDocument/2006/relationships/image" Target="../media/image783.svg"/><Relationship Id="rId5" Type="http://schemas.openxmlformats.org/officeDocument/2006/relationships/image" Target="../media/image779.svg"/><Relationship Id="rId10" Type="http://schemas.openxmlformats.org/officeDocument/2006/relationships/image" Target="../media/image782.svg"/><Relationship Id="rId4" Type="http://schemas.openxmlformats.org/officeDocument/2006/relationships/image" Target="../media/image778.svg"/><Relationship Id="rId9" Type="http://schemas.openxmlformats.org/officeDocument/2006/relationships/image" Target="../media/image507.sv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3" Type="http://schemas.openxmlformats.org/officeDocument/2006/relationships/image" Target="../media/image785.svg"/><Relationship Id="rId7" Type="http://schemas.openxmlformats.org/officeDocument/2006/relationships/image" Target="../media/image506.svg"/><Relationship Id="rId2" Type="http://schemas.openxmlformats.org/officeDocument/2006/relationships/image" Target="../media/image7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svg"/><Relationship Id="rId11" Type="http://schemas.openxmlformats.org/officeDocument/2006/relationships/image" Target="../media/image788.svg"/><Relationship Id="rId5" Type="http://schemas.openxmlformats.org/officeDocument/2006/relationships/image" Target="../media/image565.svg"/><Relationship Id="rId10" Type="http://schemas.openxmlformats.org/officeDocument/2006/relationships/image" Target="../media/image787.svg"/><Relationship Id="rId4" Type="http://schemas.openxmlformats.org/officeDocument/2006/relationships/image" Target="../media/image286.svg"/><Relationship Id="rId9" Type="http://schemas.openxmlformats.org/officeDocument/2006/relationships/image" Target="../media/image786.svg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svg"/><Relationship Id="rId3" Type="http://schemas.openxmlformats.org/officeDocument/2006/relationships/image" Target="../media/image704.svg"/><Relationship Id="rId7" Type="http://schemas.openxmlformats.org/officeDocument/2006/relationships/image" Target="../media/image791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svg"/><Relationship Id="rId5" Type="http://schemas.openxmlformats.org/officeDocument/2006/relationships/image" Target="../media/image790.svg"/><Relationship Id="rId4" Type="http://schemas.openxmlformats.org/officeDocument/2006/relationships/image" Target="../media/image789.svg"/><Relationship Id="rId9" Type="http://schemas.openxmlformats.org/officeDocument/2006/relationships/image" Target="../media/image654.sv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svg"/><Relationship Id="rId2" Type="http://schemas.openxmlformats.org/officeDocument/2006/relationships/image" Target="../media/image7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4.svg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tags" Target="../tags/tag317.xml"/><Relationship Id="rId7" Type="http://schemas.openxmlformats.org/officeDocument/2006/relationships/image" Target="../media/image692.svg"/><Relationship Id="rId2" Type="http://schemas.openxmlformats.org/officeDocument/2006/relationships/tags" Target="../tags/tag316.xml"/><Relationship Id="rId1" Type="http://schemas.openxmlformats.org/officeDocument/2006/relationships/tags" Target="../tags/tag315.xml"/><Relationship Id="rId6" Type="http://schemas.openxmlformats.org/officeDocument/2006/relationships/image" Target="../media/image184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18.xml"/><Relationship Id="rId9" Type="http://schemas.openxmlformats.org/officeDocument/2006/relationships/image" Target="../media/image221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7" Type="http://schemas.openxmlformats.org/officeDocument/2006/relationships/chart" Target="../charts/chart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9.xml"/><Relationship Id="rId6" Type="http://schemas.openxmlformats.org/officeDocument/2006/relationships/image" Target="../media/image57.svg"/><Relationship Id="rId5" Type="http://schemas.openxmlformats.org/officeDocument/2006/relationships/image" Target="../media/image141.svg"/><Relationship Id="rId4" Type="http://schemas.openxmlformats.org/officeDocument/2006/relationships/image" Target="../media/image692.sv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image" Target="../media/image79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22.xml"/><Relationship Id="rId7" Type="http://schemas.openxmlformats.org/officeDocument/2006/relationships/tags" Target="../tags/tag326.xml"/><Relationship Id="rId12" Type="http://schemas.openxmlformats.org/officeDocument/2006/relationships/image" Target="../media/image798.svg"/><Relationship Id="rId2" Type="http://schemas.openxmlformats.org/officeDocument/2006/relationships/tags" Target="../tags/tag321.xml"/><Relationship Id="rId1" Type="http://schemas.openxmlformats.org/officeDocument/2006/relationships/tags" Target="../tags/tag320.xml"/><Relationship Id="rId6" Type="http://schemas.openxmlformats.org/officeDocument/2006/relationships/tags" Target="../tags/tag325.xml"/><Relationship Id="rId11" Type="http://schemas.openxmlformats.org/officeDocument/2006/relationships/image" Target="../media/image378.svg"/><Relationship Id="rId5" Type="http://schemas.openxmlformats.org/officeDocument/2006/relationships/tags" Target="../tags/tag324.xml"/><Relationship Id="rId10" Type="http://schemas.openxmlformats.org/officeDocument/2006/relationships/image" Target="../media/image692.svg"/><Relationship Id="rId4" Type="http://schemas.openxmlformats.org/officeDocument/2006/relationships/tags" Target="../tags/tag323.xml"/><Relationship Id="rId9" Type="http://schemas.openxmlformats.org/officeDocument/2006/relationships/image" Target="../media/image184.sv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tags" Target="../tags/tag334.xml"/><Relationship Id="rId13" Type="http://schemas.openxmlformats.org/officeDocument/2006/relationships/image" Target="../media/image798.svg"/><Relationship Id="rId3" Type="http://schemas.openxmlformats.org/officeDocument/2006/relationships/tags" Target="../tags/tag329.xml"/><Relationship Id="rId7" Type="http://schemas.openxmlformats.org/officeDocument/2006/relationships/tags" Target="../tags/tag333.xml"/><Relationship Id="rId12" Type="http://schemas.openxmlformats.org/officeDocument/2006/relationships/image" Target="../media/image692.svg"/><Relationship Id="rId2" Type="http://schemas.openxmlformats.org/officeDocument/2006/relationships/tags" Target="../tags/tag328.xml"/><Relationship Id="rId1" Type="http://schemas.openxmlformats.org/officeDocument/2006/relationships/tags" Target="../tags/tag327.xml"/><Relationship Id="rId6" Type="http://schemas.openxmlformats.org/officeDocument/2006/relationships/tags" Target="../tags/tag332.xml"/><Relationship Id="rId11" Type="http://schemas.openxmlformats.org/officeDocument/2006/relationships/image" Target="../media/image184.svg"/><Relationship Id="rId5" Type="http://schemas.openxmlformats.org/officeDocument/2006/relationships/tags" Target="../tags/tag331.xml"/><Relationship Id="rId15" Type="http://schemas.openxmlformats.org/officeDocument/2006/relationships/image" Target="../media/image799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30.xml"/><Relationship Id="rId9" Type="http://schemas.openxmlformats.org/officeDocument/2006/relationships/tags" Target="../tags/tag335.xml"/><Relationship Id="rId14" Type="http://schemas.openxmlformats.org/officeDocument/2006/relationships/image" Target="../media/image378.sv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745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535.svg"/><Relationship Id="rId2" Type="http://schemas.openxmlformats.org/officeDocument/2006/relationships/tags" Target="../tags/tag337.xml"/><Relationship Id="rId16" Type="http://schemas.openxmlformats.org/officeDocument/2006/relationships/image" Target="../media/image218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692.svg"/><Relationship Id="rId5" Type="http://schemas.openxmlformats.org/officeDocument/2006/relationships/tags" Target="../tags/tag340.xml"/><Relationship Id="rId15" Type="http://schemas.openxmlformats.org/officeDocument/2006/relationships/image" Target="../media/image800.svg"/><Relationship Id="rId10" Type="http://schemas.openxmlformats.org/officeDocument/2006/relationships/image" Target="../media/image184.svg"/><Relationship Id="rId4" Type="http://schemas.openxmlformats.org/officeDocument/2006/relationships/tags" Target="../tags/tag339.xml"/><Relationship Id="rId9" Type="http://schemas.openxmlformats.org/officeDocument/2006/relationships/notesSlide" Target="../notesSlides/notesSlide70.xml"/><Relationship Id="rId14" Type="http://schemas.openxmlformats.org/officeDocument/2006/relationships/image" Target="../media/image288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5" Type="http://schemas.openxmlformats.org/officeDocument/2006/relationships/image" Target="../media/image692.svg"/><Relationship Id="rId4" Type="http://schemas.openxmlformats.org/officeDocument/2006/relationships/image" Target="../media/image184.sv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7.svg"/><Relationship Id="rId4" Type="http://schemas.openxmlformats.org/officeDocument/2006/relationships/image" Target="../media/image802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5.xml"/><Relationship Id="rId6" Type="http://schemas.openxmlformats.org/officeDocument/2006/relationships/image" Target="../media/image572.svg"/><Relationship Id="rId5" Type="http://schemas.openxmlformats.org/officeDocument/2006/relationships/image" Target="../media/image346.svg"/><Relationship Id="rId4" Type="http://schemas.openxmlformats.org/officeDocument/2006/relationships/image" Target="../media/image692.sv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3.svg"/><Relationship Id="rId4" Type="http://schemas.openxmlformats.org/officeDocument/2006/relationships/image" Target="../media/image798.sv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8.svg"/><Relationship Id="rId4" Type="http://schemas.openxmlformats.org/officeDocument/2006/relationships/image" Target="../media/image807.svg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218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8.xml"/><Relationship Id="rId5" Type="http://schemas.openxmlformats.org/officeDocument/2006/relationships/image" Target="../media/image810.svg"/><Relationship Id="rId4" Type="http://schemas.openxmlformats.org/officeDocument/2006/relationships/image" Target="../media/image809.sv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svg"/><Relationship Id="rId2" Type="http://schemas.openxmlformats.org/officeDocument/2006/relationships/image" Target="../media/image808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8.svg"/><Relationship Id="rId4" Type="http://schemas.openxmlformats.org/officeDocument/2006/relationships/image" Target="../media/image827.svg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svg"/><Relationship Id="rId13" Type="http://schemas.openxmlformats.org/officeDocument/2006/relationships/image" Target="../media/image184.svg"/><Relationship Id="rId3" Type="http://schemas.openxmlformats.org/officeDocument/2006/relationships/image" Target="../media/image829.png"/><Relationship Id="rId7" Type="http://schemas.openxmlformats.org/officeDocument/2006/relationships/image" Target="../media/image833.svg"/><Relationship Id="rId12" Type="http://schemas.openxmlformats.org/officeDocument/2006/relationships/image" Target="../media/image234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2.svg"/><Relationship Id="rId11" Type="http://schemas.openxmlformats.org/officeDocument/2006/relationships/image" Target="../media/image836.svg"/><Relationship Id="rId5" Type="http://schemas.openxmlformats.org/officeDocument/2006/relationships/image" Target="../media/image831.svg"/><Relationship Id="rId10" Type="http://schemas.openxmlformats.org/officeDocument/2006/relationships/image" Target="../media/image24.svg"/><Relationship Id="rId4" Type="http://schemas.openxmlformats.org/officeDocument/2006/relationships/image" Target="../media/image830.png"/><Relationship Id="rId9" Type="http://schemas.openxmlformats.org/officeDocument/2006/relationships/image" Target="../media/image835.svg"/><Relationship Id="rId14" Type="http://schemas.openxmlformats.org/officeDocument/2006/relationships/image" Target="../media/image837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9.svg"/><Relationship Id="rId4" Type="http://schemas.openxmlformats.org/officeDocument/2006/relationships/image" Target="../media/image838.svg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5" Type="http://schemas.openxmlformats.org/officeDocument/2006/relationships/image" Target="../media/image688.svg"/><Relationship Id="rId4" Type="http://schemas.openxmlformats.org/officeDocument/2006/relationships/notesSlide" Target="../notesSlides/notesSlide78.xml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40.svg"/><Relationship Id="rId7" Type="http://schemas.openxmlformats.org/officeDocument/2006/relationships/image" Target="../media/image844.svg"/><Relationship Id="rId12" Type="http://schemas.openxmlformats.org/officeDocument/2006/relationships/image" Target="../media/image848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3.svg"/><Relationship Id="rId11" Type="http://schemas.openxmlformats.org/officeDocument/2006/relationships/image" Target="../media/image847.svg"/><Relationship Id="rId5" Type="http://schemas.openxmlformats.org/officeDocument/2006/relationships/image" Target="../media/image842.svg"/><Relationship Id="rId10" Type="http://schemas.openxmlformats.org/officeDocument/2006/relationships/image" Target="../media/image846.svg"/><Relationship Id="rId4" Type="http://schemas.openxmlformats.org/officeDocument/2006/relationships/image" Target="../media/image841.svg"/><Relationship Id="rId9" Type="http://schemas.openxmlformats.org/officeDocument/2006/relationships/image" Target="../media/image845.svg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849.svg"/><Relationship Id="rId7" Type="http://schemas.openxmlformats.org/officeDocument/2006/relationships/image" Target="../media/image853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2.svg"/><Relationship Id="rId5" Type="http://schemas.openxmlformats.org/officeDocument/2006/relationships/image" Target="../media/image851.svg"/><Relationship Id="rId4" Type="http://schemas.openxmlformats.org/officeDocument/2006/relationships/image" Target="../media/image850.svg"/><Relationship Id="rId9" Type="http://schemas.openxmlformats.org/officeDocument/2006/relationships/image" Target="../media/image854.svg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7.svg"/><Relationship Id="rId5" Type="http://schemas.openxmlformats.org/officeDocument/2006/relationships/image" Target="../media/image856.svg"/><Relationship Id="rId4" Type="http://schemas.openxmlformats.org/officeDocument/2006/relationships/image" Target="../media/image855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svg"/><Relationship Id="rId7" Type="http://schemas.openxmlformats.org/officeDocument/2006/relationships/image" Target="../media/image864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svg"/><Relationship Id="rId5" Type="http://schemas.openxmlformats.org/officeDocument/2006/relationships/image" Target="../media/image862.svg"/><Relationship Id="rId4" Type="http://schemas.openxmlformats.org/officeDocument/2006/relationships/image" Target="../media/image861.sv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5" Type="http://schemas.openxmlformats.org/officeDocument/2006/relationships/image" Target="../media/image867.svg"/><Relationship Id="rId4" Type="http://schemas.openxmlformats.org/officeDocument/2006/relationships/image" Target="../media/image866.sv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5.svg"/><Relationship Id="rId3" Type="http://schemas.openxmlformats.org/officeDocument/2006/relationships/image" Target="../media/image870.svg"/><Relationship Id="rId7" Type="http://schemas.openxmlformats.org/officeDocument/2006/relationships/image" Target="../media/image874.svg"/><Relationship Id="rId2" Type="http://schemas.openxmlformats.org/officeDocument/2006/relationships/image" Target="../media/image8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3.svg"/><Relationship Id="rId5" Type="http://schemas.openxmlformats.org/officeDocument/2006/relationships/image" Target="../media/image872.svg"/><Relationship Id="rId10" Type="http://schemas.openxmlformats.org/officeDocument/2006/relationships/image" Target="../media/image520.svg"/><Relationship Id="rId4" Type="http://schemas.openxmlformats.org/officeDocument/2006/relationships/image" Target="../media/image871.svg"/><Relationship Id="rId9" Type="http://schemas.openxmlformats.org/officeDocument/2006/relationships/image" Target="../media/image432.sv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7.svg"/><Relationship Id="rId4" Type="http://schemas.openxmlformats.org/officeDocument/2006/relationships/image" Target="../media/image228.sv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svg"/><Relationship Id="rId2" Type="http://schemas.openxmlformats.org/officeDocument/2006/relationships/image" Target="../media/image52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7.svg"/><Relationship Id="rId4" Type="http://schemas.openxmlformats.org/officeDocument/2006/relationships/image" Target="../media/image565.sv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svg"/><Relationship Id="rId7" Type="http://schemas.openxmlformats.org/officeDocument/2006/relationships/image" Target="../media/image176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0.svg"/><Relationship Id="rId5" Type="http://schemas.openxmlformats.org/officeDocument/2006/relationships/image" Target="../media/image879.svg"/><Relationship Id="rId4" Type="http://schemas.openxmlformats.org/officeDocument/2006/relationships/image" Target="../media/image878.sv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3" Type="http://schemas.openxmlformats.org/officeDocument/2006/relationships/image" Target="../media/image881.svg"/><Relationship Id="rId7" Type="http://schemas.openxmlformats.org/officeDocument/2006/relationships/image" Target="../media/image263.svg"/><Relationship Id="rId12" Type="http://schemas.openxmlformats.org/officeDocument/2006/relationships/image" Target="../media/image58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3.svg"/><Relationship Id="rId11" Type="http://schemas.openxmlformats.org/officeDocument/2006/relationships/image" Target="../media/image680.svg"/><Relationship Id="rId5" Type="http://schemas.openxmlformats.org/officeDocument/2006/relationships/image" Target="../media/image882.svg"/><Relationship Id="rId10" Type="http://schemas.openxmlformats.org/officeDocument/2006/relationships/image" Target="../media/image601.svg"/><Relationship Id="rId4" Type="http://schemas.openxmlformats.org/officeDocument/2006/relationships/image" Target="../media/image522.svg"/><Relationship Id="rId9" Type="http://schemas.openxmlformats.org/officeDocument/2006/relationships/image" Target="../media/image70.sv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svg"/><Relationship Id="rId3" Type="http://schemas.openxmlformats.org/officeDocument/2006/relationships/image" Target="../media/image884.svg"/><Relationship Id="rId7" Type="http://schemas.openxmlformats.org/officeDocument/2006/relationships/image" Target="../media/image547.svg"/><Relationship Id="rId2" Type="http://schemas.openxmlformats.org/officeDocument/2006/relationships/image" Target="../media/image1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5.svg"/><Relationship Id="rId5" Type="http://schemas.openxmlformats.org/officeDocument/2006/relationships/image" Target="../media/image783.svg"/><Relationship Id="rId4" Type="http://schemas.openxmlformats.org/officeDocument/2006/relationships/image" Target="../media/image523.svg"/><Relationship Id="rId9" Type="http://schemas.openxmlformats.org/officeDocument/2006/relationships/image" Target="../media/image886.sv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svg"/><Relationship Id="rId7" Type="http://schemas.openxmlformats.org/officeDocument/2006/relationships/image" Target="../media/image228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0.svg"/><Relationship Id="rId5" Type="http://schemas.openxmlformats.org/officeDocument/2006/relationships/image" Target="../media/image889.svg"/><Relationship Id="rId4" Type="http://schemas.openxmlformats.org/officeDocument/2006/relationships/image" Target="../media/image888.sv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18" Type="http://schemas.openxmlformats.org/officeDocument/2006/relationships/image" Target="../media/image894.svg"/><Relationship Id="rId3" Type="http://schemas.openxmlformats.org/officeDocument/2006/relationships/tags" Target="../tags/tag350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175.svg"/><Relationship Id="rId17" Type="http://schemas.openxmlformats.org/officeDocument/2006/relationships/image" Target="../media/image116.svg"/><Relationship Id="rId2" Type="http://schemas.openxmlformats.org/officeDocument/2006/relationships/tags" Target="../tags/tag349.xml"/><Relationship Id="rId16" Type="http://schemas.openxmlformats.org/officeDocument/2006/relationships/image" Target="../media/image893.svg"/><Relationship Id="rId1" Type="http://schemas.openxmlformats.org/officeDocument/2006/relationships/tags" Target="../tags/tag348.xml"/><Relationship Id="rId6" Type="http://schemas.openxmlformats.org/officeDocument/2006/relationships/tags" Target="../tags/tag353.xml"/><Relationship Id="rId11" Type="http://schemas.openxmlformats.org/officeDocument/2006/relationships/image" Target="../media/image237.svg"/><Relationship Id="rId5" Type="http://schemas.openxmlformats.org/officeDocument/2006/relationships/tags" Target="../tags/tag352.xml"/><Relationship Id="rId15" Type="http://schemas.openxmlformats.org/officeDocument/2006/relationships/image" Target="../media/image217.svg"/><Relationship Id="rId10" Type="http://schemas.openxmlformats.org/officeDocument/2006/relationships/image" Target="../media/image892.svg"/><Relationship Id="rId19" Type="http://schemas.openxmlformats.org/officeDocument/2006/relationships/image" Target="../media/image895.svg"/><Relationship Id="rId4" Type="http://schemas.openxmlformats.org/officeDocument/2006/relationships/tags" Target="../tags/tag351.xml"/><Relationship Id="rId9" Type="http://schemas.openxmlformats.org/officeDocument/2006/relationships/image" Target="../media/image891.svg"/><Relationship Id="rId14" Type="http://schemas.openxmlformats.org/officeDocument/2006/relationships/image" Target="../media/image522.sv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8.svg"/><Relationship Id="rId3" Type="http://schemas.openxmlformats.org/officeDocument/2006/relationships/image" Target="../media/image228.svg"/><Relationship Id="rId7" Type="http://schemas.openxmlformats.org/officeDocument/2006/relationships/image" Target="../media/image89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4.xml"/><Relationship Id="rId6" Type="http://schemas.openxmlformats.org/officeDocument/2006/relationships/image" Target="../media/image896.svg"/><Relationship Id="rId5" Type="http://schemas.openxmlformats.org/officeDocument/2006/relationships/image" Target="../media/image68.svg"/><Relationship Id="rId10" Type="http://schemas.openxmlformats.org/officeDocument/2006/relationships/image" Target="../media/image900.svg"/><Relationship Id="rId4" Type="http://schemas.openxmlformats.org/officeDocument/2006/relationships/image" Target="../media/image524.svg"/><Relationship Id="rId9" Type="http://schemas.openxmlformats.org/officeDocument/2006/relationships/image" Target="../media/image899.sv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901.sv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3" Type="http://schemas.openxmlformats.org/officeDocument/2006/relationships/tags" Target="../tags/tag357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4.svg"/><Relationship Id="rId2" Type="http://schemas.openxmlformats.org/officeDocument/2006/relationships/tags" Target="../tags/tag356.xml"/><Relationship Id="rId16" Type="http://schemas.openxmlformats.org/officeDocument/2006/relationships/image" Target="../media/image907.svg"/><Relationship Id="rId1" Type="http://schemas.openxmlformats.org/officeDocument/2006/relationships/tags" Target="../tags/tag355.xml"/><Relationship Id="rId6" Type="http://schemas.openxmlformats.org/officeDocument/2006/relationships/tags" Target="../tags/tag360.xml"/><Relationship Id="rId11" Type="http://schemas.openxmlformats.org/officeDocument/2006/relationships/image" Target="../media/image903.svg"/><Relationship Id="rId5" Type="http://schemas.openxmlformats.org/officeDocument/2006/relationships/tags" Target="../tags/tag359.xml"/><Relationship Id="rId15" Type="http://schemas.openxmlformats.org/officeDocument/2006/relationships/image" Target="../media/image906.svg"/><Relationship Id="rId10" Type="http://schemas.openxmlformats.org/officeDocument/2006/relationships/image" Target="../media/image902.svg"/><Relationship Id="rId4" Type="http://schemas.openxmlformats.org/officeDocument/2006/relationships/tags" Target="../tags/tag358.xml"/><Relationship Id="rId9" Type="http://schemas.openxmlformats.org/officeDocument/2006/relationships/image" Target="../media/image742.svg"/><Relationship Id="rId14" Type="http://schemas.openxmlformats.org/officeDocument/2006/relationships/image" Target="../media/image905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tags" Target="../tags/tag368.xml"/><Relationship Id="rId13" Type="http://schemas.openxmlformats.org/officeDocument/2006/relationships/image" Target="../media/image909.svg"/><Relationship Id="rId3" Type="http://schemas.openxmlformats.org/officeDocument/2006/relationships/tags" Target="../tags/tag363.xml"/><Relationship Id="rId7" Type="http://schemas.openxmlformats.org/officeDocument/2006/relationships/tags" Target="../tags/tag367.xml"/><Relationship Id="rId12" Type="http://schemas.openxmlformats.org/officeDocument/2006/relationships/image" Target="../media/image908.svg"/><Relationship Id="rId17" Type="http://schemas.openxmlformats.org/officeDocument/2006/relationships/image" Target="../media/image913.svg"/><Relationship Id="rId2" Type="http://schemas.openxmlformats.org/officeDocument/2006/relationships/tags" Target="../tags/tag362.xml"/><Relationship Id="rId16" Type="http://schemas.openxmlformats.org/officeDocument/2006/relationships/image" Target="../media/image912.svg"/><Relationship Id="rId1" Type="http://schemas.openxmlformats.org/officeDocument/2006/relationships/tags" Target="../tags/tag361.xml"/><Relationship Id="rId6" Type="http://schemas.openxmlformats.org/officeDocument/2006/relationships/tags" Target="../tags/tag366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65.xml"/><Relationship Id="rId15" Type="http://schemas.openxmlformats.org/officeDocument/2006/relationships/image" Target="../media/image911.svg"/><Relationship Id="rId10" Type="http://schemas.openxmlformats.org/officeDocument/2006/relationships/tags" Target="../tags/tag370.xml"/><Relationship Id="rId4" Type="http://schemas.openxmlformats.org/officeDocument/2006/relationships/tags" Target="../tags/tag364.xml"/><Relationship Id="rId9" Type="http://schemas.openxmlformats.org/officeDocument/2006/relationships/tags" Target="../tags/tag369.xml"/><Relationship Id="rId14" Type="http://schemas.openxmlformats.org/officeDocument/2006/relationships/image" Target="../media/image910.svg"/></Relationships>
</file>

<file path=ppt/slides/_rels/slide2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.svg"/><Relationship Id="rId3" Type="http://schemas.openxmlformats.org/officeDocument/2006/relationships/image" Target="../media/image914.svg"/><Relationship Id="rId7" Type="http://schemas.openxmlformats.org/officeDocument/2006/relationships/image" Target="../media/image917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.svg"/><Relationship Id="rId11" Type="http://schemas.openxmlformats.org/officeDocument/2006/relationships/image" Target="../media/image26.svg"/><Relationship Id="rId5" Type="http://schemas.openxmlformats.org/officeDocument/2006/relationships/image" Target="../media/image915.svg"/><Relationship Id="rId10" Type="http://schemas.openxmlformats.org/officeDocument/2006/relationships/image" Target="../media/image24.svg"/><Relationship Id="rId4" Type="http://schemas.openxmlformats.org/officeDocument/2006/relationships/image" Target="../media/image532.svg"/><Relationship Id="rId9" Type="http://schemas.openxmlformats.org/officeDocument/2006/relationships/image" Target="../media/image919.sv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sv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23.svg"/><Relationship Id="rId4" Type="http://schemas.openxmlformats.org/officeDocument/2006/relationships/image" Target="../media/image922.svg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6.svg"/><Relationship Id="rId7" Type="http://schemas.openxmlformats.org/officeDocument/2006/relationships/image" Target="../media/image692.svg"/><Relationship Id="rId2" Type="http://schemas.openxmlformats.org/officeDocument/2006/relationships/image" Target="../media/image9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svg"/><Relationship Id="rId5" Type="http://schemas.openxmlformats.org/officeDocument/2006/relationships/image" Target="../media/image927.svg"/><Relationship Id="rId4" Type="http://schemas.openxmlformats.org/officeDocument/2006/relationships/image" Target="../media/image330.svg"/></Relationships>
</file>

<file path=ppt/slides/_rels/slide25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1.xml"/><Relationship Id="rId3" Type="http://schemas.openxmlformats.org/officeDocument/2006/relationships/tags" Target="../tags/tag373.xml"/><Relationship Id="rId7" Type="http://schemas.openxmlformats.org/officeDocument/2006/relationships/image" Target="../media/image219.svg"/><Relationship Id="rId12" Type="http://schemas.openxmlformats.org/officeDocument/2006/relationships/chart" Target="../charts/chart3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928.svg"/><Relationship Id="rId5" Type="http://schemas.openxmlformats.org/officeDocument/2006/relationships/tags" Target="../tags/tag375.xml"/><Relationship Id="rId10" Type="http://schemas.openxmlformats.org/officeDocument/2006/relationships/chart" Target="../charts/chart33.xml"/><Relationship Id="rId4" Type="http://schemas.openxmlformats.org/officeDocument/2006/relationships/tags" Target="../tags/tag374.xml"/><Relationship Id="rId9" Type="http://schemas.openxmlformats.org/officeDocument/2006/relationships/chart" Target="../charts/chart32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svg"/><Relationship Id="rId7" Type="http://schemas.openxmlformats.org/officeDocument/2006/relationships/image" Target="../media/image930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929.svg"/><Relationship Id="rId4" Type="http://schemas.openxmlformats.org/officeDocument/2006/relationships/image" Target="../media/image568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0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31.svg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svg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svg"/><Relationship Id="rId3" Type="http://schemas.openxmlformats.org/officeDocument/2006/relationships/image" Target="../media/image932.svg"/><Relationship Id="rId7" Type="http://schemas.openxmlformats.org/officeDocument/2006/relationships/image" Target="../media/image935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svg"/><Relationship Id="rId11" Type="http://schemas.openxmlformats.org/officeDocument/2006/relationships/image" Target="../media/image939.svg"/><Relationship Id="rId5" Type="http://schemas.openxmlformats.org/officeDocument/2006/relationships/image" Target="../media/image934.svg"/><Relationship Id="rId10" Type="http://schemas.openxmlformats.org/officeDocument/2006/relationships/image" Target="../media/image938.svg"/><Relationship Id="rId4" Type="http://schemas.openxmlformats.org/officeDocument/2006/relationships/image" Target="../media/image933.svg"/><Relationship Id="rId9" Type="http://schemas.openxmlformats.org/officeDocument/2006/relationships/image" Target="../media/image937.svg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0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540.svg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4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6.svg"/><Relationship Id="rId4" Type="http://schemas.openxmlformats.org/officeDocument/2006/relationships/image" Target="../media/image14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9.svg"/><Relationship Id="rId13" Type="http://schemas.openxmlformats.org/officeDocument/2006/relationships/image" Target="../media/image954.svg"/><Relationship Id="rId18" Type="http://schemas.openxmlformats.org/officeDocument/2006/relationships/image" Target="../media/image959.svg"/><Relationship Id="rId3" Type="http://schemas.openxmlformats.org/officeDocument/2006/relationships/image" Target="../media/image944.svg"/><Relationship Id="rId7" Type="http://schemas.openxmlformats.org/officeDocument/2006/relationships/image" Target="../media/image948.svg"/><Relationship Id="rId12" Type="http://schemas.openxmlformats.org/officeDocument/2006/relationships/image" Target="../media/image953.svg"/><Relationship Id="rId17" Type="http://schemas.openxmlformats.org/officeDocument/2006/relationships/image" Target="../media/image958.svg"/><Relationship Id="rId2" Type="http://schemas.openxmlformats.org/officeDocument/2006/relationships/image" Target="../media/image943.svg"/><Relationship Id="rId16" Type="http://schemas.openxmlformats.org/officeDocument/2006/relationships/image" Target="../media/image9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7.svg"/><Relationship Id="rId11" Type="http://schemas.openxmlformats.org/officeDocument/2006/relationships/image" Target="../media/image952.svg"/><Relationship Id="rId5" Type="http://schemas.openxmlformats.org/officeDocument/2006/relationships/image" Target="../media/image946.svg"/><Relationship Id="rId15" Type="http://schemas.openxmlformats.org/officeDocument/2006/relationships/image" Target="../media/image956.svg"/><Relationship Id="rId10" Type="http://schemas.openxmlformats.org/officeDocument/2006/relationships/image" Target="../media/image951.svg"/><Relationship Id="rId19" Type="http://schemas.openxmlformats.org/officeDocument/2006/relationships/image" Target="../media/image960.svg"/><Relationship Id="rId4" Type="http://schemas.openxmlformats.org/officeDocument/2006/relationships/image" Target="../media/image945.svg"/><Relationship Id="rId9" Type="http://schemas.openxmlformats.org/officeDocument/2006/relationships/image" Target="../media/image950.svg"/><Relationship Id="rId14" Type="http://schemas.openxmlformats.org/officeDocument/2006/relationships/image" Target="../media/image955.sv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3" Type="http://schemas.openxmlformats.org/officeDocument/2006/relationships/tags" Target="../tags/tag378.xml"/><Relationship Id="rId7" Type="http://schemas.openxmlformats.org/officeDocument/2006/relationships/image" Target="../media/image962.svg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6" Type="http://schemas.openxmlformats.org/officeDocument/2006/relationships/image" Target="../media/image96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79.xml"/><Relationship Id="rId9" Type="http://schemas.openxmlformats.org/officeDocument/2006/relationships/image" Target="../media/image964.sv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13" Type="http://schemas.openxmlformats.org/officeDocument/2006/relationships/image" Target="../media/image968.svg"/><Relationship Id="rId3" Type="http://schemas.openxmlformats.org/officeDocument/2006/relationships/tags" Target="../tags/tag382.xml"/><Relationship Id="rId7" Type="http://schemas.openxmlformats.org/officeDocument/2006/relationships/image" Target="../media/image962.svg"/><Relationship Id="rId12" Type="http://schemas.openxmlformats.org/officeDocument/2006/relationships/image" Target="../media/image967.svg"/><Relationship Id="rId2" Type="http://schemas.openxmlformats.org/officeDocument/2006/relationships/tags" Target="../tags/tag381.xml"/><Relationship Id="rId1" Type="http://schemas.openxmlformats.org/officeDocument/2006/relationships/tags" Target="../tags/tag380.xml"/><Relationship Id="rId6" Type="http://schemas.openxmlformats.org/officeDocument/2006/relationships/image" Target="../media/image961.svg"/><Relationship Id="rId11" Type="http://schemas.openxmlformats.org/officeDocument/2006/relationships/image" Target="../media/image966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965.svg"/><Relationship Id="rId4" Type="http://schemas.openxmlformats.org/officeDocument/2006/relationships/tags" Target="../tags/tag383.xml"/><Relationship Id="rId9" Type="http://schemas.openxmlformats.org/officeDocument/2006/relationships/image" Target="../media/image964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8.svg"/><Relationship Id="rId3" Type="http://schemas.openxmlformats.org/officeDocument/2006/relationships/tags" Target="../tags/tag386.xml"/><Relationship Id="rId7" Type="http://schemas.openxmlformats.org/officeDocument/2006/relationships/image" Target="../media/image967.sv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image" Target="../media/image966.svg"/><Relationship Id="rId11" Type="http://schemas.openxmlformats.org/officeDocument/2006/relationships/image" Target="../media/image971.svg"/><Relationship Id="rId5" Type="http://schemas.openxmlformats.org/officeDocument/2006/relationships/image" Target="../media/image965.svg"/><Relationship Id="rId10" Type="http://schemas.openxmlformats.org/officeDocument/2006/relationships/image" Target="../media/image9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69.svg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73.svg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image" Target="../media/image972.svg"/><Relationship Id="rId5" Type="http://schemas.openxmlformats.org/officeDocument/2006/relationships/image" Target="../media/image182.svg"/><Relationship Id="rId4" Type="http://schemas.openxmlformats.org/officeDocument/2006/relationships/image" Target="../media/image99.svg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7.svg"/><Relationship Id="rId3" Type="http://schemas.openxmlformats.org/officeDocument/2006/relationships/image" Target="../media/image218.svg"/><Relationship Id="rId7" Type="http://schemas.openxmlformats.org/officeDocument/2006/relationships/image" Target="../media/image976.svg"/><Relationship Id="rId2" Type="http://schemas.openxmlformats.org/officeDocument/2006/relationships/image" Target="../media/image1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5.svg"/><Relationship Id="rId5" Type="http://schemas.openxmlformats.org/officeDocument/2006/relationships/image" Target="../media/image915.svg"/><Relationship Id="rId4" Type="http://schemas.openxmlformats.org/officeDocument/2006/relationships/image" Target="../media/image57.svg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0.png"/><Relationship Id="rId4" Type="http://schemas.openxmlformats.org/officeDocument/2006/relationships/image" Target="../media/image979.png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8.png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2.svg"/><Relationship Id="rId13" Type="http://schemas.openxmlformats.org/officeDocument/2006/relationships/image" Target="../media/image337.svg"/><Relationship Id="rId3" Type="http://schemas.openxmlformats.org/officeDocument/2006/relationships/tags" Target="../tags/tag391.xml"/><Relationship Id="rId7" Type="http://schemas.openxmlformats.org/officeDocument/2006/relationships/image" Target="../media/image115.svg"/><Relationship Id="rId12" Type="http://schemas.openxmlformats.org/officeDocument/2006/relationships/image" Target="../media/image984.svg"/><Relationship Id="rId2" Type="http://schemas.openxmlformats.org/officeDocument/2006/relationships/tags" Target="../tags/tag390.xml"/><Relationship Id="rId1" Type="http://schemas.openxmlformats.org/officeDocument/2006/relationships/tags" Target="../tags/tag389.xml"/><Relationship Id="rId6" Type="http://schemas.openxmlformats.org/officeDocument/2006/relationships/image" Target="../media/image981.svg"/><Relationship Id="rId11" Type="http://schemas.openxmlformats.org/officeDocument/2006/relationships/image" Target="../media/image151.svg"/><Relationship Id="rId5" Type="http://schemas.openxmlformats.org/officeDocument/2006/relationships/notesSlide" Target="../notesSlides/notesSlide94.xml"/><Relationship Id="rId10" Type="http://schemas.openxmlformats.org/officeDocument/2006/relationships/image" Target="../media/image9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8.svg"/><Relationship Id="rId14" Type="http://schemas.openxmlformats.org/officeDocument/2006/relationships/image" Target="../media/image422.sv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985.svg"/><Relationship Id="rId5" Type="http://schemas.openxmlformats.org/officeDocument/2006/relationships/image" Target="../media/image114.svg"/><Relationship Id="rId4" Type="http://schemas.openxmlformats.org/officeDocument/2006/relationships/notesSlide" Target="../notesSlides/notesSlide95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2" Type="http://schemas.openxmlformats.org/officeDocument/2006/relationships/image" Target="../media/image9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7.sv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4.svg"/><Relationship Id="rId13" Type="http://schemas.openxmlformats.org/officeDocument/2006/relationships/image" Target="../media/image998.svg"/><Relationship Id="rId18" Type="http://schemas.openxmlformats.org/officeDocument/2006/relationships/image" Target="../media/image1003.svg"/><Relationship Id="rId3" Type="http://schemas.openxmlformats.org/officeDocument/2006/relationships/image" Target="../media/image989.svg"/><Relationship Id="rId7" Type="http://schemas.openxmlformats.org/officeDocument/2006/relationships/image" Target="../media/image993.svg"/><Relationship Id="rId12" Type="http://schemas.openxmlformats.org/officeDocument/2006/relationships/image" Target="../media/image997.svg"/><Relationship Id="rId17" Type="http://schemas.openxmlformats.org/officeDocument/2006/relationships/image" Target="../media/image1002.svg"/><Relationship Id="rId2" Type="http://schemas.openxmlformats.org/officeDocument/2006/relationships/image" Target="../media/image988.svg"/><Relationship Id="rId16" Type="http://schemas.openxmlformats.org/officeDocument/2006/relationships/image" Target="../media/image10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2.svg"/><Relationship Id="rId11" Type="http://schemas.openxmlformats.org/officeDocument/2006/relationships/image" Target="../media/image996.svg"/><Relationship Id="rId5" Type="http://schemas.openxmlformats.org/officeDocument/2006/relationships/image" Target="../media/image991.svg"/><Relationship Id="rId15" Type="http://schemas.openxmlformats.org/officeDocument/2006/relationships/image" Target="../media/image1000.svg"/><Relationship Id="rId10" Type="http://schemas.openxmlformats.org/officeDocument/2006/relationships/image" Target="../media/image995.svg"/><Relationship Id="rId4" Type="http://schemas.openxmlformats.org/officeDocument/2006/relationships/image" Target="../media/image990.svg"/><Relationship Id="rId9" Type="http://schemas.openxmlformats.org/officeDocument/2006/relationships/image" Target="../media/image326.svg"/><Relationship Id="rId14" Type="http://schemas.openxmlformats.org/officeDocument/2006/relationships/image" Target="../media/image999.svg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2.svg"/><Relationship Id="rId2" Type="http://schemas.openxmlformats.org/officeDocument/2006/relationships/image" Target="../media/image10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0.sv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5.xml"/><Relationship Id="rId3" Type="http://schemas.openxmlformats.org/officeDocument/2006/relationships/image" Target="../media/image478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5" Type="http://schemas.openxmlformats.org/officeDocument/2006/relationships/image" Target="../media/image1006.svg"/><Relationship Id="rId10" Type="http://schemas.openxmlformats.org/officeDocument/2006/relationships/chart" Target="../charts/chart36.xml"/><Relationship Id="rId4" Type="http://schemas.openxmlformats.org/officeDocument/2006/relationships/image" Target="../media/image1005.svg"/><Relationship Id="rId9" Type="http://schemas.openxmlformats.org/officeDocument/2006/relationships/image" Target="../media/image1007.pn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13" Type="http://schemas.openxmlformats.org/officeDocument/2006/relationships/image" Target="../media/image1016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12" Type="http://schemas.openxmlformats.org/officeDocument/2006/relationships/image" Target="../media/image1015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11" Type="http://schemas.openxmlformats.org/officeDocument/2006/relationships/image" Target="../media/image1014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Relationship Id="rId14" Type="http://schemas.openxmlformats.org/officeDocument/2006/relationships/image" Target="../media/image1017.sv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0.svg"/><Relationship Id="rId3" Type="http://schemas.openxmlformats.org/officeDocument/2006/relationships/image" Target="../media/image1008.svg"/><Relationship Id="rId7" Type="http://schemas.openxmlformats.org/officeDocument/2006/relationships/image" Target="../media/image1009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3.svg"/><Relationship Id="rId11" Type="http://schemas.openxmlformats.org/officeDocument/2006/relationships/image" Target="../media/image1013.svg"/><Relationship Id="rId5" Type="http://schemas.openxmlformats.org/officeDocument/2006/relationships/image" Target="../media/image373.svg"/><Relationship Id="rId10" Type="http://schemas.openxmlformats.org/officeDocument/2006/relationships/image" Target="../media/image1012.svg"/><Relationship Id="rId4" Type="http://schemas.openxmlformats.org/officeDocument/2006/relationships/image" Target="../media/image496.svg"/><Relationship Id="rId9" Type="http://schemas.openxmlformats.org/officeDocument/2006/relationships/image" Target="../media/image1011.svg"/></Relationships>
</file>

<file path=ppt/slides/_rels/slide2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8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0.svg"/><Relationship Id="rId5" Type="http://schemas.openxmlformats.org/officeDocument/2006/relationships/image" Target="../media/image552.svg"/><Relationship Id="rId4" Type="http://schemas.openxmlformats.org/officeDocument/2006/relationships/image" Target="../media/image1019.svg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svg"/><Relationship Id="rId2" Type="http://schemas.openxmlformats.org/officeDocument/2006/relationships/image" Target="../media/image1021.svg"/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4.svg"/><Relationship Id="rId3" Type="http://schemas.openxmlformats.org/officeDocument/2006/relationships/image" Target="../media/image99.svg"/><Relationship Id="rId7" Type="http://schemas.openxmlformats.org/officeDocument/2006/relationships/image" Target="../media/image102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182.svg"/><Relationship Id="rId4" Type="http://schemas.openxmlformats.org/officeDocument/2006/relationships/image" Target="../media/image217.svg"/><Relationship Id="rId9" Type="http://schemas.openxmlformats.org/officeDocument/2006/relationships/image" Target="../media/image1025.svg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svg"/><Relationship Id="rId3" Type="http://schemas.openxmlformats.org/officeDocument/2006/relationships/image" Target="../media/image117.svg"/><Relationship Id="rId7" Type="http://schemas.openxmlformats.org/officeDocument/2006/relationships/image" Target="../media/image1029.svg"/><Relationship Id="rId2" Type="http://schemas.openxmlformats.org/officeDocument/2006/relationships/image" Target="../media/image1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8.svg"/><Relationship Id="rId5" Type="http://schemas.openxmlformats.org/officeDocument/2006/relationships/image" Target="../media/image1027.svg"/><Relationship Id="rId4" Type="http://schemas.openxmlformats.org/officeDocument/2006/relationships/image" Target="../media/image1026.svg"/><Relationship Id="rId9" Type="http://schemas.openxmlformats.org/officeDocument/2006/relationships/image" Target="../media/image1031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svg"/><Relationship Id="rId13" Type="http://schemas.openxmlformats.org/officeDocument/2006/relationships/image" Target="../media/image1036.svg"/><Relationship Id="rId3" Type="http://schemas.openxmlformats.org/officeDocument/2006/relationships/image" Target="../media/image520.svg"/><Relationship Id="rId7" Type="http://schemas.openxmlformats.org/officeDocument/2006/relationships/image" Target="../media/image818.svg"/><Relationship Id="rId12" Type="http://schemas.openxmlformats.org/officeDocument/2006/relationships/image" Target="../media/image347.svg"/><Relationship Id="rId2" Type="http://schemas.openxmlformats.org/officeDocument/2006/relationships/image" Target="../media/image505.svg"/><Relationship Id="rId16" Type="http://schemas.openxmlformats.org/officeDocument/2006/relationships/image" Target="../media/image6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11" Type="http://schemas.openxmlformats.org/officeDocument/2006/relationships/image" Target="../media/image1035.svg"/><Relationship Id="rId5" Type="http://schemas.openxmlformats.org/officeDocument/2006/relationships/image" Target="../media/image1033.svg"/><Relationship Id="rId15" Type="http://schemas.openxmlformats.org/officeDocument/2006/relationships/image" Target="../media/image288.svg"/><Relationship Id="rId10" Type="http://schemas.openxmlformats.org/officeDocument/2006/relationships/image" Target="../media/image825.svg"/><Relationship Id="rId4" Type="http://schemas.openxmlformats.org/officeDocument/2006/relationships/image" Target="../media/image1032.svg"/><Relationship Id="rId9" Type="http://schemas.openxmlformats.org/officeDocument/2006/relationships/image" Target="../media/image1034.svg"/><Relationship Id="rId14" Type="http://schemas.openxmlformats.org/officeDocument/2006/relationships/image" Target="../media/image1037.sv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svg"/><Relationship Id="rId3" Type="http://schemas.openxmlformats.org/officeDocument/2006/relationships/tags" Target="../tags/tag396.xml"/><Relationship Id="rId7" Type="http://schemas.openxmlformats.org/officeDocument/2006/relationships/image" Target="../media/image162.svg"/><Relationship Id="rId2" Type="http://schemas.openxmlformats.org/officeDocument/2006/relationships/tags" Target="../tags/tag395.xml"/><Relationship Id="rId1" Type="http://schemas.openxmlformats.org/officeDocument/2006/relationships/tags" Target="../tags/tag394.xml"/><Relationship Id="rId6" Type="http://schemas.openxmlformats.org/officeDocument/2006/relationships/image" Target="../media/image1038.svg"/><Relationship Id="rId5" Type="http://schemas.openxmlformats.org/officeDocument/2006/relationships/notesSlide" Target="../notesSlides/notesSlide99.xml"/><Relationship Id="rId10" Type="http://schemas.openxmlformats.org/officeDocument/2006/relationships/image" Target="../media/image104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040.svg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tags" Target="../tags/tag399.xml"/><Relationship Id="rId7" Type="http://schemas.openxmlformats.org/officeDocument/2006/relationships/image" Target="../media/image1042.svg"/><Relationship Id="rId2" Type="http://schemas.openxmlformats.org/officeDocument/2006/relationships/tags" Target="../tags/tag398.xml"/><Relationship Id="rId1" Type="http://schemas.openxmlformats.org/officeDocument/2006/relationships/tags" Target="../tags/tag397.xml"/><Relationship Id="rId6" Type="http://schemas.openxmlformats.org/officeDocument/2006/relationships/image" Target="../media/image21.svg"/><Relationship Id="rId5" Type="http://schemas.openxmlformats.org/officeDocument/2006/relationships/image" Target="../media/image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27.svg"/></Relationships>
</file>

<file path=ppt/slides/_rels/slide291.xml.rels><?xml version="1.0" encoding="UTF-8" standalone="yes"?>
<Relationships xmlns="http://schemas.openxmlformats.org/package/2006/relationships"><Relationship Id="rId13" Type="http://schemas.openxmlformats.org/officeDocument/2006/relationships/tags" Target="../tags/tag412.xml"/><Relationship Id="rId18" Type="http://schemas.openxmlformats.org/officeDocument/2006/relationships/tags" Target="../tags/tag417.xml"/><Relationship Id="rId26" Type="http://schemas.openxmlformats.org/officeDocument/2006/relationships/tags" Target="../tags/tag425.xml"/><Relationship Id="rId39" Type="http://schemas.openxmlformats.org/officeDocument/2006/relationships/tags" Target="../tags/tag438.xml"/><Relationship Id="rId21" Type="http://schemas.openxmlformats.org/officeDocument/2006/relationships/tags" Target="../tags/tag420.xml"/><Relationship Id="rId34" Type="http://schemas.openxmlformats.org/officeDocument/2006/relationships/tags" Target="../tags/tag433.xml"/><Relationship Id="rId7" Type="http://schemas.openxmlformats.org/officeDocument/2006/relationships/tags" Target="../tags/tag406.xml"/><Relationship Id="rId2" Type="http://schemas.openxmlformats.org/officeDocument/2006/relationships/tags" Target="../tags/tag401.xml"/><Relationship Id="rId16" Type="http://schemas.openxmlformats.org/officeDocument/2006/relationships/tags" Target="../tags/tag415.xml"/><Relationship Id="rId20" Type="http://schemas.openxmlformats.org/officeDocument/2006/relationships/tags" Target="../tags/tag419.xml"/><Relationship Id="rId29" Type="http://schemas.openxmlformats.org/officeDocument/2006/relationships/tags" Target="../tags/tag42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00.xml"/><Relationship Id="rId6" Type="http://schemas.openxmlformats.org/officeDocument/2006/relationships/tags" Target="../tags/tag405.xml"/><Relationship Id="rId11" Type="http://schemas.openxmlformats.org/officeDocument/2006/relationships/tags" Target="../tags/tag410.xml"/><Relationship Id="rId24" Type="http://schemas.openxmlformats.org/officeDocument/2006/relationships/tags" Target="../tags/tag423.xml"/><Relationship Id="rId32" Type="http://schemas.openxmlformats.org/officeDocument/2006/relationships/tags" Target="../tags/tag431.xml"/><Relationship Id="rId37" Type="http://schemas.openxmlformats.org/officeDocument/2006/relationships/tags" Target="../tags/tag436.xml"/><Relationship Id="rId40" Type="http://schemas.openxmlformats.org/officeDocument/2006/relationships/tags" Target="../tags/tag439.xml"/><Relationship Id="rId5" Type="http://schemas.openxmlformats.org/officeDocument/2006/relationships/tags" Target="../tags/tag404.xml"/><Relationship Id="rId15" Type="http://schemas.openxmlformats.org/officeDocument/2006/relationships/tags" Target="../tags/tag414.xml"/><Relationship Id="rId23" Type="http://schemas.openxmlformats.org/officeDocument/2006/relationships/tags" Target="../tags/tag422.xml"/><Relationship Id="rId28" Type="http://schemas.openxmlformats.org/officeDocument/2006/relationships/tags" Target="../tags/tag427.xml"/><Relationship Id="rId36" Type="http://schemas.openxmlformats.org/officeDocument/2006/relationships/tags" Target="../tags/tag435.xml"/><Relationship Id="rId10" Type="http://schemas.openxmlformats.org/officeDocument/2006/relationships/tags" Target="../tags/tag409.xml"/><Relationship Id="rId19" Type="http://schemas.openxmlformats.org/officeDocument/2006/relationships/tags" Target="../tags/tag418.xml"/><Relationship Id="rId31" Type="http://schemas.openxmlformats.org/officeDocument/2006/relationships/tags" Target="../tags/tag430.xml"/><Relationship Id="rId4" Type="http://schemas.openxmlformats.org/officeDocument/2006/relationships/tags" Target="../tags/tag403.xml"/><Relationship Id="rId9" Type="http://schemas.openxmlformats.org/officeDocument/2006/relationships/tags" Target="../tags/tag408.xml"/><Relationship Id="rId14" Type="http://schemas.openxmlformats.org/officeDocument/2006/relationships/tags" Target="../tags/tag413.xml"/><Relationship Id="rId22" Type="http://schemas.openxmlformats.org/officeDocument/2006/relationships/tags" Target="../tags/tag421.xml"/><Relationship Id="rId27" Type="http://schemas.openxmlformats.org/officeDocument/2006/relationships/tags" Target="../tags/tag426.xml"/><Relationship Id="rId30" Type="http://schemas.openxmlformats.org/officeDocument/2006/relationships/tags" Target="../tags/tag429.xml"/><Relationship Id="rId35" Type="http://schemas.openxmlformats.org/officeDocument/2006/relationships/tags" Target="../tags/tag434.xml"/><Relationship Id="rId8" Type="http://schemas.openxmlformats.org/officeDocument/2006/relationships/tags" Target="../tags/tag407.xml"/><Relationship Id="rId3" Type="http://schemas.openxmlformats.org/officeDocument/2006/relationships/tags" Target="../tags/tag402.xml"/><Relationship Id="rId12" Type="http://schemas.openxmlformats.org/officeDocument/2006/relationships/tags" Target="../tags/tag411.xml"/><Relationship Id="rId17" Type="http://schemas.openxmlformats.org/officeDocument/2006/relationships/tags" Target="../tags/tag416.xml"/><Relationship Id="rId25" Type="http://schemas.openxmlformats.org/officeDocument/2006/relationships/tags" Target="../tags/tag424.xml"/><Relationship Id="rId33" Type="http://schemas.openxmlformats.org/officeDocument/2006/relationships/tags" Target="../tags/tag432.xml"/><Relationship Id="rId38" Type="http://schemas.openxmlformats.org/officeDocument/2006/relationships/tags" Target="../tags/tag43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svg"/><Relationship Id="rId2" Type="http://schemas.openxmlformats.org/officeDocument/2006/relationships/image" Target="../media/image104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6.svg"/><Relationship Id="rId4" Type="http://schemas.openxmlformats.org/officeDocument/2006/relationships/image" Target="../media/image1045.sv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47.svg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3" Type="http://schemas.openxmlformats.org/officeDocument/2006/relationships/image" Target="../media/image539.svg"/><Relationship Id="rId7" Type="http://schemas.openxmlformats.org/officeDocument/2006/relationships/image" Target="../media/image161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8.svg"/><Relationship Id="rId11" Type="http://schemas.openxmlformats.org/officeDocument/2006/relationships/image" Target="../media/image1050.svg"/><Relationship Id="rId5" Type="http://schemas.openxmlformats.org/officeDocument/2006/relationships/image" Target="../media/image223.svg"/><Relationship Id="rId10" Type="http://schemas.openxmlformats.org/officeDocument/2006/relationships/image" Target="../media/image1011.svg"/><Relationship Id="rId4" Type="http://schemas.openxmlformats.org/officeDocument/2006/relationships/image" Target="../media/image117.svg"/><Relationship Id="rId9" Type="http://schemas.openxmlformats.org/officeDocument/2006/relationships/image" Target="../media/image1049.svg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818.svg"/><Relationship Id="rId7" Type="http://schemas.openxmlformats.org/officeDocument/2006/relationships/image" Target="../media/image660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2.svg"/><Relationship Id="rId5" Type="http://schemas.openxmlformats.org/officeDocument/2006/relationships/image" Target="../media/image692.svg"/><Relationship Id="rId10" Type="http://schemas.openxmlformats.org/officeDocument/2006/relationships/image" Target="../media/image643.svg"/><Relationship Id="rId4" Type="http://schemas.openxmlformats.org/officeDocument/2006/relationships/image" Target="../media/image1051.svg"/><Relationship Id="rId9" Type="http://schemas.openxmlformats.org/officeDocument/2006/relationships/image" Target="../media/image1054.svg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5.svg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4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tags" Target="../tags/tag442.xml"/><Relationship Id="rId7" Type="http://schemas.openxmlformats.org/officeDocument/2006/relationships/image" Target="../media/image1056.svg"/><Relationship Id="rId2" Type="http://schemas.openxmlformats.org/officeDocument/2006/relationships/tags" Target="../tags/tag441.xml"/><Relationship Id="rId1" Type="http://schemas.openxmlformats.org/officeDocument/2006/relationships/tags" Target="../tags/tag440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44.xml"/><Relationship Id="rId4" Type="http://schemas.openxmlformats.org/officeDocument/2006/relationships/tags" Target="../tags/tag443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svg"/><Relationship Id="rId2" Type="http://schemas.openxmlformats.org/officeDocument/2006/relationships/image" Target="../media/image1058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1.svg"/><Relationship Id="rId4" Type="http://schemas.openxmlformats.org/officeDocument/2006/relationships/image" Target="../media/image337.sv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image" Target="../media/image70.svg"/><Relationship Id="rId7" Type="http://schemas.openxmlformats.org/officeDocument/2006/relationships/image" Target="../media/image753.svg"/><Relationship Id="rId2" Type="http://schemas.openxmlformats.org/officeDocument/2006/relationships/image" Target="../media/image1061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62.svg"/><Relationship Id="rId5" Type="http://schemas.openxmlformats.org/officeDocument/2006/relationships/image" Target="../media/image941.svg"/><Relationship Id="rId4" Type="http://schemas.openxmlformats.org/officeDocument/2006/relationships/image" Target="../media/image218.svg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4.svg"/><Relationship Id="rId3" Type="http://schemas.openxmlformats.org/officeDocument/2006/relationships/image" Target="../media/image140.svg"/><Relationship Id="rId7" Type="http://schemas.openxmlformats.org/officeDocument/2006/relationships/image" Target="../media/image552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.svg"/><Relationship Id="rId5" Type="http://schemas.openxmlformats.org/officeDocument/2006/relationships/image" Target="../media/image1063.svg"/><Relationship Id="rId4" Type="http://schemas.openxmlformats.org/officeDocument/2006/relationships/image" Target="../media/image99.svg"/><Relationship Id="rId9" Type="http://schemas.openxmlformats.org/officeDocument/2006/relationships/image" Target="../media/image283.svg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6.svg"/><Relationship Id="rId7" Type="http://schemas.openxmlformats.org/officeDocument/2006/relationships/chart" Target="../charts/chart53.xml"/><Relationship Id="rId2" Type="http://schemas.openxmlformats.org/officeDocument/2006/relationships/image" Target="../media/image1065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image" Target="../media/image1068.svg"/><Relationship Id="rId4" Type="http://schemas.openxmlformats.org/officeDocument/2006/relationships/image" Target="../media/image1067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svg"/><Relationship Id="rId4" Type="http://schemas.openxmlformats.org/officeDocument/2006/relationships/image" Target="../media/image58.svg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56.svg"/><Relationship Id="rId7" Type="http://schemas.openxmlformats.org/officeDocument/2006/relationships/image" Target="../media/image147.svg"/><Relationship Id="rId2" Type="http://schemas.openxmlformats.org/officeDocument/2006/relationships/image" Target="../media/image3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svg"/><Relationship Id="rId11" Type="http://schemas.openxmlformats.org/officeDocument/2006/relationships/image" Target="../media/image1072.png"/><Relationship Id="rId5" Type="http://schemas.openxmlformats.org/officeDocument/2006/relationships/image" Target="../media/image1071.svg"/><Relationship Id="rId10" Type="http://schemas.openxmlformats.org/officeDocument/2006/relationships/image" Target="../media/image417.svg"/><Relationship Id="rId4" Type="http://schemas.openxmlformats.org/officeDocument/2006/relationships/image" Target="../media/image1070.svg"/><Relationship Id="rId9" Type="http://schemas.openxmlformats.org/officeDocument/2006/relationships/image" Target="../media/image552.svg"/></Relationships>
</file>

<file path=ppt/slides/_rels/slide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13" Type="http://schemas.openxmlformats.org/officeDocument/2006/relationships/image" Target="../media/image508.svg"/><Relationship Id="rId3" Type="http://schemas.openxmlformats.org/officeDocument/2006/relationships/tags" Target="../tags/tag447.xml"/><Relationship Id="rId7" Type="http://schemas.openxmlformats.org/officeDocument/2006/relationships/image" Target="../media/image1074.svg"/><Relationship Id="rId12" Type="http://schemas.openxmlformats.org/officeDocument/2006/relationships/image" Target="../media/image549.svg"/><Relationship Id="rId2" Type="http://schemas.openxmlformats.org/officeDocument/2006/relationships/tags" Target="../tags/tag446.xml"/><Relationship Id="rId1" Type="http://schemas.openxmlformats.org/officeDocument/2006/relationships/tags" Target="../tags/tag445.xml"/><Relationship Id="rId6" Type="http://schemas.openxmlformats.org/officeDocument/2006/relationships/image" Target="../media/image1073.svg"/><Relationship Id="rId11" Type="http://schemas.openxmlformats.org/officeDocument/2006/relationships/image" Target="../media/image1077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10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41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753.svg"/><Relationship Id="rId4" Type="http://schemas.openxmlformats.org/officeDocument/2006/relationships/image" Target="../media/image99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8.svg"/><Relationship Id="rId5" Type="http://schemas.openxmlformats.org/officeDocument/2006/relationships/image" Target="../media/image259.svg"/><Relationship Id="rId4" Type="http://schemas.openxmlformats.org/officeDocument/2006/relationships/image" Target="../media/image552.sv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svg"/><Relationship Id="rId7" Type="http://schemas.openxmlformats.org/officeDocument/2006/relationships/image" Target="../media/image1080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8.svg"/><Relationship Id="rId5" Type="http://schemas.openxmlformats.org/officeDocument/2006/relationships/image" Target="../media/image1079.svg"/><Relationship Id="rId4" Type="http://schemas.openxmlformats.org/officeDocument/2006/relationships/image" Target="../media/image709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svg"/><Relationship Id="rId5" Type="http://schemas.openxmlformats.org/officeDocument/2006/relationships/image" Target="../media/image277.svg"/><Relationship Id="rId4" Type="http://schemas.openxmlformats.org/officeDocument/2006/relationships/image" Target="../media/image700.svg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081.svg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4.svg"/><Relationship Id="rId13" Type="http://schemas.openxmlformats.org/officeDocument/2006/relationships/image" Target="../media/image1087.svg"/><Relationship Id="rId18" Type="http://schemas.openxmlformats.org/officeDocument/2006/relationships/image" Target="../media/image780.svg"/><Relationship Id="rId3" Type="http://schemas.openxmlformats.org/officeDocument/2006/relationships/image" Target="../media/image385.svg"/><Relationship Id="rId7" Type="http://schemas.openxmlformats.org/officeDocument/2006/relationships/image" Target="../media/image237.svg"/><Relationship Id="rId12" Type="http://schemas.openxmlformats.org/officeDocument/2006/relationships/image" Target="../media/image1086.svg"/><Relationship Id="rId17" Type="http://schemas.openxmlformats.org/officeDocument/2006/relationships/image" Target="../media/image386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088.svg"/><Relationship Id="rId1" Type="http://schemas.openxmlformats.org/officeDocument/2006/relationships/tags" Target="../tags/tag448.xml"/><Relationship Id="rId6" Type="http://schemas.openxmlformats.org/officeDocument/2006/relationships/image" Target="../media/image1083.svg"/><Relationship Id="rId11" Type="http://schemas.openxmlformats.org/officeDocument/2006/relationships/image" Target="../media/image31.svg"/><Relationship Id="rId5" Type="http://schemas.openxmlformats.org/officeDocument/2006/relationships/image" Target="../media/image176.svg"/><Relationship Id="rId15" Type="http://schemas.openxmlformats.org/officeDocument/2006/relationships/image" Target="../media/image228.svg"/><Relationship Id="rId10" Type="http://schemas.openxmlformats.org/officeDocument/2006/relationships/image" Target="../media/image507.svg"/><Relationship Id="rId4" Type="http://schemas.openxmlformats.org/officeDocument/2006/relationships/image" Target="../media/image1082.svg"/><Relationship Id="rId9" Type="http://schemas.openxmlformats.org/officeDocument/2006/relationships/image" Target="../media/image1085.svg"/><Relationship Id="rId14" Type="http://schemas.openxmlformats.org/officeDocument/2006/relationships/image" Target="../media/image589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svg"/><Relationship Id="rId13" Type="http://schemas.openxmlformats.org/officeDocument/2006/relationships/image" Target="../media/image175.svg"/><Relationship Id="rId3" Type="http://schemas.openxmlformats.org/officeDocument/2006/relationships/tags" Target="../tags/tag451.xml"/><Relationship Id="rId7" Type="http://schemas.openxmlformats.org/officeDocument/2006/relationships/image" Target="../media/image508.svg"/><Relationship Id="rId12" Type="http://schemas.openxmlformats.org/officeDocument/2006/relationships/image" Target="../media/image1091.svg"/><Relationship Id="rId17" Type="http://schemas.openxmlformats.org/officeDocument/2006/relationships/image" Target="../media/image1094.svg"/><Relationship Id="rId2" Type="http://schemas.openxmlformats.org/officeDocument/2006/relationships/tags" Target="../tags/tag450.xml"/><Relationship Id="rId16" Type="http://schemas.openxmlformats.org/officeDocument/2006/relationships/image" Target="../media/image1093.svg"/><Relationship Id="rId1" Type="http://schemas.openxmlformats.org/officeDocument/2006/relationships/tags" Target="../tags/tag449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090.svg"/><Relationship Id="rId5" Type="http://schemas.openxmlformats.org/officeDocument/2006/relationships/tags" Target="../tags/tag453.xml"/><Relationship Id="rId15" Type="http://schemas.openxmlformats.org/officeDocument/2006/relationships/image" Target="../media/image377.svg"/><Relationship Id="rId10" Type="http://schemas.openxmlformats.org/officeDocument/2006/relationships/image" Target="../media/image904.svg"/><Relationship Id="rId4" Type="http://schemas.openxmlformats.org/officeDocument/2006/relationships/tags" Target="../tags/tag452.xml"/><Relationship Id="rId9" Type="http://schemas.openxmlformats.org/officeDocument/2006/relationships/image" Target="../media/image1089.svg"/><Relationship Id="rId14" Type="http://schemas.openxmlformats.org/officeDocument/2006/relationships/image" Target="../media/image1092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5.svg"/><Relationship Id="rId2" Type="http://schemas.openxmlformats.org/officeDocument/2006/relationships/tags" Target="../tags/tag455.xml"/><Relationship Id="rId1" Type="http://schemas.openxmlformats.org/officeDocument/2006/relationships/tags" Target="../tags/tag454.xml"/><Relationship Id="rId6" Type="http://schemas.openxmlformats.org/officeDocument/2006/relationships/image" Target="../media/image1061.svg"/><Relationship Id="rId5" Type="http://schemas.openxmlformats.org/officeDocument/2006/relationships/image" Target="../media/image118.svg"/><Relationship Id="rId10" Type="http://schemas.openxmlformats.org/officeDocument/2006/relationships/image" Target="../media/image1097.svg"/><Relationship Id="rId4" Type="http://schemas.openxmlformats.org/officeDocument/2006/relationships/image" Target="../media/image692.svg"/><Relationship Id="rId9" Type="http://schemas.openxmlformats.org/officeDocument/2006/relationships/image" Target="../media/image782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9.svg"/><Relationship Id="rId13" Type="http://schemas.openxmlformats.org/officeDocument/2006/relationships/image" Target="../media/image779.svg"/><Relationship Id="rId18" Type="http://schemas.openxmlformats.org/officeDocument/2006/relationships/image" Target="../media/image1106.svg"/><Relationship Id="rId3" Type="http://schemas.openxmlformats.org/officeDocument/2006/relationships/image" Target="../media/image58.svg"/><Relationship Id="rId7" Type="http://schemas.openxmlformats.org/officeDocument/2006/relationships/image" Target="../media/image30.svg"/><Relationship Id="rId12" Type="http://schemas.openxmlformats.org/officeDocument/2006/relationships/image" Target="../media/image1102.svg"/><Relationship Id="rId17" Type="http://schemas.openxmlformats.org/officeDocument/2006/relationships/image" Target="../media/image390.svg"/><Relationship Id="rId2" Type="http://schemas.openxmlformats.org/officeDocument/2006/relationships/notesSlide" Target="../notesSlides/notesSlide115.xml"/><Relationship Id="rId16" Type="http://schemas.openxmlformats.org/officeDocument/2006/relationships/image" Target="../media/image11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01.svg"/><Relationship Id="rId5" Type="http://schemas.openxmlformats.org/officeDocument/2006/relationships/image" Target="../media/image1098.svg"/><Relationship Id="rId15" Type="http://schemas.openxmlformats.org/officeDocument/2006/relationships/image" Target="../media/image1104.svg"/><Relationship Id="rId10" Type="http://schemas.openxmlformats.org/officeDocument/2006/relationships/image" Target="../media/image903.svg"/><Relationship Id="rId4" Type="http://schemas.openxmlformats.org/officeDocument/2006/relationships/image" Target="../media/image234.svg"/><Relationship Id="rId9" Type="http://schemas.openxmlformats.org/officeDocument/2006/relationships/image" Target="../media/image1100.svg"/><Relationship Id="rId14" Type="http://schemas.openxmlformats.org/officeDocument/2006/relationships/image" Target="../media/image1103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1.svg"/><Relationship Id="rId3" Type="http://schemas.openxmlformats.org/officeDocument/2006/relationships/image" Target="../media/image77.svg"/><Relationship Id="rId7" Type="http://schemas.openxmlformats.org/officeDocument/2006/relationships/image" Target="../media/image1110.svg"/><Relationship Id="rId2" Type="http://schemas.openxmlformats.org/officeDocument/2006/relationships/image" Target="../media/image5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9.svg"/><Relationship Id="rId5" Type="http://schemas.openxmlformats.org/officeDocument/2006/relationships/image" Target="../media/image1108.svg"/><Relationship Id="rId4" Type="http://schemas.openxmlformats.org/officeDocument/2006/relationships/image" Target="../media/image1107.svg"/><Relationship Id="rId9" Type="http://schemas.openxmlformats.org/officeDocument/2006/relationships/image" Target="../media/image1112.svg"/></Relationships>
</file>

<file path=ppt/slides/_rels/slide3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5.svg"/><Relationship Id="rId3" Type="http://schemas.openxmlformats.org/officeDocument/2006/relationships/image" Target="../media/image1113.svg"/><Relationship Id="rId7" Type="http://schemas.openxmlformats.org/officeDocument/2006/relationships/image" Target="../media/image1114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svg"/><Relationship Id="rId5" Type="http://schemas.openxmlformats.org/officeDocument/2006/relationships/image" Target="../media/image601.svg"/><Relationship Id="rId10" Type="http://schemas.openxmlformats.org/officeDocument/2006/relationships/image" Target="../media/image1117.svg"/><Relationship Id="rId4" Type="http://schemas.openxmlformats.org/officeDocument/2006/relationships/image" Target="../media/image77.svg"/><Relationship Id="rId9" Type="http://schemas.openxmlformats.org/officeDocument/2006/relationships/image" Target="../media/image1116.svg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9.svg"/><Relationship Id="rId7" Type="http://schemas.openxmlformats.org/officeDocument/2006/relationships/image" Target="../media/image1102.svg"/><Relationship Id="rId2" Type="http://schemas.openxmlformats.org/officeDocument/2006/relationships/image" Target="../media/image11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622.svg"/><Relationship Id="rId4" Type="http://schemas.openxmlformats.org/officeDocument/2006/relationships/image" Target="../media/image190.svg"/></Relationships>
</file>

<file path=ppt/slides/_rels/slide3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2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8.svg"/><Relationship Id="rId12" Type="http://schemas.openxmlformats.org/officeDocument/2006/relationships/image" Target="../media/image1126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image" Target="../media/image1121.svg"/><Relationship Id="rId11" Type="http://schemas.openxmlformats.org/officeDocument/2006/relationships/image" Target="../media/image1125.svg"/><Relationship Id="rId5" Type="http://schemas.openxmlformats.org/officeDocument/2006/relationships/image" Target="../media/image1120.svg"/><Relationship Id="rId10" Type="http://schemas.openxmlformats.org/officeDocument/2006/relationships/image" Target="../media/image1124.svg"/><Relationship Id="rId4" Type="http://schemas.openxmlformats.org/officeDocument/2006/relationships/notesSlide" Target="../notesSlides/notesSlide117.xml"/><Relationship Id="rId9" Type="http://schemas.openxmlformats.org/officeDocument/2006/relationships/image" Target="../media/image1123.svg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svg"/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3.svg"/><Relationship Id="rId13" Type="http://schemas.openxmlformats.org/officeDocument/2006/relationships/image" Target="../media/image1137.svg"/><Relationship Id="rId18" Type="http://schemas.openxmlformats.org/officeDocument/2006/relationships/image" Target="../media/image1141.svg"/><Relationship Id="rId26" Type="http://schemas.openxmlformats.org/officeDocument/2006/relationships/image" Target="../media/image1148.svg"/><Relationship Id="rId3" Type="http://schemas.openxmlformats.org/officeDocument/2006/relationships/image" Target="../media/image1128.svg"/><Relationship Id="rId21" Type="http://schemas.openxmlformats.org/officeDocument/2006/relationships/image" Target="../media/image1144.svg"/><Relationship Id="rId7" Type="http://schemas.openxmlformats.org/officeDocument/2006/relationships/image" Target="../media/image1132.svg"/><Relationship Id="rId12" Type="http://schemas.openxmlformats.org/officeDocument/2006/relationships/image" Target="../media/image1136.svg"/><Relationship Id="rId17" Type="http://schemas.openxmlformats.org/officeDocument/2006/relationships/image" Target="../media/image1140.svg"/><Relationship Id="rId25" Type="http://schemas.openxmlformats.org/officeDocument/2006/relationships/image" Target="../media/image1147.svg"/><Relationship Id="rId2" Type="http://schemas.openxmlformats.org/officeDocument/2006/relationships/image" Target="../media/image1127.svg"/><Relationship Id="rId16" Type="http://schemas.openxmlformats.org/officeDocument/2006/relationships/image" Target="../media/image1139.svg"/><Relationship Id="rId20" Type="http://schemas.openxmlformats.org/officeDocument/2006/relationships/image" Target="../media/image1143.svg"/><Relationship Id="rId29" Type="http://schemas.openxmlformats.org/officeDocument/2006/relationships/image" Target="../media/image115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svg"/><Relationship Id="rId11" Type="http://schemas.openxmlformats.org/officeDocument/2006/relationships/image" Target="../media/image1135.svg"/><Relationship Id="rId24" Type="http://schemas.openxmlformats.org/officeDocument/2006/relationships/image" Target="../media/image259.svg"/><Relationship Id="rId5" Type="http://schemas.openxmlformats.org/officeDocument/2006/relationships/image" Target="../media/image1130.svg"/><Relationship Id="rId15" Type="http://schemas.openxmlformats.org/officeDocument/2006/relationships/image" Target="../media/image1138.svg"/><Relationship Id="rId23" Type="http://schemas.openxmlformats.org/officeDocument/2006/relationships/image" Target="../media/image1146.svg"/><Relationship Id="rId28" Type="http://schemas.openxmlformats.org/officeDocument/2006/relationships/image" Target="../media/image1150.svg"/><Relationship Id="rId10" Type="http://schemas.openxmlformats.org/officeDocument/2006/relationships/image" Target="../media/image1134.svg"/><Relationship Id="rId19" Type="http://schemas.openxmlformats.org/officeDocument/2006/relationships/image" Target="../media/image1142.svg"/><Relationship Id="rId31" Type="http://schemas.openxmlformats.org/officeDocument/2006/relationships/image" Target="../media/image1153.svg"/><Relationship Id="rId4" Type="http://schemas.openxmlformats.org/officeDocument/2006/relationships/image" Target="../media/image1129.svg"/><Relationship Id="rId9" Type="http://schemas.openxmlformats.org/officeDocument/2006/relationships/image" Target="../media/image1133.svg"/><Relationship Id="rId14" Type="http://schemas.openxmlformats.org/officeDocument/2006/relationships/image" Target="../media/image1070.svg"/><Relationship Id="rId22" Type="http://schemas.openxmlformats.org/officeDocument/2006/relationships/image" Target="../media/image1145.svg"/><Relationship Id="rId27" Type="http://schemas.openxmlformats.org/officeDocument/2006/relationships/image" Target="../media/image1149.svg"/><Relationship Id="rId30" Type="http://schemas.openxmlformats.org/officeDocument/2006/relationships/image" Target="../media/image1152.svg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4.svg"/><Relationship Id="rId4" Type="http://schemas.openxmlformats.org/officeDocument/2006/relationships/image" Target="../media/image117.svg"/></Relationships>
</file>

<file path=ppt/slides/_rels/slide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3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581.png"/><Relationship Id="rId7" Type="http://schemas.openxmlformats.org/officeDocument/2006/relationships/image" Target="../media/image1156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5.svg"/><Relationship Id="rId11" Type="http://schemas.openxmlformats.org/officeDocument/2006/relationships/image" Target="../media/image70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3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59.xml"/><Relationship Id="rId1" Type="http://schemas.openxmlformats.org/officeDocument/2006/relationships/tags" Target="../tags/tag458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461.xml"/><Relationship Id="rId16" Type="http://schemas.openxmlformats.org/officeDocument/2006/relationships/image" Target="../media/image566.svg"/><Relationship Id="rId1" Type="http://schemas.openxmlformats.org/officeDocument/2006/relationships/tags" Target="../tags/tag46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64.xml"/><Relationship Id="rId7" Type="http://schemas.openxmlformats.org/officeDocument/2006/relationships/tags" Target="../tags/tag468.xml"/><Relationship Id="rId2" Type="http://schemas.openxmlformats.org/officeDocument/2006/relationships/tags" Target="../tags/tag463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5" Type="http://schemas.openxmlformats.org/officeDocument/2006/relationships/tags" Target="../tags/tag466.xml"/><Relationship Id="rId10" Type="http://schemas.openxmlformats.org/officeDocument/2006/relationships/image" Target="../media/image1158.png"/><Relationship Id="rId4" Type="http://schemas.openxmlformats.org/officeDocument/2006/relationships/tags" Target="../tags/tag465.xml"/><Relationship Id="rId9" Type="http://schemas.openxmlformats.org/officeDocument/2006/relationships/image" Target="../media/image1157.png"/></Relationships>
</file>

<file path=ppt/slides/_rels/slide3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0.png"/><Relationship Id="rId3" Type="http://schemas.openxmlformats.org/officeDocument/2006/relationships/tags" Target="../tags/tag471.xml"/><Relationship Id="rId7" Type="http://schemas.openxmlformats.org/officeDocument/2006/relationships/image" Target="../media/image1159.png"/><Relationship Id="rId12" Type="http://schemas.openxmlformats.org/officeDocument/2006/relationships/image" Target="../media/image1162.svg"/><Relationship Id="rId2" Type="http://schemas.openxmlformats.org/officeDocument/2006/relationships/tags" Target="../tags/tag470.xml"/><Relationship Id="rId1" Type="http://schemas.openxmlformats.org/officeDocument/2006/relationships/tags" Target="../tags/tag469.xml"/><Relationship Id="rId6" Type="http://schemas.openxmlformats.org/officeDocument/2006/relationships/chart" Target="../charts/chart54.xml"/><Relationship Id="rId11" Type="http://schemas.openxmlformats.org/officeDocument/2006/relationships/image" Target="../media/image602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807.svg"/><Relationship Id="rId4" Type="http://schemas.openxmlformats.org/officeDocument/2006/relationships/tags" Target="../tags/tag472.xml"/><Relationship Id="rId9" Type="http://schemas.openxmlformats.org/officeDocument/2006/relationships/image" Target="../media/image1161.svg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png"/><Relationship Id="rId13" Type="http://schemas.openxmlformats.org/officeDocument/2006/relationships/image" Target="../media/image1172.svg"/><Relationship Id="rId3" Type="http://schemas.openxmlformats.org/officeDocument/2006/relationships/image" Target="../media/image1164.svg"/><Relationship Id="rId7" Type="http://schemas.openxmlformats.org/officeDocument/2006/relationships/image" Target="../media/image1168.png"/><Relationship Id="rId12" Type="http://schemas.openxmlformats.org/officeDocument/2006/relationships/image" Target="../media/image680.svg"/><Relationship Id="rId2" Type="http://schemas.openxmlformats.org/officeDocument/2006/relationships/image" Target="../media/image116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7.svg"/><Relationship Id="rId11" Type="http://schemas.openxmlformats.org/officeDocument/2006/relationships/image" Target="../media/image145.svg"/><Relationship Id="rId5" Type="http://schemas.openxmlformats.org/officeDocument/2006/relationships/image" Target="../media/image1166.svg"/><Relationship Id="rId10" Type="http://schemas.openxmlformats.org/officeDocument/2006/relationships/image" Target="../media/image1171.png"/><Relationship Id="rId4" Type="http://schemas.openxmlformats.org/officeDocument/2006/relationships/image" Target="../media/image1165.svg"/><Relationship Id="rId9" Type="http://schemas.openxmlformats.org/officeDocument/2006/relationships/image" Target="../media/image1170.pn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5.svg"/><Relationship Id="rId3" Type="http://schemas.openxmlformats.org/officeDocument/2006/relationships/image" Target="../media/image1174.svg"/><Relationship Id="rId7" Type="http://schemas.openxmlformats.org/officeDocument/2006/relationships/image" Target="../media/image1165.svg"/><Relationship Id="rId2" Type="http://schemas.openxmlformats.org/officeDocument/2006/relationships/image" Target="../media/image117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6.svg"/><Relationship Id="rId5" Type="http://schemas.openxmlformats.org/officeDocument/2006/relationships/image" Target="../media/image221.svg"/><Relationship Id="rId4" Type="http://schemas.openxmlformats.org/officeDocument/2006/relationships/image" Target="../media/image228.svg"/></Relationships>
</file>

<file path=ppt/slides/_rels/slide3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svg"/><Relationship Id="rId3" Type="http://schemas.openxmlformats.org/officeDocument/2006/relationships/image" Target="../media/image1177.svg"/><Relationship Id="rId7" Type="http://schemas.openxmlformats.org/officeDocument/2006/relationships/image" Target="../media/image1178.svg"/><Relationship Id="rId2" Type="http://schemas.openxmlformats.org/officeDocument/2006/relationships/image" Target="../media/image1176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3.svg"/><Relationship Id="rId5" Type="http://schemas.openxmlformats.org/officeDocument/2006/relationships/image" Target="../media/image836.svg"/><Relationship Id="rId4" Type="http://schemas.openxmlformats.org/officeDocument/2006/relationships/image" Target="../media/image222.sv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svg"/><Relationship Id="rId3" Type="http://schemas.openxmlformats.org/officeDocument/2006/relationships/image" Target="../media/image1183.png"/><Relationship Id="rId7" Type="http://schemas.openxmlformats.org/officeDocument/2006/relationships/image" Target="../media/image1187.svg"/><Relationship Id="rId2" Type="http://schemas.openxmlformats.org/officeDocument/2006/relationships/image" Target="../media/image118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svg"/><Relationship Id="rId5" Type="http://schemas.openxmlformats.org/officeDocument/2006/relationships/image" Target="../media/image1185.svg"/><Relationship Id="rId10" Type="http://schemas.openxmlformats.org/officeDocument/2006/relationships/image" Target="../media/image1190.svg"/><Relationship Id="rId4" Type="http://schemas.openxmlformats.org/officeDocument/2006/relationships/image" Target="../media/image1184.png"/><Relationship Id="rId9" Type="http://schemas.openxmlformats.org/officeDocument/2006/relationships/image" Target="../media/image1189.svg"/></Relationships>
</file>

<file path=ppt/slides/slide1.xml><?xml version="1.0" encoding="utf-8"?>
<p:sld xmlns:a="http://schemas.openxmlformats.org/drawingml/2006/main" xmlns:ns2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ns2:creationId val="565532"/>
      </p:ext>
    </p:extLst>
  </p:cSld>
  <p:clrMapOvr>
    <a:masterClrMapping/>
  </p:clrMapOvr>
</p:sld>
</file>

<file path=ppt/slides/slide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ns2:creationId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ns2:creationId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ns2:creationId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ns2:creationId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ns2:creationId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ns2:creationId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ns2:creationId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ns2:creationId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ns2:creationId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ns2:creationId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ns2:creationId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ns2:creationId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ns2:creationId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ns2:creationId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ns2:creationId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ns2:creationId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ns2:creationId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ns2:creationId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ns2:creationId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ns2:creationId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ns2:creationId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ns2:creationId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ns2:creationId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ns2:creationId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ns2:creationId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ns2:creationId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ns2:creationId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ns2:creationId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ns2:creationId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3:creationId val="3637802195"/>
      </p:ext>
    </p:extLst>
  </p:cSld>
  <p:clrMapOvr>
    <a:masterClrMapping/>
  </p:clrMapOvr>
</p:sld>
</file>

<file path=ppt/slides/slide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ns2:creationId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ns2:creationId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ns2:creationId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ns2:creationId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ns2:creationId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ns2:creationId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ns2:creationId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ns2:creationId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ns2:creationId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ns2:creationId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ns2:creationId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ns2:creationId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ns2:creationId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ns2:creationId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ns2:creationId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ns2:creationId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ns2:creationId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ns2:creationId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ns2:creationId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ns2:creationId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ns2:creationId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ns2:creationId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ns2:creationId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ns2:creationId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ns2:creationId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ns2:creationId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ns2:creationId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ns2:creationId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ns2:creationId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ns2:creationId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ns2:creationId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ns2:creationId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ns2:creationId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ns2:creationId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ns2:creationId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ns2:creationId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ns2:creationId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ns2:creationId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ns2:creationId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ns2:creationId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ns2:creationId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ns2:creationId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ns2:creationId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ns2:creationId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ns2:creationId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ns2:creationId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ns2:creationId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ns2:creationId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ns2:creationId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ns2:creationId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ns2:creationId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ns2:creationId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ns2:creationId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ns2:creationId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ns2:creationId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ns2:creationId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ns2:creationId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ns2:creationId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ns2:creationId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ns2:creationId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ns2:creationId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ns2:creationId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ns2:creationId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ns2:creationId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ns2:creationId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ns2:creationId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ns2:creationId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ns2:creationId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ns2:creationId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ns2:creationId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ns2:creationId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ns2:creationId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ns2:creationId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ns2:creationId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ns2:creationId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ns2:creationId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ns2:creationId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ns2:creationId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ns2:creationId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ns2:creationId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ns2:creationId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ns2:creationId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ns2:creationId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ns2:creationId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ns2:creationId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ns2:creationId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ns2:creationId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ns2:creationId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ns2:creationId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ns2:creationId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ns2:creationId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ns2:creationId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ns2:creationId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ns2:creationId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ns2:creationId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ns2:creationId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ns2:creationId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ns2:creationId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ns2:creationId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ns2:creationId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ns2:creationId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ns2:creationId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ns2:creationId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ns2:creationId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ns2:creationId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ns2:creationId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ns2:creationId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ns2:creationId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ns2:creationId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ns2:creationId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ns2:creationId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ns2:creationId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6635785"/>
      </p:ext>
    </p:extLst>
  </p:cSld>
  <p:clrMapOvr>
    <a:masterClrMapping/>
  </p:clrMapOvr>
</p:sld>
</file>

<file path=ppt/slides/slide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ns2:creationId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ns2:creationId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ns2:creationId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ns2:creationId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ns2:creationId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ns2:creationId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ns2:creationId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ns2:creationId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ns2:creationId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ns2:creationId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ns2:creationId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ns2:creationId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ns2:creationId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ns2:creationId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ns2:creationId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ns2:creationId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ns2:creationId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ns2:creationId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ns2:creationId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ns2:creationId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ns2:creationId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ns2:creationId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ns2:creationId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ns2:creationId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ns2:creationId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ns2:creationId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ns2:creationId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ns2:creationId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ns2:creationId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ns2:creationId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ns2:creationId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ns2:creationId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ns2:creationId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ns2:creationId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ns2:creationId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ns2:creationId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ns2:creationId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ns2:creationId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ns2:creationId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ns2:creationId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ns2:creationId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ns2:creationId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ns2:creationId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ns2:creationId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ns2:creationId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ns2:creationId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ns2:creationId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ns2:creationId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ns2:creationId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ns2:creationId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ns2:creationId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ns2:creationId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ns2:creationId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ns2:creationId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ns2:creationId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ns2:creationId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ns2:creationId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ns2:creationId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ns2:creationId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ns2:creationId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ns2:creationId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ns2:creationId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ns2:creationId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ns2:creationId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ns2:creationId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ns2:creationId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ns2:creationId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ns2:creationId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ns2:creationId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ns2:creationId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ns2:creationId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ns2:creationId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ns2:creationId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ns2:creationId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1315012"/>
      </p:ext>
    </p:extLst>
  </p:cSld>
  <p:clrMapOvr>
    <a:masterClrMapping/>
  </p:clrMapOvr>
</p:sld>
</file>

<file path=ppt/slides/slide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ns2:creationId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ns2:creationId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ns2:creationId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ns2:creationId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ns2:creationId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ns2:creationId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ns2:creationId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ns2:creationId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ns2:creationId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ns2:creationId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ns2:creationId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ns2:creationId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ns2:creationId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ns2:creationId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ns2:creationId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ns2:creationId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ns2:creationId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ns2:creationId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ns2:creationId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ns2:creationId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ns2:creationId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ns2:creationId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ns2:creationId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ns2:creationId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ns2:creationId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ns2:creationId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ns2:creationId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ns2:creationId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ns2:creationId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ns2:creationId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ns2:creationId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ns2:creationId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ns2:creationId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ns2:creationId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ns2:creationId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ns2:creationId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ns2:creationId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ns2:creationId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ns2:creationId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ns2:creationId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ns2:creationId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ns2:creationId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ns2:creationId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ns2:creationId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ns2:creationId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ns2:creationId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ns2:creationId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ns2:creationId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ns2:creationId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ns2:creationId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ns2:creationId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ns2:creationId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ns2:creationId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ns2:creationId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ns2:creationId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ns2:creationId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ns2:creationId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ns2:creationId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ns2:creationId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ns2:creationId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ns2:creationId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ns2:creationId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ns2:creationId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ns2:creationId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ns2:creationId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ns2:creationId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ns2:creationId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ns2:creationId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ns2:creationId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ns2:creationId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ns2:creationId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ns2:creationId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ns2:creationId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ns2:creationId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ns2:creationId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ns2:creationId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ns2:creationId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ns2:creationId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ns2:creationId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ns2:creationId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ns2:creationId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ns2:creationId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ns2:creationId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ns2:creationId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ns2:creationId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ns2:creationId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ns2:creationId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ns2:creationId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ns2:creationId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ns2:creationId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ns2:creationId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ns2:creationId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ns2:creationId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ns2:creationId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ns2:creationId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ns2:creationId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ns2:creationId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ns2:creationId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ns2:creationId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ns2:creationId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ns2:creationId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2169218075"/>
      </p:ext>
    </p:extLst>
  </p:cSld>
  <p:clrMapOvr>
    <a:masterClrMapping/>
  </p:clrMapOvr>
</p:sld>
</file>

<file path=ppt/slides/slide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ns2:creationId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ns2:creationId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ns2:creationId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ns2:creationId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ns2:creationId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ns2:creationId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ns2:creationId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ns2:creationId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ns2:creationId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ns2:creationId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ns2:creationId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ns2:creationId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ns2:creationId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ns2:creationId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ns2:creationId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ns2:creationId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ns2:creationId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ns2:creationId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ns2:creationId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88697846"/>
      </p:ext>
    </p:extLst>
  </p:cSld>
  <p:clrMapOvr>
    <a:masterClrMapping/>
  </p:clrMapOvr>
</p:sld>
</file>

<file path=ppt/slides/slide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ns2:creationId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ns2:creationId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ns2:creationId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ns2:creationId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ns2:creationId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ns2:creationId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ns2:creationId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ns2:creationId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ns2:creationId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ns2:creationId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ns2:creationId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ns2:creationId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ns2:creationId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ns2:creationId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ns2:creationId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ns2:creationId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ns2:creationId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ns2:creationId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ns2:creationId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ns2:creationId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ns2:creationId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ns2:creationId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ns2:creationId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ns2:creationId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ns2:creationId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ns2:creationId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ns2:creationId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ns2:creationId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ns2:creationId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ns2:creationId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ns2:creationId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ns2:creationId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ns2:creationId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ns2:creationId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ns2:creationId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ns2:creationId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ns2:creationId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ns2:creationId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ns2:creationId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ns2:creationId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ns2:creationId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ns2:creationId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ns2:creationId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ns2:creationId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ns2:creationId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ns2:creationId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ns2:creationId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ns2:creationId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ns2:creationId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ns2:creationId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ns2:creationId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ns2:creationId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ns2:creationId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ns2:creationId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ns2:creationId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ns2:creationId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ns2:creationId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ns2:creationId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ns2:creationId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ns2:creationId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ns2:creationId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ns2:creationId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ns2:creationId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ns2:creationId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ns2:creationId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ns2:creationId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ns2:creationId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ns2:creationId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ns2:creationId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ns2:creationId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ns2:creationId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ns2:creationId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ns2:creationId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ns2:creationId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ns2:creationId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ns2:creationId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ns2:creationId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ns2:creationId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ns2:creationId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ns2:creationId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ns2:creationId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ns2:creationId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ns2:creationId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ns2:creationId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ns2:creationId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ns2:creationId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ns2:creationId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ns2:creationId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ns2:creationId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ns2:creationId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ns2:creationId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ns2:creationId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ns2:creationId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ns2:creationId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ns2:creationId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ns2:creationId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986943437"/>
      </p:ext>
    </p:extLst>
  </p:cSld>
  <p:clrMapOvr>
    <a:masterClrMapping/>
  </p:clrMapOvr>
</p:sld>
</file>

<file path=ppt/slides/slide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ns2:creationId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ns2:creationId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ns2:creationId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ns2:creationId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ns2:creationId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ns2:creationId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ns2:creationId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ns2:creationId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ns2:creationId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ns2:creationId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ns2:creationId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ns2:creationId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ns2:creationId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ns2:creationId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ns2:creationId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ns2:creationId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ns2:creationId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ns2:creationId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ns2:creationId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ns2:creationId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ns2:creationId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ns2:creationId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ns2:creationId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ns2:creationId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ns2:creationId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ns2:creationId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ns2:creationId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ns2:creationId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ns2:creationId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ns2:creationId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ns2:creationId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ns2:creationId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ns2:creationId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ns2:creationId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ns2:creationId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ns2:creationId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ns2:creationId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ns2:creationId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ns2:creationId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ns2:creationId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ns2:creationId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ns2:creationId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ns2:creationId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ns2:creationId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ns2:creationId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ns2:creationId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ns2:creationId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ns2:creationId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ns2:creationId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ns2:creationId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ns2:creationId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ns2:creationId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ns2:creationId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ns2:creationId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ns2:creationId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ns2:creationId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ns2:creationId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ns2:creationId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ns2:creationId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ns2:creationId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1254946738"/>
      </p:ext>
    </p:extLst>
  </p:cSld>
  <p:clrMapOvr>
    <a:masterClrMapping/>
  </p:clrMapOvr>
</p:sld>
</file>

<file path=ppt/slides/slide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ns2:creationId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ns2:creationId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ns2:creationId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ns2:creationId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ns2:creationId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ns2:creationId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ns2:creationId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ns2:creationId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ns2:creationId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ns2:creationId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ns2:creationId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ns2:creationId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ns2:creationId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ns2:creationId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ns2:creationId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ns2:creationId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ns2:creationId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ns2:creationId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ns2:creationId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ns2:creationId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ns2:creationId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ns2:creationId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ns2:creationId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ns2:creationId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ns2:creationId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ns2:creationId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ns2:creationId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ns2:creationId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ns2:creationId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ns2:creationId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ns2:creationId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ns2:creationId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ns2:creationId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ns2:creationId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ns2:creationId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ns2:creationId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ns2:creationId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ns2:creationId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ns2:creationId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ns2:creationId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ns2:creationId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ns2:creationId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ns2:creationId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ns2:creationId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ns2:creationId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ns2:creationId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ns2:creationId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ns2:creationId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ns2:creationId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ns2:creationId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ns2:creationId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ns2:creationId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ns2:creationId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ns2:creationId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ns2:creationId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ns2:creationId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ns2:creationId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ns2:creationId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ns2:creationId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ns2:creationId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ns2:creationId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ns2:creationId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ns2:creationId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ns2:creationId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ns2:creationId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ns2:creationId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ns2:creationId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ns2:creationId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ns2:creationId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ns2:creationId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ns2:creationId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ns2:creationId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ns2:creationId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ns2:creationId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ns2:creationId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ns2:creationId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ns2:creationId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ns2:creationId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ns2:creationId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ns2:creationId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ns2:creationId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ns2:creationId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ns2:creationId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ns2:creationId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ns2:creationId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ns2:creationId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ns2:creationId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ns2:creationId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ns2:creationId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ns2:creationId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ns2:creationId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ns2:creationId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ns2:creationId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ns2:creationId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ns2:creationId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ns2:creationId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ns2:creationId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ns2:creationId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ns2:creationId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ns2:creationId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ns2:creationId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ns2:creationId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ns2:creationId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ns2:creationId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ns2:creationId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ns2:creationId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ns2:creationId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ns2:creationId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ns2:creationId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ns5:creationId val="3620967073"/>
      </p:ext>
    </p:extLst>
  </p:cSld>
  <p:clrMapOvr>
    <a:masterClrMapping/>
  </p:clrMapOvr>
</p:sld>
</file>

<file path=ppt/slides/slide1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ns2:creationId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ns2:creationId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ns2:creationId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ns2:creationId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ns2:creationId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ns2:creationId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ns2:creationId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ns2:creationId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ns2:creationId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ns2:creationId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ns2:creationId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ns2:creationId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ns2:creationId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ns2:creationId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ns2:creationId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ns2:creationId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ns2:creationId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ns2:creationId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ns2:creationId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ns2:creationId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ns2:creationId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ns2:creationId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ns2:creationId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ns2:creationId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ns2:creationId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ns2:creationId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ns2:creationId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ns2:creationId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ns2:creationId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ns2:creationId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ns2:creationId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ns2:creationId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ns2:creationId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ns2:creationId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ns2:creationId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ns2:creationId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ns2:creationId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ns2:creationId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ns2:creationId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ns2:creationId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ns2:creationId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ns2:creationId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ns2:creationId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ns2:creationId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ns2:creationId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ns2:creationId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ns2:creationId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ns2:creationId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ns2:creationId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ns2:creationId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ns2:creationId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ns2:creationId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ns2:creationId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ns2:creationId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ns2:creationId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ns2:creationId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ns2:creationId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ns2:creationId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ns2:creationId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ns2:creationId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ns2:creationId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ns2:creationId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ns2:creationId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ns2:creationId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ns2:creationId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ns2:creationId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ns2:creationId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ns2:creationId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ns2:creationId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774957085"/>
      </p:ext>
    </p:extLst>
  </p:cSld>
  <p:clrMapOvr>
    <a:masterClrMapping/>
  </p:clrMapOvr>
</p:sld>
</file>

<file path=ppt/slides/slide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ns2:creationId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ns2:creationId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ns2:creationId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ns2:creationId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ns2:creationId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ns2:creationId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ns2:creationId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ns2:creationId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ns2:creationId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ns2:creationId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ns2:creationId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ns2:creationId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ns2:creationId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ns2:creationId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ns2:creationId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ns2:creationId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ns2:creationId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ns2:creationId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ns2:creationId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ns2:creationId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ns2:creationId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ns2:creationId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ns2:creationId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ns2:creationId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ns2:creationId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ns2:creationId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ns2:creationId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ns2:creationId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ns2:creationId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ns2:creationId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ns2:creationId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ns2:creationId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ns2:creationId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ns2:creationId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ns2:creationId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ns2:creationId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ns2:creationId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ns2:creationId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ns2:creationId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ns2:creationId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ns2:creationId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ns2:creationId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ns2:creationId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ns2:creationId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ns2:creationId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216856470"/>
      </p:ext>
    </p:extLst>
  </p:cSld>
  <p:clrMapOvr>
    <a:masterClrMapping/>
  </p:clrMapOvr>
</p:sld>
</file>

<file path=ppt/slides/slide1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286072580"/>
      </p:ext>
    </p:extLst>
  </p:cSld>
  <p:clrMapOvr>
    <a:masterClrMapping/>
  </p:clrMapOvr>
</p:sld>
</file>

<file path=ppt/slides/slide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ns2:creationId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ns2:creationId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ns2:creationId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ns2:creationId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ns2:creationId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ns2:creationId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ns2:creationId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ns2:creationId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ns2:creationId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ns2:creationId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ns2:creationId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ns2:creationId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ns2:creationId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ns2:creationId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ns2:creationId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ns2:creationId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ns2:creationId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ns2:creationId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ns2:creationId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ns2:creationId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ns2:creationId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ns2:creationId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ns2:creationId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ns2:creationId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ns2:creationId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ns2:creationId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ns2:creationId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ns2:creationId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ns2:creationId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ns2:creationId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ns2:creationId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ns2:creationId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ns2:creationId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ns2:creationId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ns2:creationId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ns2:creationId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91019745"/>
      </p:ext>
    </p:extLst>
  </p:cSld>
  <p:clrMapOvr>
    <a:masterClrMapping/>
  </p:clrMapOvr>
</p:sld>
</file>

<file path=ppt/slides/slide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ns2:creationId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ns2:creationId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ns2:creationId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ns2:creationId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ns2:creationId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ns2:creationId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ns2:creationId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ns5:creationId val="4208837731"/>
      </p:ext>
    </p:extLst>
  </p:cSld>
  <p:clrMapOvr>
    <a:masterClrMapping/>
  </p:clrMapOvr>
</p:sld>
</file>

<file path=ppt/slides/slide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ns2:creationId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ns2:creationId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ns2:creationId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ns2:creationId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ns2:creationId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ns2:creationId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ns2:creationId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ns2:creationId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ns2:creationId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ns2:creationId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ns2:creationId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ns2:creationId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ns2:creationId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ns2:creationId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ns2:creationId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ns2:creationId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ns2:creationId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ns2:creationId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ns2:creationId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ns2:creationId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ns2:creationId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ns2:creationId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ns2:creationId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ns2:creationId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ns2:creationId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ns2:creationId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ns2:creationId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ns2:creationId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ns2:creationId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ns2:creationId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ns2:creationId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ns2:creationId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ns2:creationId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ns2:creationId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ns2:creationId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ns2:creationId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ns2:creationId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ns2:creationId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ns2:creationId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ns2:creationId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ns2:creationId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ns2:creationId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ns2:creationId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ns2:creationId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ns2:creationId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ns2:creationId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ns2:creationId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ns2:creationId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ns2:creationId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ns2:creationId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ns2:creationId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ns2:creationId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ns2:creationId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ns2:creationId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ns2:creationId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ns2:creationId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ns2:creationId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ns2:creationId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ns2:creationId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ns2:creationId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ns2:creationId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ns2:creationId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ns2:creationId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ns2:creationId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ns2:creationId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ns2:creationId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ns2:creationId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ns2:creationId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ns2:creationId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ns2:creationId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ns2:creationId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ns2:creationId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ns2:creationId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ns2:creationId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ns2:creationId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ns2:creationId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ns2:creationId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ns2:creationId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ns2:creationId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ns2:creationId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ns2:creationId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ns2:creationId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ns2:creationId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ns2:creationId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ns2:creationId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ns2:creationId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ns2:creationId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ns2:creationId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ns2:creationId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ns2:creationId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ns2:creationId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ns2:creationId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ns2:creationId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ns2:creationId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ns2:creationId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ns2:creationId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ns2:creationId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ns2:creationId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ns2:creationId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ns2:creationId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ns2:creationId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ns2:creationId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ns2:creationId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ns2:creationId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ns2:creationId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ns2:creationId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ns2:creationId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ns2:creationId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ns2:creationId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ns2:creationId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ns6:creationId val="4079936309"/>
      </p:ext>
    </p:extLst>
  </p:cSld>
  <p:clrMapOvr>
    <a:masterClrMapping/>
  </p:clrMapOvr>
</p:sld>
</file>

<file path=ppt/slides/slide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ns2:creationId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ns2:creationId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ns2:creationId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ns2:creationId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ns2:creationId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ns2:creationId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ns2:creationId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ns2:creationId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ns2:creationId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ns2:creationId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ns2:creationId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ns2:creationId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ns2:creationId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ns2:creationId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ns2:creationId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ns2:creationId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ns2:creationId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ns2:creationId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ns2:creationId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ns2:creationId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ns2:creationId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ns2:creationId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027928661"/>
      </p:ext>
    </p:extLst>
  </p:cSld>
  <p:clrMapOvr>
    <a:masterClrMapping/>
  </p:clrMapOvr>
</p:sld>
</file>

<file path=ppt/slides/slide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ns2:creationId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ns2:creationId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ns2:creationId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ns2:creationId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ns2:creationId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ns2:creationId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ns2:creationId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ns2:creationId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ns2:creationId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ns2:creationId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ns2:creationId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ns2:creationId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ns2:creationId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ns2:creationId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ns2:creationId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ns2:creationId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ns2:creationId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XX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ns2:creationId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ns2:creationId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ns2:creationId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ns2:creationId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ns2:creationId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ns2:creationId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ns2:creationId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ns2:creationId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952485089"/>
      </p:ext>
    </p:extLst>
  </p:cSld>
  <p:clrMapOvr>
    <a:masterClrMapping/>
  </p:clrMapOvr>
</p:sld>
</file>

<file path=ppt/slides/slide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18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ns2:creationId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ns2:creationId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ns2:creationId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ns2:creationId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ns2:creationId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ns2:creationId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ns2:creationId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ns2:creationId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ns2:creationId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ns2:creationId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ns2:creationId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ns2:creationId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ns2:creationId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ns2:creationId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ns2:creationId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ns2:creationId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ns2:creationId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ns2:creationId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ns2:creationId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ns2:creationId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ns2:creationId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ns2:creationId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ns2:creationId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ns2:creationId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ns2:creationId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ns2:creationId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ns2:creationId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ns2:creationId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ns2:creationId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ns2:creationId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ns2:creationId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ns2:creationId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ns2:creationId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ns2:creationId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ns2:creationId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ns2:creationId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ns2:creationId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ns2:creationId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ns2:creationId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ns2:creationId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609712929"/>
      </p:ext>
    </p:extLst>
  </p:cSld>
  <p:clrMapOvr>
    <a:masterClrMapping/>
  </p:clrMapOvr>
</p:sld>
</file>

<file path=ppt/slides/slide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ns2:creationId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ns2:creationId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ns2:creationId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ns2:creationId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ns2:creationId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ns2:creationId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ns2:creationId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ns2:creationId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ns2:creationId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ns2:creationId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ns2:creationId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ns2:creationId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ns2:creationId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ns2:creationId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ns2:creationId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ns2:creationId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ns2:creationId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ns2:creationId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ns2:creationId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ns2:creationId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ns2:creationId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ns2:creationId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ns2:creationId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ns2:creationId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ns2:creationId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ns2:creationId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ns2:creationId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ns2:creationId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ns2:creationId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ns2:creationId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ns2:creationId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ns2:creationId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ns2:creationId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ns2:creationId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ns2:creationId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ns2:creationId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ns2:creationId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ns2:creationId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ns2:creationId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ns2:creationId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ns2:creationId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ns2:creationId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ns2:creationId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ns2:creationId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ns2:creationId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ns2:creationId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ns2:creationId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ns2:creationId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ns2:creationId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ns2:creationId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ns2:creationId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ns2:creationId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ns2:creationId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445444680"/>
      </p:ext>
    </p:extLst>
  </p:cSld>
  <p:clrMapOvr>
    <a:masterClrMapping/>
  </p:clrMapOvr>
</p:sld>
</file>

<file path=ppt/slides/slide2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20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ns2:creationId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ns2:creationId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ns2:creationId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ns2:creationId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ns2:creationId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ns2:creationId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ns2:creationId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ns2:creationId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ns2:creationId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ns2:creationId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ns2:creationId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1974897627"/>
      </p:ext>
    </p:extLst>
  </p:cSld>
  <p:clrMapOvr>
    <a:masterClrMapping/>
  </p:clrMapOvr>
</p:sld>
</file>

<file path=ppt/slides/slide2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21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ns2:creationId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ns2:creationId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ns2:creationId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ns2:creationId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ns2:creationId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ns2:creationId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ns2:creationId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ns2:creationId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ns2:creationId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ns2:creationId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ns2:creationId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ns2:creationId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ns2:creationId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ns2:creationId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ns2:creationId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ns2:creationId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ns2:creationId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ns2:creationId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ns2:creationId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ns2:creationId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ns2:creationId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ns2:creationId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ns2:creationId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ns2:creationId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ns2:creationId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ns2:creationId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ns2:creationId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ns2:creationId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ns2:creationId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XX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ns6:creationId val="712659107"/>
      </p:ext>
    </p:extLst>
  </p:cSld>
  <p:clrMapOvr>
    <a:masterClrMapping/>
  </p:clrMapOvr>
</p:sld>
</file>

<file path=ppt/slides/slide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ns2:creationId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ns2:creationId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ns2:creationId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ns2:creationId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ns2:creationId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ns2:creationId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ns2:creationId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ns2:creationId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ns2:creationId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ns2:creationId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ns2:creationId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ns2:creationId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ns2:creationId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ns2:creationId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ns2:creationId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ns2:creationId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ns2:creationId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ns2:creationId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ns2:creationId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ns2:creationId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ns2:creationId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ns2:creationId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ns2:creationId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ns2:creationId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ns2:creationId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ns2:creationId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ns2:creationId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ns2:creationId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ns2:creationId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3659974"/>
      </p:ext>
    </p:extLst>
  </p:cSld>
  <p:clrMapOvr>
    <a:masterClrMapping/>
  </p:clrMapOvr>
</p:sld>
</file>

<file path=ppt/slides/slide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ns2:creationId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ns2:creationId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ns2:creationId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ns2:creationId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ns2:creationId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ns2:creationId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ns2:creationId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ns2:creationId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ns2:creationId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ns2:creationId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ns2:creationId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ns2:creationId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ns2:creationId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ns2:creationId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ns2:creationId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ns2:creationId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ns2:creationId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ns2:creationId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ns2:creationId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ns2:creationId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ns2:creationId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ns2:creationId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ns2:creationId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ns2:creationId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ns2:creationId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ns2:creationId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ns2:creationId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ns2:creationId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ns2:creationId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ns2:creationId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ns2:creationId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ns2:creationId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4200771557"/>
      </p:ext>
    </p:extLst>
  </p:cSld>
  <p:clrMapOvr>
    <a:masterClrMapping/>
  </p:clrMapOvr>
</p:sld>
</file>

<file path=ppt/slides/slide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ns2:creationId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ns2:creationId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ns2:creationId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ns2:creationId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ns2:creationId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ns2:creationId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ns2:creationId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ns2:creationId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ns2:creationId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ns2:creationId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ns2:creationId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ns2:creationId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ns2:creationId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ns2:creationId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ns2:creationId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ns2:creationId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ns2:creationId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ns2:creationId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ns2:creationId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ns2:creationId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ns2:creationId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ns2:creationId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ns2:creationId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ns2:creationId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ns2:creationId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ns2:creationId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ns2:creationId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ns2:creationId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ns2:creationId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ns2:creationId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ns2:creationId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ns2:creationId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ns2:creationId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ns2:creationId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ns2:creationId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ns2:creationId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ns2:creationId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ns2:creationId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ns2:creationId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ns2:creationId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ns2:creationId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ns2:creationId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ns2:creationId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ns2:creationId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ns2:creationId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ns2:creationId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ns2:creationId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ns2:creationId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ns2:creationId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ns2:creationId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ns2:creationId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ns2:creationId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ns2:creationId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ns2:creationId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ns2:creationId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ns2:creationId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ns2:creationId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ns2:creationId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ns2:creationId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ns5:creationId val="744931445"/>
      </p:ext>
    </p:extLst>
  </p:cSld>
  <p:clrMapOvr>
    <a:masterClrMapping/>
  </p:clrMapOvr>
</p:sld>
</file>

<file path=ppt/slides/slide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ns2:creationId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ns2:creationId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ns2:creationId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ns2:creationId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ns2:creationId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ns2:creationId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ns2:creationId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ns2:creationId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ns2:creationId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ns2:creationId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ns2:creationId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ns2:creationId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ns2:creationId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ns2:creationId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ns2:creationId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ns2:creationId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ns2:creationId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ns2:creationId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ns2:creationId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ns2:creationId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ns2:creationId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ns2:creationId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ns2:creationId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ns2:creationId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ns2:creationId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ns2:creationId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ns2:creationId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ns2:creationId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ns2:creationId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ns2:creationId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ns2:creationId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ns2:creationId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ns2:creationId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ns2:creationId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ns2:creationId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ns2:creationId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ns2:creationId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ns2:creationId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ns2:creationId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ns2:creationId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ns2:creationId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ns2:creationId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ns2:creationId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ns2:creationId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ns2:creationId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ns2:creationId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ns2:creationId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ns2:creationId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ns2:creationId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ns2:creationId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ns2:creationId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ns2:creationId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ns2:creationId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ns2:creationId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ns2:creationId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ns2:creationId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ns2:creationId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ns2:creationId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ns2:creationId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ns2:creationId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ns2:creationId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ns2:creationId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ns2:creationId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ns2:creationId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ns2:creationId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ns2:creationId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ns2:creationId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ns2:creationId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ns2:creationId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ns2:creationId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ns2:creationId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ns2:creationId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ns2:creationId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ns2:creationId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ns2:creationId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ns2:creationId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ns2:creationId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ns2:creationId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ns2:creationId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ns2:creationId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ns2:creationId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ns2:creationId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ns2:creationId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ns2:creationId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ns2:creationId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ns2:creationId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ns2:creationId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ns2:creationId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ns2:creationId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ns2:creationId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ns2:creationId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ns2:creationId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ns2:creationId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ns2:creationId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ns2:creationId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ns2:creationId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ns2:creationId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ns2:creationId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ns2:creationId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ns2:creationId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ns2:creationId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ns2:creationId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ns2:creationId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ns2:creationId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ns2:creationId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ns2:creationId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ns2:creationId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ns2:creationId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ns2:creationId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ns2:creationId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ns2:creationId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ns2:creationId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ns2:creationId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ns2:creationId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ns2:creationId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ns2:creationId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ns2:creationId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ns2:creationId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ns2:creationId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ns2:creationId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ns2:creationId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ns2:creationId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ns2:creationId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ns2:creationId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ns2:creationId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ns2:creationId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ns2:creationId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ns2:creationId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ns2:creationId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ns2:creationId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ns2:creationId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ns2:creationId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ns2:creationId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ns2:creationId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ns2:creationId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ns2:creationId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ns2:creationId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ns2:creationId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ns2:creationId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ns2:creationId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ns2:creationId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ns2:creationId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ns2:creationId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ns2:creationId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ns2:creationId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ns2:creationId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ns2:creationId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ns2:creationId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ns2:creationId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ns2:creationId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ns2:creationId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ns2:creationId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ns2:creationId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ns2:creationId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ns2:creationId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ns2:creationId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ns2:creationId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ns2:creationId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ns2:creationId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ns2:creationId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ns2:creationId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ns2:creationId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ns2:creationId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ns2:creationId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ns2:creationId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ns2:creationId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ns2:creationId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ns2:creationId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ns2:creationId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ns2:creationId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ns2:creationId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ns2:creationId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ns2:creationId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ns2:creationId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ns2:creationId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ns2:creationId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ns2:creationId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ns2:creationId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ns2:creationId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ns2:creationId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ns2:creationId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ns2:creationId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ns2:creationId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ns2:creationId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ns2:creationId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ns2:creationId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ns2:creationId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ns2:creationId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ns2:creationId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ns2:creationId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ns2:creationId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ns2:creationId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ns2:creationId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ns2:creationId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ns2:creationId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ns5:creationId val="2487736759"/>
      </p:ext>
    </p:extLst>
  </p:cSld>
  <p:clrMapOvr>
    <a:masterClrMapping/>
  </p:clrMapOvr>
</p:sld>
</file>

<file path=ppt/slides/slide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26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ns2:creationId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ns2:creationId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ns2:creationId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ns2:creationId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ns2:creationId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ns2:creationId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ns2:creationId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ns2:creationId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ns2:creationId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ns2:creationId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ns2:creationId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ns2:creationId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ns2:creationId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ns2:creationId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ns2:creationId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ns2:creationId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ns2:creationId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ns2:creationId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ns2:creationId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ns2:creationId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ns2:creationId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ns2:creationId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ns2:creationId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ns2:creationId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ns2:creationId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ns2:creationId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ns2:creationId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ns2:creationId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ns2:creationId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ns2:creationId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ns2:creationId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ns2:creationId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ns2:creationId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ns2:creationId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ns2:creationId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ns2:creationId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ns2:creationId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ns2:creationId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ns2:creationId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ns2:creationId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ns2:creationId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ns2:creationId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ns2:creationId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ns2:creationId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ns2:creationId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ns2:creationId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ns2:creationId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ns2:creationId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ns2:creationId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ns2:creationId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ns2:creationId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ns2:creationId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ns2:creationId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ns2:creationId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ns2:creationId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ns2:creationId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ns2:creationId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ns2:creationId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ns2:creationId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ns2:creationId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ns2:creationId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ns2:creationId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ns2:creationId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ns2:creationId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ns2:creationId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ns2:creationId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ns2:creationId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ns2:creationId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ns2:creationId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ns2:creationId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ns2:creationId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ns2:creationId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33326223"/>
      </p:ext>
    </p:extLst>
  </p:cSld>
  <p:clrMapOvr>
    <a:masterClrMapping/>
  </p:clrMapOvr>
</p:sld>
</file>

<file path=ppt/slides/slide2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ns2:creationId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ns2:creationId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ns2:creationId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ns2:creationId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ns2:creationId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ns2:creationId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ns2:creationId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ns2:creationId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ns2:creationId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ns2:creationId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ns2:creationId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ns2:creationId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ns2:creationId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ns2:creationId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ns2:creationId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ns2:creationId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ns2:creationId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ns6:creationId val="781402503"/>
      </p:ext>
    </p:extLst>
  </p:cSld>
  <p:clrMapOvr>
    <a:masterClrMapping/>
  </p:clrMapOvr>
</p:sld>
</file>

<file path=ppt/slides/slide2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ns2:creationId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ns2:creationId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ns2:creationId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ns2:creationId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ns2:creationId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ns2:creationId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ns2:creationId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629145452"/>
      </p:ext>
    </p:extLst>
  </p:cSld>
  <p:clrMapOvr>
    <a:masterClrMapping/>
  </p:clrMapOvr>
</p:sld>
</file>

<file path=ppt/slides/slide2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ns2:creationId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ns2:creationId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ns2:creationId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ns2:creationId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ns2:creationId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ns2:creationId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ns2:creationId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ns2:creationId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ns2:creationId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ns2:creationId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3:creationId val="837727573"/>
      </p:ext>
    </p:extLst>
  </p:cSld>
  <p:clrMapOvr>
    <a:masterClrMapping/>
  </p:clrMapOvr>
</p:sld>
</file>

<file path=ppt/slides/slide3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ns2:creationId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ns2:creationId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ns2:creationId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ns2:creationId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ns2:creationId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ns2:creationId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ns2:creationId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ns3:chart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ns2:creationId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ns3:chart r:id="rId3"/>
          </a:graphicData>
        </a:graphic>
      </p:graphicFrame>
    </p:spTree>
    <p:extLst>
      <p:ext uri="{BB962C8B-B14F-4D97-AF65-F5344CB8AC3E}">
        <ns5:creationId val="553993380"/>
      </p:ext>
    </p:extLst>
  </p:cSld>
  <p:clrMapOvr>
    <a:masterClrMapping/>
  </p:clrMapOvr>
</p:sld>
</file>

<file path=ppt/slides/slide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ns2:creationId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ns2:creationId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ns2:creationId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ns2:creationId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ns2:creationId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ns2:creationId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ns2:creationId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ns2:creationId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ns2:creationId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ns2:creationId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ns2:creationId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ns2:creationId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ns2:creationId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ns2:creationId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ns2:creationId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ns2:creationId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ns2:creationId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ns2:creationId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ns2:creationId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ns2:creationId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ns2:creationId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ns2:creationId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ns2:creationId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ns2:creationId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ns2:creationId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ns2:creationId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ns2:creationId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ns2:creationId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ns2:creationId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ns2:creationId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ns2:creationId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ns2:creationId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ns2:creationId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ns2:creationId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ns2:creationId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ns2:creationId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ns2:creationId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ns2:creationId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ns2:creationId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ns2:creationId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ns2:creationId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ns2:creationId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ns2:creationId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ns2:creationId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ns2:creationId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ns2:creationId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ns2:creationId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ns2:creationId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ns2:creationId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ns2:creationId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ns2:creationId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ns2:creationId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ns2:creationId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ns2:creationId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ns2:creationId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ns2:creationId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ns2:creationId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ns2:creationId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ns2:creationId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ns2:creationId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ns2:creationId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ns2:creationId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ns2:creationId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ns2:creationId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ns2:creationId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ns2:creationId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ns2:creationId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ns2:creationId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ns2:creationId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ns2:creationId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ns2:creationId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ns2:creationId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ns2:creationId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ns2:creationId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ns2:creationId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ns2:creationId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ns2:creationId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ns2:creationId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ns2:creationId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ns2:creationId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ns2:creationId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ns2:creationId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ns2:creationId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ns2:creationId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ns2:creationId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ns2:creationId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ns2:creationId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ns2:creationId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ns2:creationId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ns2:creationId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ns2:creationId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ns2:creationId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ns2:creationId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ns2:creationId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ns2:creationId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ns2:creationId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ns2:creationId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ns2:creationId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ns2:creationId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ns2:creationId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ns2:creationId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ns2:creationId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ns2:creationId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ns2:creationId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ns2:creationId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ns2:creationId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ns2:creationId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ns2:creationId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ns2:creationId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ns2:creationId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ns2:creationId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ns2:creationId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ns2:creationId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ns2:creationId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ns2:creationId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ns2:creationId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ns2:creationId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292405385"/>
      </p:ext>
    </p:extLst>
  </p:cSld>
  <p:clrMapOvr>
    <a:masterClrMapping/>
  </p:clrMapOvr>
</p:sld>
</file>

<file path=ppt/slides/slide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ns2:creationId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ns2:creationId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ns2:creationId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ns2:creationId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ns2:creationId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ns2:creationId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ns2:creationId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ns2:creationId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ns2:creationId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ns2:creationId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ns2:creationId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ns2:creationId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ns2:creationId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ns2:creationId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ns2:creationId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ns2:creationId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ns2:creationId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ns2:creationId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ns2:creationId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ns2:creationId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ns2:creationId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ns2:creationId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ns2:creationId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ns2:creationId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ns2:creationId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ns2:creationId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ns2:creationId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ns2:creationId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ns2:creationId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ns2:creationId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ns2:creationId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ns2:creationId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ns2:creationId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ns2:creationId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ns2:creationId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ns2:creationId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ns2:creationId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ns2:creationId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ns2:creationId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ns2:creationId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ns2:creationId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ns2:creationId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ns2:creationId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ns2:creationId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ns2:creationId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ns2:creationId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ns2:creationId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ns2:creationId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ns2:creationId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ns2:creationId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ns2:creationId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ns2:creationId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ns2:creationId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ns2:creationId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ns2:creationId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ns2:creationId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ns2:creationId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ns2:creationId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ns2:creationId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ns2:creationId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ns2:creationId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ns2:creationId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ns2:creationId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ns2:creationId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ns2:creationId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ns2:creationId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ns2:creationId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ns2:creationId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ns2:creationId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ns2:creationId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ns2:creationId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ns2:creationId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ns2:creationId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ns2:creationId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ns2:creationId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ns2:creationId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ns2:creationId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ns2:creationId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ns2:creationId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ns2:creationId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ns2:creationId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ns2:creationId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ns2:creationId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ns2:creationId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ns2:creationId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ns2:creationId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ns2:creationId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ns2:creationId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ns2:creationId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ns2:creationId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ns2:creationId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ns2:creationId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ns2:creationId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ns2:creationId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ns2:creationId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ns2:creationId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ns2:creationId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ns2:creationId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ns2:creationId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ns2:creationId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ns2:creationId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ns2:creationId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ns2:creationId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ns2:creationId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ns2:creationId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ns2:creationId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ns2:creationId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ns2:creationId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ns2:creationId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ns2:creationId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ns2:creationId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ns2:creationId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ns2:creationId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ns2:creationId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ns2:creationId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ns2:creationId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ns2:creationId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ns2:creationId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ns2:creationId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ns2:creationId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ns2:creationId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ns2:creationId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ns2:creationId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ns2:creationId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ns2:creationId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ns2:creationId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ns2:creationId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ns6:creationId val="2136885672"/>
      </p:ext>
    </p:extLst>
  </p:cSld>
  <p:clrMapOvr>
    <a:masterClrMapping/>
  </p:clrMapOvr>
</p:sld>
</file>

<file path=ppt/slides/slide33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ns2:creationId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ns2:creationId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ns2:creationId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ns2:creationId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ns2:creationId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ns2:creationId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ns2:creationId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ns2:creationId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ns2:creationId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ns4:useLocalDpi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ns2:creationId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ns2:creationId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ns2:creationId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ns2:creationId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ns2:creationId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ns2:creationId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ns2:creationId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ns2:creationId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ns2:creationId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ns2:creationId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ns2:creationId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ns2:creationId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ns2:creationId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ns2:creationId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ns2:creationId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ns2:creationId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ns2:creationId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ns2:creationId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ns2:creationId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ns2:creationId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ns2:creationId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ns2:creationId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ns2:creationId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ns2:creationId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ns2:creationId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ns2:creationId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ns2:creationId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ns2:creationId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ns2:creationId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ns2:creationId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ns2:creationId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ns2:creationId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ns2:creationId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ns2:creationId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ns2:creationId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ns2:creationId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ns2:creationId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ns2:creationId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ns2:creationId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ns2:creationId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ns2:creationId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ns2:creationId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ns2:creationId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ns2:creationId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ns2:creationId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ns2:creationId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ns2:creationId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ns2:creationId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ns2:creationId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ns2:creationId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ns2:creationId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ns2:creationId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ns2:creationId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ns2:creationId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6:creationId val="3564199953"/>
      </p:ext>
    </p:extLst>
  </p:cSld>
  <p:clrMapOvr>
    <a:masterClrMapping/>
  </p:clrMapOvr>
</p:sld>
</file>

<file path=ppt/slides/slide34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drawing/2010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ns2:creationId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ns2:creationId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ns2:creationId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ns2:creationId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ns2:creationId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ns2:creationId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ns2:creationId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ns2:creationId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ns2:creationId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ns5:chart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ns2:creationId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ns2:creationId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ns2:creationId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ns2:creationId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ns2:creationId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ns2:creationId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172" name="グループ化 171">
            <a:extLst>
              <a:ext uri="{FF2B5EF4-FFF2-40B4-BE49-F238E27FC236}">
                <ns2:creationId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ns2:creationId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ns2:creationId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6:useLocalDpi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ns2:creationId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ns2:creationId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ns2:creationId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ns2:creationId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ns2:creationId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ns2:creationId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ns2:creationId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ns2:creationId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ns2:creationId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ns2:creationId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ns2:creationId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ns2:creationId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7:creationId val="2668385989"/>
      </p:ext>
    </p:extLst>
  </p:cSld>
  <p:clrMapOvr>
    <a:masterClrMapping/>
  </p:clrMapOvr>
</p:sld>
</file>

<file path=ppt/slides/slide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ns2:creationId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ns2:creationId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ns2:creationId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ns2:creationId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ns2:creationId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ns2:creationId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ns2:creationId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ns2:creationId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ns2:creationId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ns2:creationId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ns2:creationId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ns2:creationId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ns2:creationId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ns2:creationId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ns2:creationId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ns2:creationId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ns2:creationId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ns2:creationId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ns2:creationId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ns2:creationId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ns2:creationId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ns2:creationId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ns2:creationId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ns2:creationId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ns2:creationId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ns2:creationId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ns5:useLocalDpi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ns2:creationId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ns2:creationId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ns2:creationId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ns2:creationId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192951375"/>
      </p:ext>
    </p:extLst>
  </p:cSld>
  <p:clrMapOvr>
    <a:masterClrMapping/>
  </p:clrMapOvr>
</p:sld>
</file>

<file path=ppt/slides/slide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ns2:creationId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ns2:creationId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ns2:creationId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ns2:creationId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ns2:creationId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ns2:creationId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ns2:creationId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ns2:creationId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ns2:creationId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ns2:creationId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ns2:creationId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ns2:creationId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ns2:creationId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ns2:creationId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ns2:creationId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ns2:creationId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ns2:creationId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ns2:creationId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ns2:creationId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ns2:creationId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ns2:creationId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ns2:creationId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ns5:creationId val="3210764697"/>
      </p:ext>
    </p:extLst>
  </p:cSld>
  <p:clrMapOvr>
    <a:masterClrMapping/>
  </p:clrMapOvr>
</p:sld>
</file>

<file path=ppt/slides/slide3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ns2:creationId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3:creationId val="592992335"/>
      </p:ext>
    </p:extLst>
  </p:cSld>
  <p:clrMapOvr>
    <a:masterClrMapping/>
  </p:clrMapOvr>
</p:sld>
</file>

<file path=ppt/slides/slide3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72990383"/>
      </p:ext>
    </p:extLst>
  </p:cSld>
  <p:clrMapOvr>
    <a:masterClrMapping/>
  </p:clrMapOvr>
</p:sld>
</file>

<file path=ppt/slides/slide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ns2:creationId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ns2:creationId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ns2:creationId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ns2:creationId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ns2:creationId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ns2:creationId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ns2:creationId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ns2:creationId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ns2:creationId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ns2:creationId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ns2:creationId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ns2:creationId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ns2:creationId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ns2:creationId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ns2:creationId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ns2:creationId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ns2:creationId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ns2:creationId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ns2:creationId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ns2:creationId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ns2:creationId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ns2:creationId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ns2:creationId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ns2:creationId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ns2:creationId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ns2:creationId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ns2:creationId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ns2:creationId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ns2:creationId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ns2:creationId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ns2:creationId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ns2:creationId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ns2:creationId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ns2:creationId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8613674"/>
      </p:ext>
    </p:extLst>
  </p:cSld>
  <p:clrMapOvr>
    <a:masterClrMapping/>
  </p:clrMapOvr>
</p:sld>
</file>

<file path=ppt/slides/slide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ns2:creationId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ns2:creationId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ns2:creationId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ns2:creationId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ns2:creationId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ns2:creationId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ns2:creationId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898035515"/>
      </p:ext>
    </p:extLst>
  </p:cSld>
  <p:clrMapOvr>
    <a:masterClrMapping/>
  </p:clrMapOvr>
</p:sld>
</file>

<file path=ppt/slides/slide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ns2:creationId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ns2:creationId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ns2:creationId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ns2:creationId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ns2:creationId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ns2:creationId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ns2:creationId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ns2:creationId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ns2:creationId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ns2:creationId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ns2:creationId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ns2:creationId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ns2:creationId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ns2:creationId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ns2:creationId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ns2:creationId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ns2:creationId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233818717"/>
      </p:ext>
    </p:extLst>
  </p:cSld>
  <p:clrMapOvr>
    <a:masterClrMapping/>
  </p:clrMapOvr>
</p:sld>
</file>

<file path=ppt/slides/slide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ns2:creationId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ns2:creationId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ns2:creationId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ns2:creationId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ns2:creationId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ns2:creationId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ns2:creationId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ns2:creationId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ns2:creationId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ns2:creationId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ns2:creationId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ns2:creationId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ns2:creationId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ns2:creationId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ns2:creationId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ns2:creationId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ns2:creationId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ns2:creationId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ns2:creationId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ns2:creationId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ns2:creationId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ns2:creationId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ns2:creationId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ns2:creationId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ns2:creationId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ns2:creationId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ns2:creationId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ns2:creationId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ns2:creationId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ns2:creationId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ns2:creationId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ns2:creationId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ns2:creationId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ns2:creationId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ns2:creationId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08137865"/>
      </p:ext>
    </p:extLst>
  </p:cSld>
  <p:clrMapOvr>
    <a:masterClrMapping/>
  </p:clrMapOvr>
</p:sld>
</file>

<file path=ppt/slides/slide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ns2:creationId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ns2:creationId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ns2:creationId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ns2:creationId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ns2:creationId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ns2:creationId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ns2:creationId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ns2:creationId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ns2:creationId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ns2:creationId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ns2:creationId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ns2:creationId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ns2:creationId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ns2:creationId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ns2:creationId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ns2:creationId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ns2:creationId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ns2:creationId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ns2:creationId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ns2:creationId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ns2:creationId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ns2:creationId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ns2:creationId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ns2:creationId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ns2:creationId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ns2:creationId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ns2:creationId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ns2:creationId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ns2:creationId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ns2:creationId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ns2:creationId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ns2:creationId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ns2:creationId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ns2:creationId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ns2:creationId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ns2:creationId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ns2:creationId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ns2:creationId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ns2:creationId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ns2:creationId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ns2:creationId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ns2:creationId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ns2:creationId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ns2:creationId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ns2:creationId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ns2:creationId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ns2:creationId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ns2:creationId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ns2:creationId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ns2:creationId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ns2:creationId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ns2:creationId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ns2:creationId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ns2:creationId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ns2:creationId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ns2:creationId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ns2:creationId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ns2:creationId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ns2:creationId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ns2:creationId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04832686"/>
      </p:ext>
    </p:extLst>
  </p:cSld>
  <p:clrMapOvr>
    <a:masterClrMapping/>
  </p:clrMapOvr>
</p:sld>
</file>

<file path=ppt/slides/slide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ns2:creationId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ns2:creationId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ns2:creationId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ns2:creationId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ns2:creationId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ns2:creationId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ns2:creationId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ns2:creationId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ns2:creationId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ns2:creationId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ns2:creationId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ns2:creationId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ns2:creationId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ns2:creationId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ns2:creationId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ns2:creationId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ns2:creationId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ns2:creationId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ns2:creationId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ns2:creationId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ns2:creationId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ns2:creationId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ns2:creationId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ns2:creationId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ns2:creationId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ns2:creationId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ns2:creationId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ns2:creationId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ns2:creationId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ns2:creationId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ns2:creationId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ns2:creationId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ns2:creationId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ns2:creationId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ns2:creationId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ns2:creationId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ns2:creationId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ns2:creationId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ns2:creationId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ns2:creationId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75148934"/>
      </p:ext>
    </p:extLst>
  </p:cSld>
  <p:clrMapOvr>
    <a:masterClrMapping/>
  </p:clrMapOvr>
</p:sld>
</file>

<file path=ppt/slides/slide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ns2:creationId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ns2:creationId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ns2:creationId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ns2:creationId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ns2:creationId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ns2:creationId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ns2:creationId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ns2:creationId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ns2:creationId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ns2:creationId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ns2:creationId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ns2:creationId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ns2:creationId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ns2:creationId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ns2:creationId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ns2:creationId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ns2:creationId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ns2:creationId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ns2:creationId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ns2:creationId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ns2:creationId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ns2:creationId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ns2:creationId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ns2:creationId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ns2:creationId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ns2:creationId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64277636"/>
      </p:ext>
    </p:extLst>
  </p:cSld>
  <p:clrMapOvr>
    <a:masterClrMapping/>
  </p:clrMapOvr>
</p:sld>
</file>

<file path=ppt/slides/slide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ns2:creationId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ns2:creationId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ns2:creationId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ns2:creationId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ns2:creationId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ns2:creationId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ns2:creationId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ns2:creationId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ns2:creationId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ns2:creationId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ns2:creationId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ns2:creationId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ns2:creationId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ns2:creationId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ns2:creationId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ns2:creationId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ns2:creationId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ns2:creationId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ns2:creationId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ns2:creationId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ns2:creationId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ns2:creationId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ns2:creationId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ns2:creationId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ns2:creationId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ns2:creationId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ns2:creationId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ns2:creationId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ns2:creationId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ns2:creationId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ns2:creationId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ns2:creationId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ns2:creationId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ns2:creationId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ns2:creationId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ns2:creationId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ns2:creationId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ns2:creationId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ns2:creationId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ns2:creationId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ns2:creationId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ns2:creationId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ns2:creationId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ns2:creationId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ns2:creationId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ns2:creationId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ns2:creationId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ns2:creationId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ns2:creationId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ns2:creationId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ns2:creationId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ns2:creationId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ns2:creationId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ns2:creationId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ns2:creationId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ns2:creationId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ns2:creationId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ns2:creationId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ns2:creationId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ns2:creationId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ns2:creationId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ns2:creationId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ns2:creationId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ns2:creationId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ns2:creationId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ns2:creationId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ns2:creationId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ns2:creationId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ns2:creationId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ns2:creationId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ns2:creationId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ns2:creationId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ns2:creationId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ns2:creationId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ns2:creationId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ns2:creationId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ns2:creationId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ns2:creationId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ns2:creationId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ns2:creationId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ns2:creationId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ns2:creationId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ns2:creationId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ns2:creationId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ns2:creationId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ns2:creationId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ns2:creationId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ns2:creationId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ns2:creationId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ns2:creationId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ns2:creationId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ns2:creationId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ns2:creationId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ns2:creationId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ns2:creationId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ns2:creationId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ns2:creationId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ns2:creationId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ns2:creationId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ns2:creationId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ns2:creationId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ns2:creationId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ns2:creationId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ns2:creationId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ns2:creationId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ns2:creationId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ns2:creationId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ns2:creationId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ns2:creationId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ns2:creationId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ns2:creationId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ns2:creationId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35148551"/>
      </p:ext>
    </p:extLst>
  </p:cSld>
  <p:clrMapOvr>
    <a:masterClrMapping/>
  </p:clrMapOvr>
</p:sld>
</file>

<file path=ppt/slides/slide4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ns2:creationId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ns2:creationId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ns2:creationId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ns2:creationId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ns2:creationId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ns2:creationId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ns2:creationId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ns2:creationId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ns2:creationId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598332658"/>
      </p:ext>
    </p:extLst>
  </p:cSld>
  <p:clrMapOvr>
    <a:masterClrMapping/>
  </p:clrMapOvr>
</p:sld>
</file>

<file path=ppt/slides/slide4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ns2:creationId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ns2:creationId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ns2:creationId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ns2:creationId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ns2:creationId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ns2:creationId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ns2:creationId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ns2:creationId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ns2:creationId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ns2:creationId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ns2:creationId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ns2:creationId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ns2:creationId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ns2:creationId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ns2:creationId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ns2:creationId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ns2:creationId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ns2:creationId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ns2:creationId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ns2:creationId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ns2:creationId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ns2:creationId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ns2:creationId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ns2:creationId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ns2:creationId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ns2:creationId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ns2:creationId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ns2:creationId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ns2:creationId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ns2:creationId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ns2:creationId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ns2:creationId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ns2:creationId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ns2:creationId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ns2:creationId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ns2:creationId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ns2:creationId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ns2:creationId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ns2:creationId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ns2:creationId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ns2:creationId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ns2:creationId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ns2:creationId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ns2:creationId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ns2:creationId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ns2:creationId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ns2:creationId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ns2:creationId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ns2:creationId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ns2:creationId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ns2:creationId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ns2:creationId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ns2:creationId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ns2:creationId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ns2:creationId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ns2:creationId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ns6:creationId val="2176262894"/>
      </p:ext>
    </p:extLst>
  </p:cSld>
  <p:clrMapOvr>
    <a:masterClrMapping/>
  </p:clrMapOvr>
</p:sld>
</file>

<file path=ppt/slides/slide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ns2:creationId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ns2:creationId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ns2:creationId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ns2:creationId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ns2:creationId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ns2:creationId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ns2:creationId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ns2:creationId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ns2:creationId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ns2:creationId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ns2:creationId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ns2:creationId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ns2:creationId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ns2:creationId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ns2:creationId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ns2:creationId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ns2:creationId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ns2:creationId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ns2:creationId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ns2:creationId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ns2:creationId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ns2:creationId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92881524"/>
      </p:ext>
    </p:extLst>
  </p:cSld>
  <p:clrMapOvr>
    <a:masterClrMapping/>
  </p:clrMapOvr>
</p:sld>
</file>

<file path=ppt/slides/slide5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ns2:creationId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ns2:creationId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ns2:creationId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ns2:creationId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ns2:creationId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ns2:creationId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ns2:creationId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ns2:creationId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ns2:creationId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ns2:creationId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ns2:creationId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ns2:creationId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ns2:creationId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ns2:creationId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ns2:creationId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ns2:creationId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ns2:creationId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ns2:creationId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ns2:creationId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ns2:creationId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ns2:creationId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ns2:creationId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ns2:creationId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ns2:creationId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ns2:creationId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ns2:creationId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ns2:creationId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ns2:creationId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ns2:creationId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ns2:creationId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ns2:creationId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ns2:creationId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ns2:creationId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ns2:creationId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ns2:creationId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ns2:creationId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ns2:creationId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ns2:creationId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ns2:creationId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ns2:creationId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ns2:creationId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39186701"/>
      </p:ext>
    </p:extLst>
  </p:cSld>
  <p:clrMapOvr>
    <a:masterClrMapping/>
  </p:clrMapOvr>
</p:sld>
</file>

<file path=ppt/slides/slide51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ns2:creationId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ns2:creationId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ns2:creationId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ns2:creationId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ns2:creationId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ns2:creationId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ns2:creationId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ns2:creationId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ns2:creationId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ns2:creationId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ns2:creationId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ns2:creationId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1795434"/>
      </p:ext>
    </p:extLst>
  </p:cSld>
  <p:clrMapOvr>
    <a:masterClrMapping/>
  </p:clrMapOvr>
</p:sld>
</file>

<file path=ppt/slides/slide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ns2:creationId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ns2:creationId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ns2:creationId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ns2:creationId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ns2:creationId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ns2:creationId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ns2:creationId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ns2:creationId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ns2:creationId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ns2:creationId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ns2:creationId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ns2:creationId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ns2:creationId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ns2:creationId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ns2:creationId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ns2:creationId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ns2:creationId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ns2:creationId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ns2:creationId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ns2:creationId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ns2:creationId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ns2:creationId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ns2:creationId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ns2:creationId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ns2:creationId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ns2:creationId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ns2:creationId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ns2:creationId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ns2:creationId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ns2:creationId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00129575"/>
      </p:ext>
    </p:extLst>
  </p:cSld>
  <p:clrMapOvr>
    <a:masterClrMapping/>
  </p:clrMapOvr>
</p:sld>
</file>

<file path=ppt/slides/slide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drawing/2018/sketchyshapes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ns2:creationId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ns2:creationId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ns2:creationId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ns2:creationId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ns2:creationId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ns2:creationId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ns2:creationId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ns2:creationId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ns2:creationId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ns2:creationId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ns2:creationId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ns2:creationId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ns2:creationId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ns2:creationId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ns2:creationId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ns2:creationId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ns2:creationId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ns2:creationId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ns2:creationId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ns2:creationId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ns2:creationId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ns2:creationId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ns2:creationId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ns2:creationId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ns2:creationId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ns2:creationId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ns2:creationId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ns2:creationId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ns2:creationId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ns2:creationId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ns2:creationId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ns2:creationId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ns2:creationId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ns2:creationId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ns2:creationId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ns2:creationId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ns2:creationId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ns2:creationId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ns2:creationId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ns2:creationId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ns2:creationId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ns2:creationId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ns2:creationId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ns2:creationId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ns2:creationId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ns2:creationId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ns2:creationId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ns2:creationId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ns2:creationId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ns2:creationId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ns2:creationId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ns2:creationId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ns2:creationId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ns2:creationId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ns2:creationId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ns2:creationId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ns2:creationId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ns2:creationId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ns2:creationId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ns2:creationId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ns2:creationId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ns2:creationId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ns2:creationId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ns2:creationId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ns2:creationId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ns2:creationId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ns2:creationId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ns2:creationId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ns2:creationId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ns2:creationId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ns2:creationId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ns2:creationId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ns2:creationId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ns2:creationId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ns2:creationId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ns2:creationId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ns2:creationId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ns2:creationId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ns2:creationId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ns2:creationId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ns2:creationId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ns2:creationId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ns2:creationId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ns2:creationId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ns2:creationId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ns2:creationId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ns6:lineSketchStyleProps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ns6:type>
                        <ns6:lineSketchNone/>
                      </ns6:type>
                    </ns6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ns2:creationId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ns2:creationId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ns2:creationId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ns2:creationId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ns2:creationId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ns2:creationId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ns2:creationId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ns2:creationId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ns2:creationId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ns2:creationId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ns2:creationId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ns2:creationId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ns2:creationId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ns2:creationId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ns2:creationId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ns2:creationId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ns2:creationId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ns2:creationId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ns2:creationId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ns2:creationId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ns2:creationId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ns2:creationId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ns2:creationId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ns2:creationId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ns2:creationId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ns2:creationId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ns2:creationId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ns2:creationId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ns2:creationId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ns2:creationId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ns2:creationId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ns2:creationId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ns2:creationId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ns2:creationId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ns2:creationId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ns2:creationId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ns2:creationId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ns2:creationId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ns2:creationId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ns2:creationId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ns2:creationId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ns2:creationId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ns2:creationId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ns2:creationId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ns2:creationId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ns2:creationId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ns2:creationId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ns2:creationId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ns2:creationId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ns6:lineSketchStyleProps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ns6:type>
                      <ns6:lineSketchNone/>
                    </ns6:type>
                  </ns6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ns2:creationId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ns2:creationId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ns2:creationId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ns2:creationId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ns2:creationId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ns2:creationId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ns2:creationId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ns2:creationId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ns2:creationId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ns2:creationId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ns2:creationId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ns2:creationId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ns2:creationId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ns7:creationId val="4102330210"/>
      </p:ext>
    </p:extLst>
  </p:cSld>
  <p:clrMapOvr>
    <a:masterClrMapping/>
  </p:clrMapOvr>
</p:sld>
</file>

<file path=ppt/slides/slide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ns2:creationId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ns2:creationId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ns2:creationId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ns2:creationId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ns2:creationId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ns2:creationId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ns2:creationId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ns2:creationId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ns2:creationId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ns2:creationId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ns2:creationId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ns2:creationId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ns2:creationId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ns2:creationId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ns2:creationId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ns2:creationId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ns2:creationId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ns2:creationId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ns2:creationId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ns2:creationId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ns2:creationId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ns2:creationId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ns2:creationId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ns5:imgProps>
                  <ns5:imgLayer r:embed="rId18">
                    <ns5:imgEffect>
                      <ns5:saturation sat="33000"/>
                    </ns5:imgEffect>
                  </ns5:imgLayer>
                </ns5:imgProps>
              </a:ext>
              <a:ext uri="{28A0092B-C50C-407E-A947-70E740481C1C}">
                <ns5:useLocalDpi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ns2:creationId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1495827738"/>
      </p:ext>
    </p:extLst>
  </p:cSld>
  <p:clrMapOvr>
    <a:masterClrMapping/>
  </p:clrMapOvr>
</p:sld>
</file>

<file path=ppt/slides/slide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ns2:creationId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ns2:creationId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ns2:creationId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ns2:creationId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ns2:creationId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ns2:creationId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ns2:creationId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ns2:creationId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ns2:creationId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ns2:creationId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ns2:creationId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ns2:creationId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ns2:creationId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ns2:creationId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ns2:creationId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ns2:creationId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ns2:creationId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ns2:creationId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ns2:creationId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ns2:creationId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ns2:creationId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ns2:creationId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ns2:creationId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ns2:creationId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ns2:creationId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ns2:creationId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ns2:creationId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ns2:creationId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ns2:creationId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ns2:creationId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ns2:creationId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ns2:creationId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ns2:creationId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ns2:creationId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ns2:creationId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ns2:creationId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ns2:creationId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ns2:creationId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ns2:creationId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ns2:creationId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ns2:creationId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ns2:creationId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ns2:creationId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ns2:creationId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ns2:creationId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ns2:creationId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ns2:creationId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ns2:creationId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ns2:creationId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ns2:creationId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ns2:creationId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ns2:creationId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ns2:creationId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ns2:creationId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ns2:creationId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ns2:creationId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ns2:creationId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ns2:creationId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ns2:creationId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ns2:creationId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ns2:creationId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ns2:creationId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ns2:creationId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ns2:creationId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ns2:creationId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ns2:creationId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ns2:creationId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ns2:creationId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ns2:creationId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ns2:creationId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ns2:creationId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ns2:creationId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ns2:creationId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ns2:creationId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ns2:creationId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ns2:creationId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ns2:creationId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ns2:creationId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ns2:creationId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ns2:creationId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ns2:creationId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ns2:creationId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ns2:creationId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ns2:creationId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ns2:creationId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ns2:creationId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ns2:creationId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ns2:creationId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ns2:creationId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ns2:creationId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ns2:creationId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ns2:creationId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ns2:creationId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ns2:creationId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ns2:creationId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ns2:creationId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ns2:creationId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ns2:creationId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ns2:creationId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ns2:creationId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ns2:creationId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ns2:creationId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ns2:creationId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ns2:creationId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ns2:creationId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ns2:creationId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ns2:creationId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ns2:creationId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ns2:creationId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ns2:creationId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ns2:creationId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ns2:creationId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ns2:creationId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ns2:creationId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ns2:creationId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ns2:creationId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ns2:creationId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ns2:creationId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ns2:creationId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ns2:creationId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ns2:creationId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ns2:creationId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ns2:creationId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ns2:creationId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ns2:creationId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ns2:creationId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ns2:creationId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ns2:creationId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ns2:creationId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ns2:creationId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ns2:creationId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ns2:creationId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ns2:creationId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ns2:creationId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ns2:creationId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ns2:creationId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ns2:creationId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ns2:creationId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ns2:creationId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ns2:creationId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ns2:creationId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ns2:creationId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ns2:creationId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ns2:creationId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ns2:creationId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ns2:creationId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ns2:creationId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ns2:creationId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ns2:creationId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ns2:creationId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ns2:creationId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ns2:creationId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ns2:creationId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ns2:creationId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ns2:creationId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ns2:creationId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ns2:creationId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ns2:creationId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ns2:creationId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ns2:creationId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ns2:creationId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ns2:creationId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ns2:creationId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ns2:creationId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ns2:creationId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ns2:creationId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ns2:creationId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ns2:creationId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ns2:creationId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ns2:creationId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ns2:creationId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ns2:creationId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ns2:creationId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ns2:creationId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ns2:creationId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ns2:creationId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ns2:creationId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ns2:creationId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ns2:creationId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ns2:creationId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ns2:creationId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ns2:creationId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ns2:creationId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ns2:creationId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ns2:creationId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ns2:creationId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ns2:creationId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ns2:creationId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ns2:creationId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ns2:creationId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ns2:creationId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ns2:creationId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ns2:creationId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ns2:creationId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ns2:creationId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ns2:creationId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ns2:creationId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ns2:creationId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ns2:creationId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ns2:creationId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ns2:creationId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ns2:creationId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ns2:creationId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ns2:creationId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ns2:creationId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ns2:creationId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ns2:creationId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ns2:creationId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ns2:creationId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ns2:creationId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ns2:creationId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ns2:creationId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ns2:creationId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ns2:creationId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ns2:creationId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ns2:creationId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ns2:creationId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ns2:creationId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ns2:creationId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ns2:creationId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ns2:creationId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ns2:creationId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ns2:creationId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ns2:creationId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ns2:creationId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ns2:creationId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ns2:creationId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ns2:creationId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ns2:creationId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ns2:creationId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ns2:creationId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ns2:creationId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ns2:creationId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ns2:creationId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ns2:creationId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ns2:creationId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ns2:creationId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ns2:creationId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ns2:creationId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ns2:creationId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ns2:creationId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ns2:creationId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ns2:creationId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ns2:creationId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ns2:creationId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ns2:creationId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ns2:creationId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ns2:creationId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ns2:creationId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ns2:creationId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ns2:creationId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ns2:creationId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ns2:creationId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ns2:creationId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ns2:creationId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ns2:creationId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ns2:creationId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ns2:creationId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ns2:creationId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ns2:creationId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ns2:creationId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ns2:creationId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ns2:creationId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ns2:creationId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ns2:creationId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ns2:creationId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ns2:creationId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ns2:creationId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ns2:creationId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ns2:creationId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ns2:creationId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ns2:creationId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ns2:creationId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ns2:creationId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ns2:creationId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ns2:creationId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ns2:creationId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ns2:creationId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ns2:creationId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ns2:creationId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ns2:creationId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ns2:creationId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ns2:creationId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ns2:creationId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ns2:creationId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ns2:creationId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ns2:creationId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ns2:creationId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ns2:creationId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ns2:creationId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ns2:creationId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ns2:creationId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ns2:creationId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ns2:creationId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ns2:creationId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ns2:creationId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ns2:creationId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ns2:creationId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ns2:creationId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ns2:creationId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ns2:creationId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ns2:creationId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ns2:creationId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ns2:creationId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ns2:creationId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ns2:creationId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ns2:creationId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ns2:creationId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ns2:creationId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ns2:creationId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ns2:creationId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ns2:creationId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ns2:creationId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ns2:creationId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ns2:creationId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ns2:creationId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ns2:creationId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ns2:creationId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ns2:creationId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ns2:creationId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ns2:creationId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ns2:creationId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ns2:creationId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ns2:creationId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ns2:creationId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ns2:creationId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ns2:creationId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ns2:creationId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ns2:creationId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788484729"/>
      </p:ext>
    </p:extLst>
  </p:cSld>
  <p:clrMapOvr>
    <a:masterClrMapping/>
  </p:clrMapOvr>
</p:sld>
</file>

<file path=ppt/slides/slide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ns2:creationId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ns2:creationId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ns2:creationId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ns2:creationId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ns2:creationId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ns2:creationId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ns2:creationId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ns2:creationId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ns2:creationId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ns2:creationId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ns2:creationId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ns2:creationId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ns2:creationId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ns2:creationId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ns2:creationId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ns2:creationId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ns2:creationId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ns2:creationId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ns2:creationId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ns2:creationId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ns2:creationId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ns2:creationId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ns2:creationId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ns2:creationId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ns2:creationId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ns2:creationId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ns2:creationId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ns2:creationId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ns2:creationId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ns2:creationId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21772021"/>
      </p:ext>
    </p:extLst>
  </p:cSld>
  <p:clrMapOvr>
    <a:masterClrMapping/>
  </p:clrMapOvr>
</p:sld>
</file>

<file path=ppt/slides/slide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ns2:creationId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ns2:creationId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ns2:creationId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ns2:creationId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ns2:creationId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ns2:creationId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ns2:creationId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ns2:creationId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ns2:creationId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ns2:creationId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ns2:creationId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ns2:creationId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ns2:creationId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ns2:creationId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2188673505"/>
      </p:ext>
    </p:extLst>
  </p:cSld>
  <p:clrMapOvr>
    <a:masterClrMapping/>
  </p:clrMapOvr>
</p:sld>
</file>

<file path=ppt/slides/slide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ns2:creationId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ns2:creationId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ns2:creationId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ns2:creationId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ns2:creationId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ns2:creationId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ns2:creationId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ns2:creationId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ns2:creationId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ns2:creationId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ns2:creationId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ns2:creationId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ns2:creationId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ns2:creationId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ns2:creationId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ns2:creationId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ns2:creationId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ns2:creationId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ns2:creationId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ns2:creationId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ns5:creationId val="3355135571"/>
      </p:ext>
    </p:extLst>
  </p:cSld>
  <p:clrMapOvr>
    <a:masterClrMapping/>
  </p:clrMapOvr>
</p:sld>
</file>

<file path=ppt/slides/slide5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ns2:creationId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ns2:creationId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ns2:creationId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ns2:creationId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ns2:creationId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ns2:creationId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ns2:creationId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ns2:creationId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ns2:creationId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ns2:creationId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ns2:creationId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ns2:creationId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ns2:creationId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ns2:creationId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ns2:creationId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ns2:creationId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ns2:creationId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ns2:creationId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ns2:creationId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ns2:creationId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ns2:creationId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ns2:creationId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ns2:creationId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ns2:creationId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ns2:creationId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ns2:creationId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ns2:creationId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ns2:creationId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ns2:creationId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ns2:creationId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ns2:creationId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ns2:creationId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ns2:creationId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ns2:creationId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ns2:creationId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ns2:creationId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ns2:creationId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ns2:creationId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ns2:creationId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ns2:creationId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4" name="background">
            <a:extLst>
              <a:ext uri="{FF2B5EF4-FFF2-40B4-BE49-F238E27FC236}">
                <ns2:creationId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ns2:creationId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ns2:creationId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ns2:creationId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ns2:creationId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ns2:creationId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0" name="background">
            <a:extLst>
              <a:ext uri="{FF2B5EF4-FFF2-40B4-BE49-F238E27FC236}">
                <ns2:creationId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ns2:creationId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ns2:creationId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79" name="グループ化 78">
            <a:extLst>
              <a:ext uri="{FF2B5EF4-FFF2-40B4-BE49-F238E27FC236}">
                <ns2:creationId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ns2:creationId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ns2:creationId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ns2:creationId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ns2:creationId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ns2:creationId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ns2:creationId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ns2:creationId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ns2:creationId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ns2:creationId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ns2:creationId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ns2:creationId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ns2:creationId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ns2:creationId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ns2:creationId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ns2:creationId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ns2:creationId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ns2:creationId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ns2:creationId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ns2:creationId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ns2:creationId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ns2:creationId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ns2:creationId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213636932"/>
      </p:ext>
    </p:extLst>
  </p:cSld>
  <p:clrMapOvr>
    <a:masterClrMapping/>
  </p:clrMapOvr>
</p:sld>
</file>

<file path=ppt/slides/slide6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ns2:creationId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ns2:creationId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ns2:creationId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ns2:creationId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ns2:creationId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ns2:creationId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ns2:creationId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ns2:creationId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ns2:creationId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ns2:creationId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ns2:creationId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ns2:creationId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ns2:creationId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ns2:creationId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ns2:creationId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ns2:creationId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9" name="正方形/長方形 58">
            <a:extLst>
              <a:ext uri="{FF2B5EF4-FFF2-40B4-BE49-F238E27FC236}">
                <ns2:creationId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ns2:creationId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1" name="正方形/長方形 60">
            <a:extLst>
              <a:ext uri="{FF2B5EF4-FFF2-40B4-BE49-F238E27FC236}">
                <ns2:creationId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ns2:creationId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3" name="正方形/長方形 62">
            <a:extLst>
              <a:ext uri="{FF2B5EF4-FFF2-40B4-BE49-F238E27FC236}">
                <ns2:creationId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ns2:creationId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94" name="グループ化 93">
            <a:extLst>
              <a:ext uri="{FF2B5EF4-FFF2-40B4-BE49-F238E27FC236}">
                <ns2:creationId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ns2:creationId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ns2:creationId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ns2:creationId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ns2:creationId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ns2:creationId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ns2:creationId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ns2:creationId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ns2:creationId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ns2:creationId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ns2:creationId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ns2:creationId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ns2:creationId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ns2:creationId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ns2:creationId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ns2:creationId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ns2:creationId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ns2:creationId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ns2:creationId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ns2:creationId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ns2:creationId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ns2:creationId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ns2:creationId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ns2:creationId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ns2:creationId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ns2:creationId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ns2:creationId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ns2:creationId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ns2:creationId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ns2:creationId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ns2:creationId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ns2:creationId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ns2:creationId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XX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ns2:creationId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ns2:creationId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ns2:creationId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ns5:chart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ns2:creationId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ns2:creationId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ns6:creationId val="3847169179"/>
      </p:ext>
    </p:extLst>
  </p:cSld>
  <p:clrMapOvr>
    <a:masterClrMapping/>
  </p:clrMapOvr>
</p:sld>
</file>

<file path=ppt/slides/slide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ns2:creationId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ns2:creationId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ns2:creationId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ns2:creationId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ns2:creationId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ns2:creationId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ns2:creationId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ns2:creationId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ns2:creationId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ns2:creationId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ns2:creationId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ns2:creationId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ns2:creationId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ns2:creationId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ns2:creationId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ns2:creationId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ns2:creationId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ns2:creationId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ns2:creationId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ns2:creationId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ns2:creationId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ns2:creationId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ns2:creationId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ns2:creationId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ns2:creationId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ns2:creationId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ns2:creationId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ns2:creationId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ns2:creationId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ns2:creationId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ns2:creationId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ns2:creationId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ns2:creationId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ns2:creationId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ns2:creationId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ns2:creationId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ns2:creationId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ns2:creationId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ns2:creationId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2690629"/>
      </p:ext>
    </p:extLst>
  </p:cSld>
  <p:clrMapOvr>
    <a:masterClrMapping/>
  </p:clrMapOvr>
</p:sld>
</file>

<file path=ppt/slides/slide6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ns2:creationId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ns2:creationId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ns2:creationId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ns2:creationId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ns2:creationId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ns2:creationId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ns2:creationId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ns2:creationId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ns2:creationId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ns2:creationId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ns2:creationId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ns2:creationId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ns2:creationId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ns2:creationId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ns2:creationId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ns2:creationId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ns2:creationId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ns2:creationId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ns2:creationId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ns2:creationId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ns2:creationId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ns2:creationId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ns2:creationId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ns2:creationId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ns2:creationId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ns2:creationId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ns2:creationId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ns2:creationId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ns2:creationId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ns2:creationId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ns2:creationId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ns2:creationId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ns2:creationId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ns2:creationId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ns2:creationId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ns2:creationId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ns2:creationId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ns2:creationId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ns2:creationId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ns2:creationId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ns2:creationId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ns2:creationId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ns2:creationId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ns2:creationId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ns2:creationId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ns2:creationId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ns2:creationId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ns2:creationId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47216826"/>
      </p:ext>
    </p:extLst>
  </p:cSld>
  <p:clrMapOvr>
    <a:masterClrMapping/>
  </p:clrMapOvr>
</p:sld>
</file>

<file path=ppt/slides/slide63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ns2:creationId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ns2:creationId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ns2:creationId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ns2:creationId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ns2:creationId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ns2:creationId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ns2:creationId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ns2:creationId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ns2:creationId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ns2:creationId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ns2:creationId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ns2:creationId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ns2:creationId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ns2:creationId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ns2:creationId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ns2:creationId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4:creationId val="341978476"/>
      </p:ext>
    </p:extLst>
  </p:cSld>
  <p:clrMapOvr>
    <a:masterClrMapping/>
  </p:clrMapOvr>
</p:sld>
</file>

<file path=ppt/slides/slide6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ns2:creationId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ns2:creationId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ns2:creationId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ns2:creationId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ns2:creationId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ns2:creationId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ns2:creationId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ns2:creationId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ns2:creationId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ns2:creationId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ns2:creationId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ns2:creationId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ns2:creationId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ns2:creationId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ns2:creationId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ns2:creationId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ns2:creationId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2054513827"/>
      </p:ext>
    </p:extLst>
  </p:cSld>
  <p:clrMapOvr>
    <a:masterClrMapping/>
  </p:clrMapOvr>
</p:sld>
</file>

<file path=ppt/slides/slide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>
          <a:extLst>
            <a:ext uri="{FF2B5EF4-FFF2-40B4-BE49-F238E27FC236}">
              <ns2:creationId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ns2:creationId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ns2:creationId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ns2:creationId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ns2:creationId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ns2:creationId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ns2:creationId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ns2:creationId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ns2:creationId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ns2:creationId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ns2:creationId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ns2:creationId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ns2:creationId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ns2:creationId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ns2:creationId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ns2:creationId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ns2:creationId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ns2:creationId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ns2:creationId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ns2:creationId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ns2:creationId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ns2:creationId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ns2:creationId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ns2:creationId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ns2:creationId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ns2:creationId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ns2:creationId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ns2:creationId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ns2:creationId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ns2:creationId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ns2:creationId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ns2:creationId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ns2:creationId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ns2:creationId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ns2:creationId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ns2:creationId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ns2:creationId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ns2:creationId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ns2:creationId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ns2:creationId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ns2:creationId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ns2:creationId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ns2:creationId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ns2:creationId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ns2:creationId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ns2:creationId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ns2:creationId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ns2:creationId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ns2:creationId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ns2:creationId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ns2:creationId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ns2:creationId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ns2:creationId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ns2:creationId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ns2:creationId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ns2:creationId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ns2:creationId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ns2:creationId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ns2:creationId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ns2:creationId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ns2:creationId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ns2:creationId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ns2:creationId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ns2:creationId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ns2:creationId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ns2:creationId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ns2:creationId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ns2:creationId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ns2:creationId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ns2:creationId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ns2:creationId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ns2:creationId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ns5:creationId val="1011861773"/>
      </p:ext>
    </p:extLst>
  </p:cSld>
  <p:clrMapOvr>
    <a:masterClrMapping/>
  </p:clrMapOvr>
</p:sld>
</file>

<file path=ppt/slides/slide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ns2:creationId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ns2:creationId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ns2:creationId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ns2:creationId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ns2:creationId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ns2:creationId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ns2:creationId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ns2:creationId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ns2:creationId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ns2:creationId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ns2:creationId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ns2:creationId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ns2:creationId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ns2:creationId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ns2:creationId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ns2:creationId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ns2:creationId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ns2:creationId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ns2:creationId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ns2:creationId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ns2:creationId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ns2:creationId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ns2:creationId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ns2:creationId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ns2:creationId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ns2:creationId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ns2:creationId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ns2:creationId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ns2:creationId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ns2:creationId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ns2:creationId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ns2:creationId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ns2:creationId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ns2:creationId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ns2:creationId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ns2:creationId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ns2:creationId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ns2:creationId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ns2:creationId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ns2:creationId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ns2:creationId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ns2:creationId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ns2:creationId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ns2:creationId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ns2:creationId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ns2:creationId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359125020"/>
      </p:ext>
    </p:extLst>
  </p:cSld>
  <p:clrMapOvr>
    <a:masterClrMapping/>
  </p:clrMapOvr>
</p:sld>
</file>

<file path=ppt/slides/slide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ns2:creationId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ns2:creationId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ns2:creationId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ns2:creationId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ns2:creationId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ns2:creationId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ns2:creationId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ns2:creationId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ns2:creationId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ns2:creationId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ns2:creationId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ns2:creationId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ns2:creationId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ns2:creationId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ns2:creationId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ns2:creationId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ns2:creationId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ns2:creationId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ns2:creationId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ns2:creationId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ns2:creationId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ns2:creationId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ns2:creationId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ns2:creationId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ns2:creationId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ns2:creationId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ns2:creationId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ns2:creationId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ns2:creationId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ns2:creationId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ns2:creationId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ns2:creationId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ns2:creationId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ns2:creationId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ns2:creationId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ns2:creationId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ns2:creationId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ns2:creationId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ns2:creationId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ns2:creationId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ns2:creationId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ns2:creationId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ns2:creationId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ns2:creationId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ns2:creationId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ns2:creationId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ns2:creationId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ns2:creationId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ns2:creationId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ns2:creationId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ns2:creationId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ns2:creationId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ns2:creationId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ns2:creationId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ns2:creationId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ns2:creationId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ns2:creationId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ns2:creationId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ns2:creationId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ns2:creationId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ns2:creationId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ns2:creationId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ns2:creationId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ns2:creationId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ns2:creationId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ns2:creationId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ns2:creationId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139356694"/>
      </p:ext>
    </p:extLst>
  </p:cSld>
  <p:clrMapOvr>
    <a:masterClrMapping/>
  </p:clrMapOvr>
</p:sld>
</file>

<file path=ppt/slides/slide6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ns2:creationId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ns2:creationId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ns2:creationId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ns2:creationId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ns2:creationId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ns2:creationId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ns2:creationId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ns2:creationId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ns2:creationId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ns2:creationId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ns2:creationId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ns2:creationId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ns2:creationId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ns2:creationId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ns2:creationId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ns2:creationId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ns2:creationId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ns2:creationId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ns2:creationId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ns2:creationId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ns2:creationId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ns2:creationId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ns2:creationId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ns2:creationId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ns2:creationId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ns2:creationId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ns2:creationId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ns2:creationId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ns2:creationId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ns2:creationId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ns2:creationId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ns2:creationId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ns2:creationId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ns2:creationId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ns2:creationId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ns2:creationId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ns2:creationId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ns2:creationId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ns2:creationId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ns2:creationId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ns2:creationId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ns2:creationId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ns2:creationId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ns2:creationId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ns2:creationId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ns2:creationId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ns2:creationId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ns2:creationId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ns2:creationId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ns2:creationId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ns2:creationId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ns2:creationId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ns2:creationId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ns2:creationId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ns2:creationId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ns2:creationId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ns2:creationId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ns2:creationId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ns2:creationId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ns2:creationId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ns2:creationId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ns2:creationId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ns2:creationId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ns2:creationId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ns2:creationId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ns2:creationId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ns2:creationId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ns2:creationId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ns2:creationId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ns2:creationId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ns2:creationId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ns2:creationId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ns2:creationId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ns2:creationId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ns2:creationId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ns2:creationId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ns2:creationId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ns2:creationId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ns2:creationId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ns2:creationId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ns2:creationId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ns2:creationId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ns2:creationId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ns2:creationId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ns2:creationId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ns2:creationId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ns2:creationId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ns2:creationId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ns2:creationId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ns2:creationId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ns2:creationId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ns2:creationId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ns2:creationId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ns2:creationId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ns2:creationId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ns2:creationId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ns2:creationId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ns2:creationId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ns2:creationId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ns2:creationId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ns2:creationId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ns2:creationId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ns2:creationId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ns2:creationId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ns2:creationId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ns2:creationId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ns2:creationId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ns2:creationId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ns2:creationId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ns2:creationId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ns2:creationId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ns2:creationId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ns2:creationId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ns2:creationId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ns2:creationId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ns2:creationId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ns2:creationId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ns2:creationId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ns2:creationId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ns2:creationId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ns2:creationId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ns2:creationId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ns2:creationId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ns2:creationId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ns2:creationId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ns2:creationId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ns2:creationId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ns2:creationId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ns2:creationId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ns2:creationId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ns2:creationId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ns2:creationId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ns2:creationId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ns2:creationId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ns2:creationId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ns2:creationId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ns2:creationId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ns2:creationId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574132989"/>
      </p:ext>
    </p:extLst>
  </p:cSld>
  <p:clrMapOvr>
    <a:masterClrMapping/>
  </p:clrMapOvr>
</p:sld>
</file>

<file path=ppt/slides/slide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ns2:creationId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ns2:creationId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ns2:creationId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ns2:creationId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ns2:creationId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ns2:creationId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ns2:creationId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ns2:creationId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ns2:creationId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ns2:creationId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ns2:creationId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ns2:creationId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ns2:creationId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ns2:creationId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ns2:creationId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ns2:creationId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ns2:creationId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ns2:creationId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ns2:creationId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ns2:creationId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ns2:creationId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ns2:creationId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ns2:creationId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ns2:creationId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ns2:creationId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ns2:creationId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ns2:creationId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ns2:creationId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ns2:creationId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ns2:creationId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ns2:creationId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ns2:creationId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ns2:creationId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ns2:creationId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ns2:creationId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ns2:creationId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ns2:creationId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ns2:creationId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ns2:creationId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ns2:creationId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ns2:creationId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ns2:creationId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ns2:creationId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ns2:creationId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ns2:creationId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ns2:creationId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ns2:creationId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6121901"/>
      </p:ext>
    </p:extLst>
  </p:cSld>
  <p:clrMapOvr>
    <a:masterClrMapping/>
  </p:clrMapOvr>
</p:sld>
</file>

<file path=ppt/slides/slide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ns2:creationId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ns2:creationId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ns2:creationId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ns2:creationId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ns2:creationId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ns2:creationId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ns2:creationId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ns2:creationId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ns2:creationId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ns2:creationId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ns2:creationId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ns2:creationId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ns2:creationId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ns2:creationId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ns2:creationId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ns2:creationId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ns2:creationId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ns2:creationId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ns2:creationId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ns2:creationId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ns2:creationId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ns2:creationId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ns2:creationId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ns2:creationId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ns2:creationId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ns2:creationId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ns2:creationId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ns2:creationId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ns2:creationId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ns2:creationId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ns2:creationId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ns2:creationId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ns2:creationId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ns2:creationId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ns2:creationId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ns2:creationId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ns2:creationId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50937423"/>
      </p:ext>
    </p:extLst>
  </p:cSld>
  <p:clrMapOvr>
    <a:masterClrMapping/>
  </p:clrMapOvr>
</p:sld>
</file>

<file path=ppt/slides/slide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ns2:creationId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ns2:creationId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ns2:creationId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ns2:creationId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ns2:creationId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ns2:creationId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ns2:creationId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ns2:creationId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ns2:creationId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ns2:creationId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ns2:creationId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ns2:creationId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ns2:creationId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ns2:creationId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ns2:creationId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ns2:creationId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ns2:creationId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ns2:creationId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ns2:creationId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ns2:creationId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ns2:creationId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ns2:creationId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ns2:creationId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ns2:creationId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ns2:creationId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ns2:creationId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ns2:creationId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ns2:creationId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ns2:creationId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ns2:creationId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ns2:creationId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ns2:creationId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ns2:creationId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ns2:creationId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ns2:creationId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ns2:creationId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ns2:creationId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ns2:creationId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ns2:creationId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ns2:creationId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ns2:creationId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ns2:creationId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ns2:creationId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ns2:creationId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ns2:creationId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ns2:creationId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ns2:creationId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ns2:creationId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ns2:creationId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ns2:creationId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ns2:creationId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ns2:creationId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ns2:creationId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ns2:creationId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ns2:creationId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ns2:creationId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ns2:creationId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ns2:creationId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ns2:creationId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ns2:creationId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ns2:creationId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ns2:creationId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ns2:creationId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ns2:creationId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ns2:creationId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ns2:creationId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ns2:creationId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ns2:creationId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ns2:creationId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ns2:creationId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ns2:creationId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ns2:creationId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ns2:creationId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ns2:creationId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ns2:creationId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ns2:creationId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ns2:creationId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ns2:creationId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ns2:creationId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ns2:creationId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ns2:creationId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ns2:creationId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ns2:creationId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ns2:creationId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ns2:creationId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ns2:creationId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ns2:creationId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ns2:creationId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ns2:creationId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ns2:creationId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ns2:creationId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ns2:creationId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ns2:creationId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ns2:creationId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ns2:creationId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ns2:creationId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ns2:creationId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ns2:creationId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ns2:creationId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ns2:creationId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ns2:creationId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ns2:creationId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ns2:creationId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ns2:creationId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ns2:creationId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ns2:creationId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ns2:creationId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ns2:creationId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ns2:creationId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ns2:creationId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ns2:creationId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ns2:creationId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ns2:creationId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ns2:creationId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ns2:creationId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ns2:creationId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ns2:creationId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ns2:creationId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ns2:creationId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ns2:creationId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ns2:creationId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ns2:creationId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ns2:creationId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ns2:creationId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ns2:creationId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ns2:creationId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ns2:creationId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ns2:creationId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ns2:creationId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ns2:creationId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ns2:creationId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ns2:creationId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ns2:creationId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ns2:creationId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ns2:creationId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ns2:creationId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ns2:creationId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ns2:creationId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ns2:creationId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ns2:creationId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ns2:creationId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ns2:creationId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ns2:creationId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ns2:creationId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ns2:creationId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ns2:creationId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ns2:creationId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ns2:creationId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ns2:creationId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ns2:creationId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ns2:creationId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ns2:creationId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ns2:creationId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ns2:creationId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ns2:creationId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ns2:creationId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ns2:creationId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ns2:creationId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ns2:creationId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ns2:creationId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ns2:creationId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ns2:creationId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ns2:creationId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ns2:creationId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ns2:creationId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ns2:creationId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ns2:creationId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ns2:creationId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ns2:creationId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ns2:creationId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ns2:creationId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ns2:creationId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ns2:creationId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ns2:creationId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ns2:creationId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ns2:creationId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ns2:creationId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ns2:creationId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ns2:creationId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ns2:creationId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ns2:creationId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ns2:creationId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ns2:creationId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ns2:creationId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ns2:creationId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ns2:creationId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ns2:creationId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ns2:creationId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ns2:creationId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ns2:creationId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ns2:creationId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ns2:creationId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ns2:creationId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ns2:creationId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ns2:creationId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ns2:creationId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ns2:creationId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ns2:creationId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ns2:creationId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ns2:creationId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ns2:creationId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ns2:creationId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ns2:creationId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ns2:creationId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ns2:creationId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ns2:creationId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ns2:creationId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ns2:creationId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ns2:creationId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ns2:creationId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ns2:creationId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8745011"/>
      </p:ext>
    </p:extLst>
  </p:cSld>
  <p:clrMapOvr>
    <a:masterClrMapping/>
  </p:clrMapOvr>
</p:sld>
</file>

<file path=ppt/slides/slide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ns2:creationId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ns2:creationId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ns2:creationId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ns2:creationId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ns2:creationId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ns2:creationId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ns2:creationId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ns2:creationId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ns2:creationId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ns2:creationId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ns2:creationId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ns2:creationId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ns2:creationId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ns2:creationId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ns2:creationId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ns2:creationId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ns2:creationId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ns2:creationId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ns2:creationId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ns2:creationId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ns2:creationId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ns2:creationId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ns2:creationId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ns2:creationId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ns2:creationId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ns2:creationId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ns2:creationId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ns2:creationId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ns2:creationId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ns2:creationId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ns2:creationId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ns2:creationId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ns2:creationId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ns2:creationId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ns2:creationId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ns2:creationId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ns2:creationId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ns2:creationId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ns2:creationId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ns2:creationId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ns2:creationId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ns2:creationId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ns2:creationId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ns2:creationId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ns2:creationId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ns2:creationId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ns2:creationId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ns2:creationId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ns2:creationId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ns2:creationId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ns2:creationId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ns2:creationId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ns2:creationId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ns2:creationId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ns2:creationId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ns2:creationId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ns2:creationId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ns2:creationId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ns2:creationId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ns2:creationId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ns2:creationId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ns2:creationId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ns2:creationId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ns2:creationId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ns2:creationId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ns2:creationId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ns2:creationId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ns2:creationId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ns2:creationId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ns2:creationId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ns2:creationId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ns2:creationId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ns2:creationId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ns2:creationId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ns2:creationId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ns2:creationId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ns2:creationId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ns2:creationId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ns2:creationId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ns2:creationId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ns2:creationId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ns2:creationId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ns2:creationId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ns2:creationId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ns2:creationId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ns2:creationId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ns2:creationId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ns2:creationId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ns2:creationId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ns2:creationId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ns2:creationId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ns2:creationId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ns2:creationId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ns2:creationId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ns2:creationId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ns2:creationId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ns2:creationId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ns2:creationId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ns2:creationId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ns2:creationId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ns2:creationId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ns2:creationId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ns2:creationId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ns2:creationId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ns2:creationId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ns2:creationId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ns2:creationId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ns2:creationId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ns2:creationId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ns2:creationId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ns2:creationId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ns2:creationId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ns2:creationId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ns2:creationId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ns2:creationId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ns2:creationId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ns2:creationId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ns2:creationId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ns2:creationId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ns2:creationId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ns2:creationId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ns2:creationId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ns2:creationId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ns2:creationId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ns2:creationId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ns2:creationId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ns2:creationId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ns2:creationId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ns2:creationId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ns2:creationId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ns2:creationId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ns2:creationId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ns2:creationId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ns2:creationId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ns2:creationId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ns2:creationId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ns2:creationId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ns2:creationId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ns2:creationId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ns2:creationId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</p:spTree>
    <p:extLst>
      <p:ext uri="{BB962C8B-B14F-4D97-AF65-F5344CB8AC3E}">
        <ns5:creationId val="777306214"/>
      </p:ext>
    </p:extLst>
  </p:cSld>
  <p:clrMapOvr>
    <a:masterClrMapping/>
  </p:clrMapOvr>
</p:sld>
</file>

<file path=ppt/slides/slide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ns2:creationId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ns2:creationId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ns2:creationId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ns2:creationId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ns2:creationId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ns2:creationId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ns2:creationId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ns2:creationId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ns2:creationId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ns2:creationId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ns2:creationId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ns2:creationId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ns2:creationId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ns2:creationId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ns2:creationId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ns2:creationId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ns2:creationId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ns2:creationId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ns2:creationId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ns2:creationId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ns2:creationId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ns2:creationId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ns2:creationId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ns2:creationId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ns2:creationId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ns2:creationId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ns2:creationId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ns2:creationId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ns2:creationId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ns2:creationId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ns2:creationId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ns2:creationId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ns2:creationId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ns2:creationId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ns2:creationId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ns2:creationId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ns2:creationId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ns2:creationId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ns2:creationId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ns2:creationId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ns2:creationId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ns2:creationId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ns2:creationId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ns2:creationId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ns2:creationId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ns2:creationId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ns2:creationId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ns2:creationId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ns2:creationId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ns2:creationId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ns2:creationId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ns2:creationId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ns2:creationId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ns2:creationId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ns2:creationId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ns2:creationId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ns2:creationId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ns2:creationId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ns2:creationId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ns2:creationId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ns2:creationId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ns2:creationId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ns2:creationId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ns2:creationId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ns2:creationId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ns2:creationId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ns2:creationId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ns2:creationId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ns2:creationId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ns2:creationId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ns2:creationId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ns2:creationId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ns2:creationId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ns2:creationId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ns2:creationId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ns2:creationId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ns2:creationId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ns2:creationId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ns2:creationId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ns2:creationId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ns2:creationId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ns2:creationId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ns2:creationId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ns2:creationId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ns2:creationId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ns2:creationId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ns2:creationId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ns2:creationId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ns2:creationId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ns2:creationId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ns2:creationId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ns2:creationId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ns2:creationId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ns2:creationId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ns2:creationId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ns2:creationId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ns2:creationId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ns2:creationId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ns2:creationId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ns2:creationId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ns2:creationId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ns2:creationId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ns2:creationId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ns2:creationId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ns2:creationId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ns2:creationId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ns2:creationId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ns2:creationId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ns2:creationId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ns2:creationId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ns2:creationId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ns2:creationId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ns2:creationId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ns2:creationId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ns2:creationId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ns2:creationId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ns2:creationId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ns2:creationId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ns2:creationId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ns2:creationId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ns2:creationId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ns2:creationId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ns2:creationId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ns2:creationId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ns2:creationId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ns2:creationId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ns2:creationId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ns2:creationId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ns2:creationId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ns6:creationId val="3346711174"/>
      </p:ext>
    </p:extLst>
  </p:cSld>
  <p:clrMapOvr>
    <a:masterClrMapping/>
  </p:clrMapOvr>
</p:sld>
</file>

<file path=ppt/slides/slide7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ns2:creationId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ns2:creationId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ns2:creationId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ns2:creationId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ns2:creationId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ns2:creationId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ns2:creationId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ns2:creationId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ns2:creationId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ns2:creationId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ns2:creationId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ns2:creationId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ns2:creationId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ns2:creationId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ns2:creationId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ns2:creationId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ns2:creationId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ns2:creationId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ns2:creationId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ns2:creationId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ns2:creationId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ns2:creationId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ns2:creationId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ns2:creationId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ns2:creationId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ns2:creationId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ns2:creationId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ns2:creationId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ns2:creationId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ns2:creationId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ns2:creationId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ns2:creationId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ns2:creationId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ns2:creationId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ns2:creationId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ns2:creationId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ns2:creationId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ns2:creationId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ns2:creationId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ns2:creationId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ns2:creationId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ns2:creationId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ns2:creationId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ns2:creationId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ns2:creationId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ns2:creationId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ns2:creationId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ns2:creationId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ns2:creationId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ns2:creationId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ns2:creationId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ns2:creationId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ns2:creationId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ns2:creationId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ns2:creationId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ns2:creationId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ns2:creationId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ns2:creationId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ns2:creationId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ns2:creationId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ns2:creationId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ns2:creationId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ns2:creationId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ns2:creationId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ns2:creationId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ns2:creationId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ns2:creationId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ns2:creationId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ns2:creationId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ns2:creationId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ns2:creationId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ns2:creationId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ns2:creationId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ns2:creationId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ns2:creationId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ns2:creationId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ns2:creationId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ns2:creationId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ns2:creationId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ns2:creationId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836931740"/>
      </p:ext>
    </p:extLst>
  </p:cSld>
  <p:clrMapOvr>
    <a:masterClrMapping/>
  </p:clrMapOvr>
</p:sld>
</file>

<file path=ppt/slides/slide7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ns2:creationId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ns2:creationId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ns2:creationId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ns2:creationId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ns2:creationId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ns2:creationId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ns2:creationId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ns2:creationId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ns2:creationId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ns2:creationId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ns2:creationId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ns2:creationId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ns2:creationId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ns2:creationId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ns2:creationId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ns2:creationId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ns2:creationId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ns2:creationId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ns2:creationId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ns2:creationId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ns2:creationId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ns2:creationId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ns2:creationId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ns2:creationId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ns2:creationId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ns2:creationId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ns2:creationId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ns2:creationId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ns2:creationId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ns2:creationId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ns2:creationId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ns2:creationId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ns2:creationId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ns2:creationId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ns2:creationId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ns2:creationId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ns2:creationId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ns2:creationId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ns2:creationId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ns2:creationId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ns2:creationId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ns2:creationId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ns2:creationId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ns2:creationId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ns2:creationId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ns2:creationId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ns2:creationId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ns2:creationId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ns2:creationId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ns2:creationId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ns2:creationId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ns2:creationId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ns2:creationId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ns2:creationId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ns2:creationId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ns2:creationId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ns2:creationId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ns2:creationId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ns2:creationId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ns2:creationId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ns2:creationId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ns2:creationId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ns2:creationId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ns2:creationId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ns2:creationId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ns2:creationId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ns2:creationId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ns2:creationId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ns2:creationId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ns2:creationId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ns2:creationId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ns2:creationId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ns2:creationId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ns2:creationId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ns2:creationId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ns2:creationId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ns2:creationId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ns2:creationId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ns2:creationId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ns2:creationId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ns2:creationId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ns2:creationId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ns2:creationId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ns2:creationId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ns2:creationId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ns2:creationId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ns2:creationId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676205069"/>
      </p:ext>
    </p:extLst>
  </p:cSld>
  <p:clrMapOvr>
    <a:masterClrMapping/>
  </p:clrMapOvr>
</p:sld>
</file>

<file path=ppt/slides/slide7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1660143065"/>
      </p:ext>
    </p:extLst>
  </p:cSld>
  <p:clrMapOvr>
    <a:masterClrMapping/>
  </p:clrMapOvr>
</p:sld>
</file>

<file path=ppt/slides/slide7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28472190"/>
      </p:ext>
    </p:extLst>
  </p:cSld>
  <p:clrMapOvr>
    <a:masterClrMapping/>
  </p:clrMapOvr>
</p:sld>
</file>

<file path=ppt/slides/slide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907712815"/>
      </p:ext>
    </p:extLst>
  </p:cSld>
  <p:clrMapOvr>
    <a:masterClrMapping/>
  </p:clrMapOvr>
</p:sld>
</file>

<file path=ppt/slides/slide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091269625"/>
      </p:ext>
    </p:extLst>
  </p:cSld>
  <p:clrMapOvr>
    <a:masterClrMapping/>
  </p:clrMapOvr>
</p:sld>
</file>

<file path=ppt/slides/slide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6061415"/>
      </p:ext>
    </p:extLst>
  </p:cSld>
  <p:clrMapOvr>
    <a:masterClrMapping/>
  </p:clrMapOvr>
</p:sld>
</file>

<file path=ppt/slides/slide8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0/main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ns2:creationId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ns2:creationId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ns2:creationId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ns3:chart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ns2:creationId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ns2:creationId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ns2:creationId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ns3:chart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ns2:creationId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ns2:creationId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ns2:creationId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ns2:creationId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ns2:creationId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ns2:creationId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ns2:creationId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ns2:creationId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ns2:creationId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ns2:creationId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ns2:creationId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ns2:creationId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ns7:creationId val="2961487866"/>
      </p:ext>
    </p:extLst>
  </p:cSld>
  <p:clrMapOvr>
    <a:masterClrMapping/>
  </p:clrMapOvr>
</p:sld>
</file>

<file path=ppt/slides/slide82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ns2:creationId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ns2:creationId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ns2:creationId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ns2:creationId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ns2:creationId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ns2:creationId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ns2:creationId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ns2:creationId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ns2:creationId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ns2:creationId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ns2:creationId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ns2:creationId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ns2:creationId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ns2:creationId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ns2:creationId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ns2:creationId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ns2:creationId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ns2:creationId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ns2:creationId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ns2:creationId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ns2:creationId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ns2:creationId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ns2:creationId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ns2:creationId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ns2:creationId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ns2:creationId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ns2:creationId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ns2:creationId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ns2:creationId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ns2:creationId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ns2:creationId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ns2:creationId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XX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ns6:creationId val="3881091887"/>
      </p:ext>
    </p:extLst>
  </p:cSld>
  <p:clrMapOvr>
    <a:masterClrMapping/>
  </p:clrMapOvr>
</p:sld>
</file>

<file path=ppt/slides/slide8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openxmlformats.org/drawingml/2006/chart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ns2:creationId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ns2:creationId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ns2:creationId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ns2:creationId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ns2:creationId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ns2:creationId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ns2:creationId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ns2:creationId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ns2:creationId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楕円 6178">
            <a:extLst>
              <a:ext uri="{FF2B5EF4-FFF2-40B4-BE49-F238E27FC236}">
                <ns2:creationId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楕円 6179">
            <a:extLst>
              <a:ext uri="{FF2B5EF4-FFF2-40B4-BE49-F238E27FC236}">
                <ns2:creationId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楕円 6180">
            <a:extLst>
              <a:ext uri="{FF2B5EF4-FFF2-40B4-BE49-F238E27FC236}">
                <ns2:creationId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9" name="楕円 6181">
            <a:extLst>
              <a:ext uri="{FF2B5EF4-FFF2-40B4-BE49-F238E27FC236}">
                <ns2:creationId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ns2:creationId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ns2:creationId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ns2:creationId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ns2:creationId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ns2:creationId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ns2:creationId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ns2:creationId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ns2:creationId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ns2:creationId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ns2:creationId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ns2:creationId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ns2:creationId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ns2:creationId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ns2:creationId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ns2:creationId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楕円 6192">
            <a:extLst>
              <a:ext uri="{FF2B5EF4-FFF2-40B4-BE49-F238E27FC236}">
                <ns2:creationId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楕円 6195">
            <a:extLst>
              <a:ext uri="{FF2B5EF4-FFF2-40B4-BE49-F238E27FC236}">
                <ns2:creationId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ns2:creationId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ns2:creationId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ns2:creationId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ns2:creationId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ns2:creationId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ns2:creationId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ns2:creationId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ns2:creationId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1" name="楕円 6190">
            <a:extLst>
              <a:ext uri="{FF2B5EF4-FFF2-40B4-BE49-F238E27FC236}">
                <ns2:creationId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3" name="楕円 6193">
            <a:extLst>
              <a:ext uri="{FF2B5EF4-FFF2-40B4-BE49-F238E27FC236}">
                <ns2:creationId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ns2:creationId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ns2:creationId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ns2:creationId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ns2:creationId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ns2:creationId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ns2:creationId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ns2:creationId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ns2:creationId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ns2:creationId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ns2:creationId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ns2:creationId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ns2:creationId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ns6:chart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ns2:creationId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ns2:creationId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ns2:creationId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ns2:creationId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7:creationId val="3008162210"/>
      </p:ext>
    </p:extLst>
  </p:cSld>
  <p:clrMapOvr>
    <a:masterClrMapping/>
  </p:clrMapOvr>
</p:sld>
</file>

<file path=ppt/slides/slide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ns2:creationId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ns2:creationId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ns2:creationId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ns2:creationId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ns2:creationId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ns2:creationId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ns2:creationId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ns2:creationId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ns2:creationId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ns2:creationId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ns2:creationId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ns2:creationId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ns2:creationId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ns2:creationId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ns2:creationId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ns2:creationId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ns2:creationId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ns2:creationId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ns2:creationId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ns2:creationId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ns2:creationId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ns2:creationId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ns2:creationId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ns2:creationId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ns2:creationId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ns2:creationId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ns2:creationId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ns2:creationId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ns2:creationId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ns2:creationId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ns2:creationId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ns2:creationId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ns2:creationId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ns2:creationId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ns2:creationId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ns2:creationId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ns2:creationId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ns2:creationId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ns2:creationId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ns2:creationId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ns2:creationId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ns2:creationId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ns2:creationId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ns2:creationId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ns2:creationId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ns2:creationId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ns2:creationId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ns2:creationId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ns2:creationId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ns2:creationId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ns2:creationId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ns2:creationId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7855455"/>
      </p:ext>
    </p:extLst>
  </p:cSld>
  <p:clrMapOvr>
    <a:masterClrMapping/>
  </p:clrMapOvr>
</p:sld>
</file>

<file path=ppt/slides/slide8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626649253"/>
      </p:ext>
    </p:extLst>
  </p:cSld>
  <p:clrMapOvr>
    <a:masterClrMapping/>
  </p:clrMapOvr>
</p:sld>
</file>

<file path=ppt/slides/slide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593898538"/>
      </p:ext>
    </p:extLst>
  </p:cSld>
  <p:clrMapOvr>
    <a:masterClrMapping/>
  </p:clrMapOvr>
</p:sld>
</file>

<file path=ppt/slides/slide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256850956"/>
      </p:ext>
    </p:extLst>
  </p:cSld>
  <p:clrMapOvr>
    <a:masterClrMapping/>
  </p:clrMapOvr>
</p:sld>
</file>

<file path=ppt/slides/slide8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617761618"/>
      </p:ext>
    </p:extLst>
  </p:cSld>
  <p:clrMapOvr>
    <a:masterClrMapping/>
  </p:clrMapOvr>
</p:sld>
</file>

<file path=ppt/slides/slide8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998627970"/>
      </p:ext>
    </p:extLst>
  </p:cSld>
  <p:clrMapOvr>
    <a:masterClrMapping/>
  </p:clrMapOvr>
</p:sld>
</file>

<file path=ppt/slides/slide9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437647458"/>
      </p:ext>
    </p:extLst>
  </p:cSld>
  <p:clrMapOvr>
    <a:masterClrMapping/>
  </p:clrMapOvr>
</p:sld>
</file>

<file path=ppt/slides/slide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362217791"/>
      </p:ext>
    </p:extLst>
  </p:cSld>
  <p:clrMapOvr>
    <a:masterClrMapping/>
  </p:clrMapOvr>
</p:sld>
</file>

<file path=ppt/slides/slide92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88674625"/>
      </p:ext>
    </p:extLst>
  </p:cSld>
  <p:clrMapOvr>
    <a:masterClrMapping/>
  </p:clrMapOvr>
</p:sld>
</file>

<file path=ppt/slides/slide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356723509"/>
      </p:ext>
    </p:extLst>
  </p:cSld>
  <p:clrMapOvr>
    <a:masterClrMapping/>
  </p:clrMapOvr>
</p:sld>
</file>

<file path=ppt/slides/slide9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259607330"/>
      </p:ext>
    </p:extLst>
  </p:cSld>
  <p:clrMapOvr>
    <a:masterClrMapping/>
  </p:clrMapOvr>
</p:sld>
</file>

<file path=ppt/slides/slide9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091231972"/>
      </p:ext>
    </p:extLst>
  </p:cSld>
  <p:clrMapOvr>
    <a:masterClrMapping/>
  </p:clrMapOvr>
</p:sld>
</file>

<file path=ppt/slides/slide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ns2:creationId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ns2:creationId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ns2:creationId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ns2:creationId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ns2:creationId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ns2:creationId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ns2:creationId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ns2:creationId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ns2:creationId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ns2:creationId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ns2:creationId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ns2:creationId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ns2:creationId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ns2:creationId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ns2:creationId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ns2:creationId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ns2:creationId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ns2:creationId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ns2:creationId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ns2:creationId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ns2:creationId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ns2:creationId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ns2:creationId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ns2:creationId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ns2:creationId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ns2:creationId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ns2:creationId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ns2:creationId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ns2:creationId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ns2:creationId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ns2:creationId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ns2:creationId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ns2:creationId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ns2:creationId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ns2:creationId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ns2:creationId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ns2:creationId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ns2:creationId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ns2:creationId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ns2:creationId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ns2:creationId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ns2:creationId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ns2:creationId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ns2:creationId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ns2:creationId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ns2:creationId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ns2:creationId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ns2:creationId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ns2:creationId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ns2:creationId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ns2:creationId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ns2:creationId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ns2:creationId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ns2:creationId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ns2:creationId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ns2:creationId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ns2:creationId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65063840"/>
      </p:ext>
    </p:extLst>
  </p:cSld>
  <p:clrMapOvr>
    <a:masterClrMapping/>
  </p:clrMapOvr>
</p:sld>
</file>

<file path=ppt/slides/slide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ns2:creationId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ns2:creationId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ns2:creationId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ns2:creationId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ns2:creationId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ns2:creationId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ns2:creationId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ns2:creationId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ns2:creationId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ns2:creationId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ns2:creationId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ns2:creationId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ns2:creationId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ns2:creationId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ns2:creationId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ns2:creationId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ns2:creationId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ns2:creationId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ns2:creationId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ns2:creationId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ns2:creationId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ns2:creationId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ns2:creationId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ns2:creationId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ns2:creationId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ns2:creationId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ns2:creationId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ns2:creationId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ns2:creationId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ns2:creationId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ns2:creationId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ns2:creationId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ns2:creationId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ns2:creationId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ns2:creationId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ns2:creationId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ns2:creationId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ns2:creationId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ns2:creationId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ns2:creationId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ns2:creationId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ns2:creationId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ns2:creationId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ns2:creationId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ns2:creationId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ns2:creationId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ns2:creationId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ns2:creationId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ns2:creationId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ns2:creationId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ns2:creationId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ns2:creationId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149349879"/>
      </p:ext>
    </p:extLst>
  </p:cSld>
  <p:clrMapOvr>
    <a:masterClrMapping/>
  </p:clrMapOvr>
</p:sld>
</file>

<file path=ppt/slides/slide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ns2:creationId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ns2:creationId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ns2:creationId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ns2:creationId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ns2:creationId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ns2:creationId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ns2:creationId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ns2:creationId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ns2:creationId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ns2:creationId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ns2:creationId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ns2:creationId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ns2:creationId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ns2:creationId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ns2:creationId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ns2:creationId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ns2:creationId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ns2:creationId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ns2:creationId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ns2:creationId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ns2:creationId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ns2:creationId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ns2:creationId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ns2:creationId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ns2:creationId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ns2:creationId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ns2:creationId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ns2:creationId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ns2:creationId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ns2:creationId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ns2:creationId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ns2:creationId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ns2:creationId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ns2:creationId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ns2:creationId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ns2:creationId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ns2:creationId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ns2:creationId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ns2:creationId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ns2:creationId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ns2:creationId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ns2:creationId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ns2:creationId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ns2:creationId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ns2:creationId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ns2:creationId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ns2:creationId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ns2:creationId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ns5:creationId val="334923757"/>
      </p:ext>
    </p:extLst>
  </p:cSld>
  <p:clrMapOvr>
    <a:masterClrMapping/>
  </p:clrMapOvr>
</p:sld>
</file>

<file path=ppt/slides/slide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ns2:creationId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ns2:creationId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ns2:creationId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ns2:creationId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ns2:creationId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ns2:creationId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ns2:creationId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ns2:creationId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ns2:creationId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XX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ns2:creationId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ns2:creationId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ns2:creationId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ns2:creationId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ns2:creationId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ns2:creationId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ns2:creationId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ns2:creationId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ns2:creationId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ns2:creationId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ns2:creationId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ns2:creationId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ns2:creationId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ns2:creationId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ns2:creationId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ns2:creationId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ns2:creationId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ns2:creationId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ns2:creationId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ns2:creationId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ns2:creationId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ns2:creationId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ns2:creationId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ns2:creationId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ns2:creationId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ns2:creationId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ns2:creationId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ns2:creationId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ns2:creationId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ns2:creationId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ns2:creationId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ns2:creationId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ns2:creationId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ns2:creationId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ns2:creationId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ns2:creationId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ns2:creationId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ns2:creationId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ns2:creationId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ns2:creationId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ns2:creationId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ns2:creationId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ns2:creationId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ns2:creationId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ns2:creationId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ns2:creationId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ns2:creationId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ns2:creationId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ns2:creationId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493053073"/>
      </p:ext>
    </p:extLst>
  </p:cSld>
  <p:clrMapOvr>
    <a:masterClrMapping/>
  </p:clrMapOvr>
</p:sld>
</file>

<file path=ppt/slides/slide1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100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ns2:creationId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ns2:creationId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ns2:creationId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ns2:creationId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ns2:creationId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ns2:creationId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ns2:creationId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ns2:creationId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ns2:creationId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ns2:creationId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ns2:creationId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ns2:creationId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ns2:creationId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ns2:creationId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ns2:creationId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ns2:creationId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ns2:creationId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ns2:creationId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ns2:creationId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ns2:creationId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ns2:creationId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ns2:creationId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ns2:creationId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ns2:creationId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ns2:creationId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ns2:creationId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ns2:creationId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ns2:creationId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ns2:creationId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ns2:creationId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ns2:creationId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ns2:creationId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ns2:creationId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ns2:creationId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ns2:creationId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ns2:creationId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ns2:creationId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ns2:creationId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ns2:creationId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ns2:creationId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ns2:creationId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ns2:creationId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ns2:creationId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ns2:creationId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ns2:creationId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ns2:creationId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41640051"/>
      </p:ext>
    </p:extLst>
  </p:cSld>
  <p:clrMapOvr>
    <a:masterClrMapping/>
  </p:clrMapOvr>
</p:sld>
</file>

<file path=ppt/slides/slide10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618152055"/>
      </p:ext>
    </p:extLst>
  </p:cSld>
  <p:clrMapOvr>
    <a:masterClrMapping/>
  </p:clrMapOvr>
</p:sld>
</file>

<file path=ppt/slides/slide10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387107629"/>
      </p:ext>
    </p:extLst>
  </p:cSld>
  <p:clrMapOvr>
    <a:masterClrMapping/>
  </p:clrMapOvr>
</p:sld>
</file>

<file path=ppt/slides/slide1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1786502139"/>
      </p:ext>
    </p:extLst>
  </p:cSld>
  <p:clrMapOvr>
    <a:masterClrMapping/>
  </p:clrMapOvr>
</p:sld>
</file>

<file path=ppt/slides/slide1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757006881"/>
      </p:ext>
    </p:extLst>
  </p:cSld>
  <p:clrMapOvr>
    <a:masterClrMapping/>
  </p:clrMapOvr>
</p:sld>
</file>

<file path=ppt/slides/slide1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2448052771"/>
      </p:ext>
    </p:extLst>
  </p:cSld>
  <p:clrMapOvr>
    <a:masterClrMapping/>
  </p:clrMapOvr>
</p:sld>
</file>

<file path=ppt/slides/slide1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2296107528"/>
      </p:ext>
    </p:extLst>
  </p:cSld>
  <p:clrMapOvr>
    <a:masterClrMapping/>
  </p:clrMapOvr>
</p:sld>
</file>

<file path=ppt/slides/slide10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81757408"/>
      </p:ext>
    </p:extLst>
  </p:cSld>
  <p:clrMapOvr>
    <a:masterClrMapping/>
  </p:clrMapOvr>
</p:sld>
</file>

<file path=ppt/slides/slide10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697724016"/>
      </p:ext>
    </p:extLst>
  </p:cSld>
  <p:clrMapOvr>
    <a:masterClrMapping/>
  </p:clrMapOvr>
</p:sld>
</file>

<file path=ppt/slides/slide1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402303284"/>
      </p:ext>
    </p:extLst>
  </p:cSld>
  <p:clrMapOvr>
    <a:masterClrMapping/>
  </p:clrMapOvr>
</p:sld>
</file>

<file path=ppt/slides/slide1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615110471"/>
      </p:ext>
    </p:extLst>
  </p:cSld>
  <p:clrMapOvr>
    <a:masterClrMapping/>
  </p:clrMapOvr>
</p:sld>
</file>

<file path=ppt/slides/slide1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764342199"/>
      </p:ext>
    </p:extLst>
  </p:cSld>
  <p:clrMapOvr>
    <a:masterClrMapping/>
  </p:clrMapOvr>
</p:sld>
</file>

<file path=ppt/slides/slide1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392297140"/>
      </p:ext>
    </p:extLst>
  </p:cSld>
  <p:clrMapOvr>
    <a:masterClrMapping/>
  </p:clrMapOvr>
</p:sld>
</file>

<file path=ppt/slides/slide1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ns2:creationId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ns2:creationId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ns2:creationId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ns2:creationId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ns2:creationId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ns2:creationId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ns2:creationId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ns2:creationId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ns2:creationId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ns2:creationId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ns2:creationId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ns2:creationId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ns2:creationId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ns2:creationId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ns2:creationId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ns2:creationId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ns2:creationId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ns2:creationId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ns2:creationId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ns2:creationId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ns2:creationId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ns2:creationId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ns2:creationId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ns2:creationId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ns2:creationId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ns2:creationId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ns2:creationId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ns2:creationId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ns2:creationId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5:creationId val="2300476589"/>
      </p:ext>
    </p:extLst>
  </p:cSld>
  <p:clrMapOvr>
    <a:masterClrMapping/>
  </p:clrMapOvr>
</p:sld>
</file>

<file path=ppt/slides/slide11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ns2:creationId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ns2:creationId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ns2:creationId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ns2:creationId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ns2:creationId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ns2:creationId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ns2:creationId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ns2:creationId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ns2:creationId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ns2:creationId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ns2:creationId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ns2:creationId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ns2:creationId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ns2:creationId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ns2:creationId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ns2:creationId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ns2:creationId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ns2:creationId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ns2:creationId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ns2:creationId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ns2:creationId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ns2:creationId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ns2:creationId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ns2:creationId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ns2:creationId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ns2:creationId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ns2:creationId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ns2:creationId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ns2:creationId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ns2:creationId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ns2:creationId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ns2:creationId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406841292"/>
      </p:ext>
    </p:extLst>
  </p:cSld>
  <p:clrMapOvr>
    <a:masterClrMapping/>
  </p:clrMapOvr>
</p:sld>
</file>

<file path=ppt/slides/slide1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ns2:creationId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ns2:creationId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ns2:creationId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ns2:creationId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ns2:creationId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ns2:creationId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ns2:creationId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ns2:creationId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ns2:creationId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ns2:creationId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ns2:creationId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ns2:creationId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ns2:creationId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ns2:creationId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ns2:creationId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ns2:creationId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ns2:creationId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ns2:creationId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ns2:creationId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ns2:creationId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ns2:creationId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ns2:creationId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ns2:creationId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ns2:creationId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ns2:creationId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ns2:creationId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ns2:creationId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ns2:creationId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ns2:creationId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ns2:creationId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ns2:creationId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ns2:creationId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ns5:creationId val="3336045824"/>
      </p:ext>
    </p:extLst>
  </p:cSld>
  <p:clrMapOvr>
    <a:masterClrMapping/>
  </p:clrMapOvr>
</p:sld>
</file>

<file path=ppt/slides/slide11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588279162"/>
      </p:ext>
    </p:extLst>
  </p:cSld>
  <p:clrMapOvr>
    <a:masterClrMapping/>
  </p:clrMapOvr>
</p:sld>
</file>

<file path=ppt/slides/slide11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3140823829"/>
      </p:ext>
    </p:extLst>
  </p:cSld>
  <p:clrMapOvr>
    <a:masterClrMapping/>
  </p:clrMapOvr>
</p:sld>
</file>

<file path=ppt/slides/slide1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ns2:creationId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ns2:creationId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ns2:creationId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ns2:creationId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ns2:creationId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ns2:creationId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ns2:creationId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ns2:creationId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ns2:creationId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ns2:creationId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ns2:creationId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ns2:creationId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ns2:creationId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ns2:creationId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ns2:creationId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ns2:creationId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ns2:creationId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ns2:creationId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ns2:creationId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ns2:creationId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ns2:creationId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ns2:creationId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ns2:creationId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ns2:creationId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ns2:creationId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ns2:creationId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ns2:creationId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ns2:creationId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ns2:creationId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ns2:creationId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ns2:creationId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ns2:creationId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ns2:creationId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ns2:creationId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ns2:creationId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ns2:creationId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ns2:creationId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ns2:creationId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ns2:creationId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ns2:creationId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ns2:creationId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ns2:creationId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ns2:creationId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ns2:creationId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ns2:creationId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ns2:creationId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ns2:creationId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ns2:creationId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ns2:creationId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ns2:creationId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ns2:creationId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ns2:creationId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ns2:creationId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ns2:creationId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ns2:creationId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ns2:creationId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ns2:creationId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ns2:creationId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302190449"/>
      </p:ext>
    </p:extLst>
  </p:cSld>
  <p:clrMapOvr>
    <a:masterClrMapping/>
  </p:clrMapOvr>
</p:sld>
</file>

<file path=ppt/slides/slide1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818926189"/>
      </p:ext>
    </p:extLst>
  </p:cSld>
  <p:clrMapOvr>
    <a:masterClrMapping/>
  </p:clrMapOvr>
</p:sld>
</file>

<file path=ppt/slides/slide1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410747877"/>
      </p:ext>
    </p:extLst>
  </p:cSld>
  <p:clrMapOvr>
    <a:masterClrMapping/>
  </p:clrMapOvr>
</p:sld>
</file>

<file path=ppt/slides/slide12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446250870"/>
      </p:ext>
    </p:extLst>
  </p:cSld>
  <p:clrMapOvr>
    <a:masterClrMapping/>
  </p:clrMapOvr>
</p:sld>
</file>

<file path=ppt/slides/slide1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216829417"/>
      </p:ext>
    </p:extLst>
  </p:cSld>
  <p:clrMapOvr>
    <a:masterClrMapping/>
  </p:clrMapOvr>
</p:sld>
</file>

<file path=ppt/slides/slide1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12760446"/>
      </p:ext>
    </p:extLst>
  </p:cSld>
  <p:clrMapOvr>
    <a:masterClrMapping/>
  </p:clrMapOvr>
</p:sld>
</file>

<file path=ppt/slides/slide1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4123631029"/>
      </p:ext>
    </p:extLst>
  </p:cSld>
  <p:clrMapOvr>
    <a:masterClrMapping/>
  </p:clrMapOvr>
</p:sld>
</file>

<file path=ppt/slides/slide1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1602160237"/>
      </p:ext>
    </p:extLst>
  </p:cSld>
  <p:clrMapOvr>
    <a:masterClrMapping/>
  </p:clrMapOvr>
</p:sld>
</file>

<file path=ppt/slides/slide12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1220227439"/>
      </p:ext>
    </p:extLst>
  </p:cSld>
  <p:clrMapOvr>
    <a:masterClrMapping/>
  </p:clrMapOvr>
</p:sld>
</file>

<file path=ppt/slides/slide1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513147761"/>
      </p:ext>
    </p:extLst>
  </p:cSld>
  <p:clrMapOvr>
    <a:masterClrMapping/>
  </p:clrMapOvr>
</p:sld>
</file>

<file path=ppt/slides/slide1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128771932"/>
      </p:ext>
    </p:extLst>
  </p:cSld>
  <p:clrMapOvr>
    <a:masterClrMapping/>
  </p:clrMapOvr>
</p:sld>
</file>

<file path=ppt/slides/slide1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49574515"/>
      </p:ext>
    </p:extLst>
  </p:cSld>
  <p:clrMapOvr>
    <a:masterClrMapping/>
  </p:clrMapOvr>
</p:sld>
</file>

<file path=ppt/slides/slide1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819450379"/>
      </p:ext>
    </p:extLst>
  </p:cSld>
  <p:clrMapOvr>
    <a:masterClrMapping/>
  </p:clrMapOvr>
</p:sld>
</file>

<file path=ppt/slides/slide1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ns2:creationId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ns2:creationId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ns2:creationId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ns2:creationId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ns2:creationId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ns2:creationId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ns2:creationId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ns2:creationId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ns2:creationId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ns2:creationId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ns2:creationId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ns2:creationId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ns2:creationId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ns2:creationId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ns2:creationId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ns2:creationId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ns2:creationId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ns2:creationId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ns2:creationId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ns2:creationId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ns2:creationId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ns2:creationId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ns2:creationId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ns2:creationId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ns2:creationId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ns2:creationId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ns2:creationId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ns2:creationId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ns2:creationId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ns2:creationId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ns2:creationId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ns2:creationId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ns2:creationId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ns2:creationId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ns2:creationId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ns2:creationId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ns2:creationId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ns2:creationId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ns2:creationId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ns2:creationId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ns2:creationId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ns2:creationId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ns2:creationId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ns2:creationId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623370038"/>
      </p:ext>
    </p:extLst>
  </p:cSld>
  <p:clrMapOvr>
    <a:masterClrMapping/>
  </p:clrMapOvr>
</p:sld>
</file>

<file path=ppt/slides/slide1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3668681584"/>
      </p:ext>
    </p:extLst>
  </p:cSld>
  <p:clrMapOvr>
    <a:masterClrMapping/>
  </p:clrMapOvr>
</p:sld>
</file>

<file path=ppt/slides/slide1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718177317"/>
      </p:ext>
    </p:extLst>
  </p:cSld>
  <p:clrMapOvr>
    <a:masterClrMapping/>
  </p:clrMapOvr>
</p:sld>
</file>

<file path=ppt/slides/slide13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350632427"/>
      </p:ext>
    </p:extLst>
  </p:cSld>
  <p:clrMapOvr>
    <a:masterClrMapping/>
  </p:clrMapOvr>
</p:sld>
</file>

<file path=ppt/slides/slide1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037276510"/>
      </p:ext>
    </p:extLst>
  </p:cSld>
  <p:clrMapOvr>
    <a:masterClrMapping/>
  </p:clrMapOvr>
</p:sld>
</file>

<file path=ppt/slides/slide1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11057810"/>
      </p:ext>
    </p:extLst>
  </p:cSld>
  <p:clrMapOvr>
    <a:masterClrMapping/>
  </p:clrMapOvr>
</p:sld>
</file>

<file path=ppt/slides/slide1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31602962"/>
      </p:ext>
    </p:extLst>
  </p:cSld>
  <p:clrMapOvr>
    <a:masterClrMapping/>
  </p:clrMapOvr>
</p:sld>
</file>

<file path=ppt/slides/slide1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6370829"/>
      </p:ext>
    </p:extLst>
  </p:cSld>
  <p:clrMapOvr>
    <a:masterClrMapping/>
  </p:clrMapOvr>
</p:sld>
</file>

<file path=ppt/slides/slide13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277316451"/>
      </p:ext>
    </p:extLst>
  </p:cSld>
  <p:clrMapOvr>
    <a:masterClrMapping/>
  </p:clrMapOvr>
</p:sld>
</file>

<file path=ppt/slides/slide1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159676202"/>
      </p:ext>
    </p:extLst>
  </p:cSld>
  <p:clrMapOvr>
    <a:masterClrMapping/>
  </p:clrMapOvr>
</p:sld>
</file>

<file path=ppt/slides/slide1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4086982096"/>
      </p:ext>
    </p:extLst>
  </p:cSld>
  <p:clrMapOvr>
    <a:masterClrMapping/>
  </p:clrMapOvr>
</p:sld>
</file>

<file path=ppt/slides/slide1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837286614"/>
      </p:ext>
    </p:extLst>
  </p:cSld>
  <p:clrMapOvr>
    <a:masterClrMapping/>
  </p:clrMapOvr>
</p:sld>
</file>

<file path=ppt/slides/slide1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3844862182"/>
      </p:ext>
    </p:extLst>
  </p:cSld>
  <p:clrMapOvr>
    <a:masterClrMapping/>
  </p:clrMapOvr>
</p:sld>
</file>

<file path=ppt/slides/slide1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5870106"/>
      </p:ext>
    </p:extLst>
  </p:cSld>
  <p:clrMapOvr>
    <a:masterClrMapping/>
  </p:clrMapOvr>
</p:sld>
</file>

<file path=ppt/slides/slide1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86173362"/>
      </p:ext>
    </p:extLst>
  </p:cSld>
  <p:clrMapOvr>
    <a:masterClrMapping/>
  </p:clrMapOvr>
</p:sld>
</file>

<file path=ppt/slides/slide1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69232775"/>
      </p:ext>
    </p:extLst>
  </p:cSld>
  <p:clrMapOvr>
    <a:masterClrMapping/>
  </p:clrMapOvr>
</p:sld>
</file>

<file path=ppt/slides/slide1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ns2:creationId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ns2:creationId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ns2:creationId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ns2:creationId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ns2:creationId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ns2:creationId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ns2:creationId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ns2:creationId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ns2:creationId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ns2:creationId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ns2:creationId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ns2:creationId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ns2:creationId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ns2:creationId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ns2:creationId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ns2:creationId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ns2:creationId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ns2:creationId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ns2:creationId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ns2:creationId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ns2:creationId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ns2:creationId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ns2:creationId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ns2:creationId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ns2:creationId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ns2:creationId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ns2:creationId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ns2:creationId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ns2:creationId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ns2:creationId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ns2:creationId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ns2:creationId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ns2:creationId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ns2:creationId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ns2:creationId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ns2:creationId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ns2:creationId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ns2:creationId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ns2:creationId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9110861"/>
      </p:ext>
    </p:extLst>
  </p:cSld>
  <p:clrMapOvr>
    <a:masterClrMapping/>
  </p:clrMapOvr>
</p:sld>
</file>

<file path=ppt/slides/slide1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ns2:creationId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ns2:creationId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ns2:creationId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ns2:creationId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ns2:creationId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ns2:creationId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ns2:creationId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ns2:creationId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ns2:creationId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ns2:creationId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ns2:creationId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ns2:creationId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ns2:creationId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ns2:creationId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ns2:creationId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ns2:creationId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ns2:creationId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ns2:creationId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ns2:creationId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ns2:creationId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ns2:creationId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ns2:creationId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ns2:creationId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ns2:creationId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ns2:creationId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ns2:creationId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ns2:creationId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ns2:creationId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ns2:creationId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ns2:creationId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ns2:creationId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ns2:creationId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ns2:creationId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ns2:creationId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ns2:creationId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ns2:creationId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ns2:creationId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ns2:creationId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ns2:creationId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ns2:creationId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ns2:creationId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ns2:creationId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ns2:creationId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ns2:creationId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ns2:creationId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ns2:creationId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ns2:creationId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ns2:creationId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ns2:creationId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ns2:creationId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ns2:creationId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ns2:creationId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ns2:creationId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ns2:creationId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ns2:creationId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ns2:creationId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ns2:creationId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ns2:creationId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ns2:creationId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ns2:creationId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ns2:creationId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ns2:creationId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ns2:creationId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ns2:creationId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ns2:creationId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ns2:creationId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ns2:creationId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ns2:creationId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ns2:creationId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ns2:creationId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ns2:creationId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ns2:creationId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ns2:creationId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ns2:creationId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ns2:creationId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ns2:creationId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ns2:creationId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ns2:creationId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ns2:creationId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ns2:creationId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ns2:creationId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ns2:creationId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ns2:creationId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ns2:creationId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ns2:creationId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ns2:creationId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ns2:creationId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ns2:creationId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ns2:creationId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ns2:creationId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ns2:creationId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ns2:creationId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ns2:creationId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68062728"/>
      </p:ext>
    </p:extLst>
  </p:cSld>
  <p:clrMapOvr>
    <a:masterClrMapping/>
  </p:clrMapOvr>
</p:sld>
</file>

<file path=ppt/slides/slide1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ns2:creationId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ns2:creationId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ns2:creationId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ns2:creationId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ns2:creationId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ns2:creationId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ns2:creationId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ns2:creationId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ns2:creationId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ns2:creationId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ns2:creationId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ns2:creationId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ns2:creationId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ns2:creationId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ns2:creationId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ns2:creationId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ns2:creationId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ns2:creationId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ns2:creationId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616915304"/>
      </p:ext>
    </p:extLst>
  </p:cSld>
  <p:clrMapOvr>
    <a:masterClrMapping/>
  </p:clrMapOvr>
</p:sld>
</file>

<file path=ppt/slides/slide1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ns2:creationId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ns2:creationId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ns2:creationId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ns2:creationId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ns2:creationId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ns2:creationId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ns2:creationId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ns2:creationId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ns2:creationId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ns2:creationId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ns2:creationId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ns2:creationId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ns2:creationId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ns2:creationId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ns2:creationId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ns2:creationId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ns2:creationId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22071661"/>
      </p:ext>
    </p:extLst>
  </p:cSld>
  <p:clrMapOvr>
    <a:masterClrMapping/>
  </p:clrMapOvr>
</p:sld>
</file>

<file path=ppt/slides/slide1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ns2:creationId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ns2:creationId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ns2:creationId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ns2:creationId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ns2:creationId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ns2:creationId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ns2:creationId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ns2:creationId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ns2:creationId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ns2:creationId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ns2:creationId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ns2:creationId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ns2:creationId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ns2:creationId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ns2:creationId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ns2:creationId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ns2:creationId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ns2:creationId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ns2:creationId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ns2:creationId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ns2:creationId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ns2:creationId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ns2:creationId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ns2:creationId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ns2:creationId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ns2:creationId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ns2:creationId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ns2:creationId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ns2:creationId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ns2:creationId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ns2:creationId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ns2:creationId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ns2:creationId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ns2:creationId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ns2:creationId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ns2:creationId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ns2:creationId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ns2:creationId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ns2:creationId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ns2:creationId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ns2:creationId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ns2:creationId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ns2:creationId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ns2:creationId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ns2:creationId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ns2:creationId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ns2:creationId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ns2:creationId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ns2:creationId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510581320"/>
      </p:ext>
    </p:extLst>
  </p:cSld>
  <p:clrMapOvr>
    <a:masterClrMapping/>
  </p:clrMapOvr>
</p:sld>
</file>

<file path=ppt/slides/slide15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ns2:creationId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ns2:creationId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ns2:creationId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ns2:creationId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ns2:creationId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ns2:creationId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ns2:creationId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ns2:creationId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ns2:creationId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ns2:creationId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ns2:creationId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ns2:creationId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ns2:creationId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ns2:creationId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ns2:creationId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ns2:creationId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ns2:creationId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ns2:creationId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ns2:creationId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ns2:creationId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ns2:creationId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ns2:creationId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ns2:creationId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ns2:creationId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ns2:creationId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ns2:creationId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ns2:creationId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ns2:creationId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ns2:creationId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ns2:creationId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ns2:creationId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ns2:creationId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ns2:creationId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ns2:creationId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ns2:creationId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ns2:creationId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ns2:creationId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ns2:creationId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ns2:creationId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ns2:creationId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ns2:creationId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ns2:creationId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ns2:creationId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ns2:creationId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ns2:creationId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ns2:creationId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ns2:creationId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ns2:creationId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ns2:creationId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ns2:creationId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ns2:creationId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ns2:creationId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ns2:creationId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ns2:creationId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ns2:creationId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ns2:creationId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ns2:creationId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ns2:creationId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ns2:creationId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ns2:creationId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ns2:creationId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ns2:creationId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ns2:creationId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ns2:creationId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ns2:creationId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ns2:creationId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ns2:creationId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ns2:creationId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ns2:creationId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ns2:creationId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ns2:creationId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ns2:creationId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ns2:creationId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ns2:creationId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ns2:creationId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ns2:creationId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ns2:creationId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ns2:creationId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ns2:creationId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ns2:creationId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ns2:creationId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ns2:creationId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ns2:creationId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ns2:creationId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6:creationId val="3931930627"/>
      </p:ext>
    </p:extLst>
  </p:cSld>
  <p:clrMapOvr>
    <a:masterClrMapping/>
  </p:clrMapOvr>
</p:sld>
</file>

<file path=ppt/slides/slide1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ns2:creationId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ns2:creationId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ns2:creationId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ns2:creationId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ns2:creationId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ns2:creationId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ns2:creationId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ns2:creationId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ns2:creationId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ns2:creationId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ns2:creationId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ns2:creationId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ns2:creationId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ns2:creationId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ns2:creationId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ns2:creationId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ns2:creationId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ns2:creationId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ns2:creationId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ns2:creationId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ns2:creationId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ns2:creationId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ns2:creationId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ns2:creationId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ns2:creationId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ns2:creationId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ns2:creationId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ns2:creationId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ns2:creationId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ns2:creationId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ns2:creationId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ns2:creationId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ns2:creationId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ns2:creationId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ns2:creationId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ns2:creationId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ns2:creationId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ns2:creationId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ns2:creationId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ns2:creationId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ns2:creationId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ns2:creationId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ns2:creationId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ns2:creationId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ns2:creationId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ns2:creationId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ns2:creationId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ns2:creationId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ns2:creationId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ns2:creationId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ns2:creationId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ns2:creationId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ns2:creationId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ns2:creationId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ns2:creationId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ns2:creationId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ns2:creationId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ns2:creationId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ns2:creationId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ns2:creationId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ns2:creationId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ns2:creationId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ns2:creationId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ns2:creationId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ns2:creationId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ns2:creationId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ns2:creationId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ns2:creationId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ns2:creationId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ns2:creationId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ns2:creationId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ns2:creationId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ns2:creationId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ns2:creationId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ns2:creationId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ns2:creationId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ns2:creationId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ns2:creationId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ns2:creationId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ns2:creationId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ns2:creationId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ns2:creationId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ns2:creationId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ns2:creationId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ns2:creationId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ns2:creationId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ns2:creationId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ns2:creationId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ns2:creationId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ns2:creationId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ns2:creationId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ns2:creationId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ns2:creationId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ns2:creationId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ns2:creationId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ns2:creationId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ns2:creationId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ns2:creationId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ns2:creationId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ns2:creationId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ns2:creationId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ns2:creationId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ns2:creationId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ns2:creationId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ns2:creationId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ns2:creationId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ns2:creationId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ns2:creationId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ns2:creationId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ns2:creationId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ns2:creationId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ns2:creationId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ns2:creationId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ns2:creationId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ns2:creationId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ns2:creationId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ns2:creationId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ns2:creationId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ns2:creationId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ns2:creationId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ns2:creationId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ns2:creationId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ns2:creationId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ns2:creationId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ns2:creationId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ns2:creationId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ns2:creationId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ns2:creationId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ns2:creationId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ns2:creationId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ns2:creationId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ns2:creationId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ns2:creationId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ns2:creationId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ns2:creationId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ns2:creationId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ns2:creationId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ns2:creationId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ns2:creationId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ns2:creationId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ns2:creationId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ns2:creationId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ns2:creationId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ns2:creationId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ns2:creationId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ns2:creationId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ns2:creationId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3198353"/>
      </p:ext>
    </p:extLst>
  </p:cSld>
  <p:clrMapOvr>
    <a:masterClrMapping/>
  </p:clrMapOvr>
</p:sld>
</file>

<file path=ppt/slides/slide1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995491729"/>
      </p:ext>
    </p:extLst>
  </p:cSld>
  <p:clrMapOvr>
    <a:masterClrMapping/>
  </p:clrMapOvr>
</p:sld>
</file>

<file path=ppt/slides/slide155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59700884"/>
      </p:ext>
    </p:extLst>
  </p:cSld>
  <p:clrMapOvr>
    <a:masterClrMapping/>
  </p:clrMapOvr>
</p:sld>
</file>

<file path=ppt/slides/slide15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432747315"/>
      </p:ext>
    </p:extLst>
  </p:cSld>
  <p:clrMapOvr>
    <a:masterClrMapping/>
  </p:clrMapOvr>
</p:sld>
</file>

<file path=ppt/slides/slide1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7667260"/>
      </p:ext>
    </p:extLst>
  </p:cSld>
  <p:clrMapOvr>
    <a:masterClrMapping/>
  </p:clrMapOvr>
</p:sld>
</file>

<file path=ppt/slides/slide1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6100328"/>
      </p:ext>
    </p:extLst>
  </p:cSld>
  <p:clrMapOvr>
    <a:masterClrMapping/>
  </p:clrMapOvr>
</p:sld>
</file>

<file path=ppt/slides/slide1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ns2:creationId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ns2:creationId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ns2:creationId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ns2:creationId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ns2:creationId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ns2:creationId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ns2:creationId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ns2:creationId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XX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ns2:creationId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ns2:creationId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ns2:creationId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ns2:creationId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ns2:creationId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ns2:creationId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ns2:creationId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ns2:creationId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ns2:creationId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ns2:creationId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ns2:creationId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ns2:creationId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ns2:creationId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ns2:creationId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ns2:creationId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ns2:creationId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ns2:creationId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ns2:creationId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ns2:creationId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ns2:creationId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ns2:creationId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ns2:creationId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ns2:creationId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ns2:creationId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ns2:creationId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ns2:creationId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ns2:creationId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ns2:creationId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ns2:creationId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ns2:creationId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ns2:creationId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ns2:creationId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ns2:creationId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ns2:creationId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ns2:creationId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ns2:creationId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ns2:creationId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ns2:creationId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ns2:creationId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ns2:creationId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ns2:creationId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ns2:creationId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ns2:creationId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ns2:creationId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ns2:creationId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ns2:creationId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ns2:creationId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ns2:creationId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ns2:creationId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ns2:creationId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ns2:creationId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ns2:creationId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ns2:creationId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ns2:creationId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ns2:creationId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ns2:creationId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ns2:creationId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ns2:creationId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ns2:creationId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ns2:creationId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ns2:creationId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ns2:creationId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ns2:creationId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ns2:creationId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ns2:creationId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ns2:creationId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ns2:creationId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ns2:creationId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ns2:creationId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ns2:creationId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ns2:creationId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ns2:creationId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ns2:creationId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ns2:creationId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ns2:creationId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ns2:creationId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ns2:creationId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ns2:creationId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ns2:creationId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ns2:creationId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ns2:creationId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ns2:creationId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ns2:creationId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ns2:creationId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ns2:creationId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ns2:creationId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ns2:creationId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ns2:creationId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10865966"/>
      </p:ext>
    </p:extLst>
  </p:cSld>
  <p:clrMapOvr>
    <a:masterClrMapping/>
  </p:clrMapOvr>
</p:sld>
</file>

<file path=ppt/slides/slide160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ns2:creationId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ns2:creationId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ns2:creationId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ns2:creationId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ns2:creationId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ns2:creationId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ns2:creationId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ns2:creationId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ns2:creationId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ns2:creationId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ns2:creationId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ns2:creationId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ns2:creationId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ns2:creationId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ns2:creationId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ns2:creationId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ns2:creationId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ns2:creationId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ns2:creationId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ns2:creationId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ns2:creationId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ns2:creationId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ns2:creationId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ns2:creationId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ns2:creationId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ns2:creationId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ns2:creationId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ns2:creationId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ns2:creationId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3021473673"/>
      </p:ext>
    </p:extLst>
  </p:cSld>
  <p:clrMapOvr>
    <a:masterClrMapping/>
  </p:clrMapOvr>
</p:sld>
</file>

<file path=ppt/slides/slide1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ns2:creationId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ns2:creationId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ns2:creationId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ns2:creationId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ns2:creationId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ns2:creationId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ns2:creationId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ns2:creationId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ns2:creationId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ns2:creationId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ns2:creationId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ns2:creationId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ns2:creationId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ns2:creationId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ns2:creationId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ns2:creationId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ns2:creationId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ns2:creationId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ns2:creationId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ns2:creationId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ns2:creationId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ns2:creationId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ns2:creationId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ns2:creationId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ns2:creationId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ns2:creationId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ns2:creationId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ns2:creationId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ns2:creationId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ns2:creationId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ns2:creationId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ns2:creationId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ns2:creationId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ns2:creationId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ns2:creationId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ns2:creationId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ns2:creationId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ns5:creationId val="790359217"/>
      </p:ext>
    </p:extLst>
  </p:cSld>
  <p:clrMapOvr>
    <a:masterClrMapping/>
  </p:clrMapOvr>
</p:sld>
</file>

<file path=ppt/slides/slide16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ns2:creationId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ns2:creationId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ns2:creationId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ns2:colId val="347634967"/>
                    </a:ext>
                  </a:extLst>
                </a:gridCol>
                <a:gridCol w="1047461">
                  <a:extLst>
                    <a:ext uri="{9D8B030D-6E8A-4147-A177-3AD203B41FA5}">
                      <ns2:colId val="1446221549"/>
                    </a:ext>
                  </a:extLst>
                </a:gridCol>
                <a:gridCol w="1885430">
                  <a:extLst>
                    <a:ext uri="{9D8B030D-6E8A-4147-A177-3AD203B41FA5}">
                      <ns2:colId val="2048477591"/>
                    </a:ext>
                  </a:extLst>
                </a:gridCol>
                <a:gridCol w="1885430">
                  <a:extLst>
                    <a:ext uri="{9D8B030D-6E8A-4147-A177-3AD203B41FA5}">
                      <ns2:colId val="2517947562"/>
                    </a:ext>
                  </a:extLst>
                </a:gridCol>
                <a:gridCol w="1885430">
                  <a:extLst>
                    <a:ext uri="{9D8B030D-6E8A-4147-A177-3AD203B41FA5}">
                      <ns2:colId val="1023087325"/>
                    </a:ext>
                  </a:extLst>
                </a:gridCol>
                <a:gridCol w="1885430">
                  <a:extLst>
                    <a:ext uri="{9D8B030D-6E8A-4147-A177-3AD203B41FA5}">
                      <ns2:colId val="4056056041"/>
                    </a:ext>
                  </a:extLst>
                </a:gridCol>
                <a:gridCol w="1885430">
                  <a:extLst>
                    <a:ext uri="{9D8B030D-6E8A-4147-A177-3AD203B41FA5}">
                      <ns2:colId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ns2:rowId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ns2:rowId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ns2:creationId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3:creationId val="1170736876"/>
      </p:ext>
    </p:extLst>
  </p:cSld>
  <p:clrMapOvr>
    <a:masterClrMapping/>
  </p:clrMapOvr>
</p:sld>
</file>

<file path=ppt/slides/slide1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957075784"/>
      </p:ext>
    </p:extLst>
  </p:cSld>
  <p:clrMapOvr>
    <a:masterClrMapping/>
  </p:clrMapOvr>
</p:sld>
</file>

<file path=ppt/slides/slide16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45365946"/>
      </p:ext>
    </p:extLst>
  </p:cSld>
  <p:clrMapOvr>
    <a:masterClrMapping/>
  </p:clrMapOvr>
</p:sld>
</file>

<file path=ppt/slides/slide16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69470919"/>
      </p:ext>
    </p:extLst>
  </p:cSld>
  <p:clrMapOvr>
    <a:masterClrMapping/>
  </p:clrMapOvr>
</p:sld>
</file>

<file path=ppt/slides/slide1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542585637"/>
      </p:ext>
    </p:extLst>
  </p:cSld>
  <p:clrMapOvr>
    <a:masterClrMapping/>
  </p:clrMapOvr>
</p:sld>
</file>

<file path=ppt/slides/slide1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206807483"/>
      </p:ext>
    </p:extLst>
  </p:cSld>
  <p:clrMapOvr>
    <a:masterClrMapping/>
  </p:clrMapOvr>
</p:sld>
</file>

<file path=ppt/slides/slide1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430744082"/>
      </p:ext>
    </p:extLst>
  </p:cSld>
  <p:clrMapOvr>
    <a:masterClrMapping/>
  </p:clrMapOvr>
</p:sld>
</file>

<file path=ppt/slides/slide16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4198232786"/>
      </p:ext>
    </p:extLst>
  </p:cSld>
  <p:clrMapOvr>
    <a:masterClrMapping/>
  </p:clrMapOvr>
</p:sld>
</file>

<file path=ppt/slides/slide1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07765663"/>
      </p:ext>
    </p:extLst>
  </p:cSld>
  <p:clrMapOvr>
    <a:masterClrMapping/>
  </p:clrMapOvr>
</p:sld>
</file>

<file path=ppt/slides/slide17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109737204"/>
      </p:ext>
    </p:extLst>
  </p:cSld>
  <p:clrMapOvr>
    <a:masterClrMapping/>
  </p:clrMapOvr>
</p:sld>
</file>

<file path=ppt/slides/slide1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607056394"/>
      </p:ext>
    </p:extLst>
  </p:cSld>
  <p:clrMapOvr>
    <a:masterClrMapping/>
  </p:clrMapOvr>
</p:sld>
</file>

<file path=ppt/slides/slide1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869144710"/>
      </p:ext>
    </p:extLst>
  </p:cSld>
  <p:clrMapOvr>
    <a:masterClrMapping/>
  </p:clrMapOvr>
</p:sld>
</file>

<file path=ppt/slides/slide1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8741942"/>
      </p:ext>
    </p:extLst>
  </p:cSld>
  <p:clrMapOvr>
    <a:masterClrMapping/>
  </p:clrMapOvr>
</p:sld>
</file>

<file path=ppt/slides/slide1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410434126"/>
      </p:ext>
    </p:extLst>
  </p:cSld>
  <p:clrMapOvr>
    <a:masterClrMapping/>
  </p:clrMapOvr>
</p:sld>
</file>

<file path=ppt/slides/slide1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624365254"/>
      </p:ext>
    </p:extLst>
  </p:cSld>
  <p:clrMapOvr>
    <a:masterClrMapping/>
  </p:clrMapOvr>
</p:sld>
</file>

<file path=ppt/slides/slide1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935918708"/>
      </p:ext>
    </p:extLst>
  </p:cSld>
  <p:clrMapOvr>
    <a:masterClrMapping/>
  </p:clrMapOvr>
</p:sld>
</file>

<file path=ppt/slides/slide1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66729225"/>
      </p:ext>
    </p:extLst>
  </p:cSld>
  <p:clrMapOvr>
    <a:masterClrMapping/>
  </p:clrMapOvr>
</p:sld>
</file>

<file path=ppt/slides/slide17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510336430"/>
      </p:ext>
    </p:extLst>
  </p:cSld>
  <p:clrMapOvr>
    <a:masterClrMapping/>
  </p:clrMapOvr>
</p:sld>
</file>

<file path=ppt/slides/slide1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240597703"/>
      </p:ext>
    </p:extLst>
  </p:cSld>
  <p:clrMapOvr>
    <a:masterClrMapping/>
  </p:clrMapOvr>
</p:sld>
</file>

<file path=ppt/slides/slide1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8082603"/>
      </p:ext>
    </p:extLst>
  </p:cSld>
  <p:clrMapOvr>
    <a:masterClrMapping/>
  </p:clrMapOvr>
</p:sld>
</file>

<file path=ppt/slides/slide1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376417503"/>
      </p:ext>
    </p:extLst>
  </p:cSld>
  <p:clrMapOvr>
    <a:masterClrMapping/>
  </p:clrMapOvr>
</p:sld>
</file>

<file path=ppt/slides/slide1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04043198"/>
      </p:ext>
    </p:extLst>
  </p:cSld>
  <p:clrMapOvr>
    <a:masterClrMapping/>
  </p:clrMapOvr>
</p:sld>
</file>

<file path=ppt/slides/slide1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ns2:creationId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ns2:creationId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ns2:creationId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ns2:creationId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ns2:creationId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ns2:creationId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ns2:creationId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ns2:creationId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ns2:creationId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944598326"/>
      </p:ext>
    </p:extLst>
  </p:cSld>
  <p:clrMapOvr>
    <a:masterClrMapping/>
  </p:clrMapOvr>
</p:sld>
</file>

<file path=ppt/slides/slide1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ns2:creationId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ns2:creationId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ns2:creationId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ns2:creationId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ns2:creationId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ns2:creationId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2296150995"/>
      </p:ext>
    </p:extLst>
  </p:cSld>
  <p:clrMapOvr>
    <a:masterClrMapping/>
  </p:clrMapOvr>
</p:sld>
</file>

<file path=ppt/slides/slide18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180821862"/>
      </p:ext>
    </p:extLst>
  </p:cSld>
  <p:clrMapOvr>
    <a:masterClrMapping/>
  </p:clrMapOvr>
</p:sld>
</file>

<file path=ppt/slides/slide18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281375895"/>
      </p:ext>
    </p:extLst>
  </p:cSld>
  <p:clrMapOvr>
    <a:masterClrMapping/>
  </p:clrMapOvr>
</p:sld>
</file>

<file path=ppt/slides/slide1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3775301095"/>
      </p:ext>
    </p:extLst>
  </p:cSld>
  <p:clrMapOvr>
    <a:masterClrMapping/>
  </p:clrMapOvr>
</p:sld>
</file>

<file path=ppt/slides/slide18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ns2:creationId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ns2:creationId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ns2:creationId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ns2:creationId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ns2:creationId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ns2:creationId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ns2:creationId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ns2:creationId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ns2:creationId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ns2:creationId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ns2:creationId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ns2:creationId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ns2:creationId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ns2:creationId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ns2:creationId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ns2:creationId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ns2:creationId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ns2:creationId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ns2:creationId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ns2:creationId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ns2:creationId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ns2:creationId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ns2:creationId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ns2:creationId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ns2:creationId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ns2:creationId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ns2:creationId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ns2:creationId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ns2:creationId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ns2:creationId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ns2:creationId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ns2:creationId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ns2:creationId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ns2:creationId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ns2:creationId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ns2:creationId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ns2:creationId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ns2:creationId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ns2:creationId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ns2:creationId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ns2:creationId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ns2:creationId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ns2:creationId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ns2:creationId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ns2:creationId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ns2:creationId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ns2:creationId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ns2:creationId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ns2:creationId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ns2:creationId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ns2:creationId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ns2:creationId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ns2:creationId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ns2:creationId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ns2:creationId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ns2:creationId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ns2:creationId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ns2:creationId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ns2:creationId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ns2:creationId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ns2:creationId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ns2:creationId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ns2:creationId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ns2:creationId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ns2:creationId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ns2:creationId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ns2:creationId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ns2:creationId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ns2:creationId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ns2:creationId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ns2:creationId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ns2:creationId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ns2:creationId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ns2:creationId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ns2:creationId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ns2:creationId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ns2:creationId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ns2:creationId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ns2:creationId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ns2:creationId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ns2:creationId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ns2:creationId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ns2:creationId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ns2:creationId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ns2:creationId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ns2:creationId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ns2:creationId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ns2:creationId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ns2:creationId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ns2:creationId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ns2:creationId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ns2:creationId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ns2:creationId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ns2:creationId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ns2:creationId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ns2:creationId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ns2:creationId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ns2:creationId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ns2:creationId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ns2:creationId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ns2:creationId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ns2:creationId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ns2:creationId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ns2:creationId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ns2:creationId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ns2:creationId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ns2:creationId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ns2:creationId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ns2:creationId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ns2:creationId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ns2:creationId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ns2:creationId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ns2:creationId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ns2:creationId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ns2:creationId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ns2:creationId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ns2:creationId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ns2:creationId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ns2:creationId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ns2:creationId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ns2:creationId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ns2:creationId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ns2:creationId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ns2:creationId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ns2:creationId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ns2:creationId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ns2:creationId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ns2:creationId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ns2:creationId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ns2:creationId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ns2:creationId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ns2:creationId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ns2:creationId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ns2:creationId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ns2:creationId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ns2:creationId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ns2:creationId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ns2:creationId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ns2:creationId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ns2:creationId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ns2:creationId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ns2:creationId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ns2:creationId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ns2:creationId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ns2:creationId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ns2:creationId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ns2:creationId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ns2:creationId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ns2:creationId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ns2:creationId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ns2:creationId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ns2:creationId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60184982"/>
      </p:ext>
    </p:extLst>
  </p:cSld>
  <p:clrMapOvr>
    <a:masterClrMapping/>
  </p:clrMapOvr>
</p:sld>
</file>

<file path=ppt/slides/slide190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ns2:creationId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ns2:creationId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ns2:creationId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ns2:creationId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ns2:creationId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ns2:creationId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ns2:creationId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ns2:creationId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ns2:creationId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ns2:creationId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ns2:creationId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ns2:creationId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ns2:creationId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ns2:creationId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ns2:creationId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ns2:creationId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ns2:creationId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ns3:creationId val="267184268"/>
      </p:ext>
    </p:extLst>
  </p:cSld>
  <p:clrMapOvr>
    <a:masterClrMapping/>
  </p:clrMapOvr>
</p:sld>
</file>

<file path=ppt/slides/slide1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ns2:creationId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ns2:creationId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ns2:creationId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ns2:creationId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ns2:creationId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ns2:creationId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ns2:creationId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ns2:creationId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ns2:creationId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ns2:creationId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ns2:creationId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ns2:creationId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ns2:creationId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ns2:creationId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ns2:creationId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ns2:creationId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ns2:creationId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ns2:creationId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ns2:creationId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ns2:creationId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ns2:creationId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ns2:creationId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ns2:creationId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ns2:creationId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ns2:creationId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ns2:creationId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ns2:creationId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ns2:creationId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ns2:creationId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ns2:creationId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ns2:creationId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ns2:creationId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ns2:creationId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ns2:creationId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ns2:creationId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ns2:creationId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ns2:creationId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ns2:creationId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ns2:creationId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ns2:creationId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ns2:creationId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ns2:creationId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ns2:creationId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ns2:creationId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ns2:creationId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ns2:creationId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ns2:creationId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ns2:creationId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ns2:creationId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ns2:creationId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ns2:creationId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ns2:creationId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ns2:creationId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ns2:creationId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ns2:creationId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ns2:creationId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ns2:creationId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ns2:creationId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ns2:creationId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ns2:creationId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ns2:creationId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ns2:creationId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ns2:creationId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ns2:creationId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ns2:creationId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ns2:creationId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ns2:creationId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ns2:creationId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ns2:creationId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ns2:creationId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ns2:creationId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ns2:creationId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ns2:creationId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ns2:creationId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ns2:creationId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ns2:creationId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ns2:creationId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ns2:creationId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78068470"/>
      </p:ext>
    </p:extLst>
  </p:cSld>
  <p:clrMapOvr>
    <a:masterClrMapping/>
  </p:clrMapOvr>
</p:sld>
</file>

<file path=ppt/slides/slide19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ns2:creationId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ns2:creationId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ns2:creationId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ns2:creationId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ns4:useLocalDpi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ns2:creationId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ns2:creationId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ns2:creationId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ns2:creationId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ns2:creationId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ns2:creationId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ns2:creationId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ns2:creationId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ns2:creationId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ns2:creationId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ns2:creationId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ns2:creationId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ns2:creationId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ns2:creationId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ns2:creationId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ns2:creationId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ns2:creationId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ns2:creationId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ns2:creationId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ns2:creationId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ns2:creationId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ns2:creationId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ns2:creationId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ns2:creationId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ns2:creationId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ns2:creationId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ns2:creationId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ns2:creationId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ns2:creationId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ns2:creationId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ns2:creationId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ns2:creationId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ns2:creationId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ns2:creationId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ns2:creationId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ns2:creationId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ns2:creationId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ns2:creationId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ns2:creationId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ns2:creationId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ns2:creationId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ns2:creationId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ns2:creationId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ns2:creationId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ns2:creationId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ns2:creationId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ns2:creationId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ns2:creationId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ns2:creationId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ns2:creationId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ns2:creationId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ns2:creationId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ns2:creationId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ns2:creationId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ns2:creationId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ns2:creationId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ns2:creationId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252217716"/>
      </p:ext>
    </p:extLst>
  </p:cSld>
  <p:clrMapOvr>
    <a:masterClrMapping/>
  </p:clrMapOvr>
</p:sld>
</file>

<file path=ppt/slides/slide1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ns2:creationId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ns2:creationId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ns2:creationId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ns2:creationId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ns2:creationId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ns2:creationId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ns2:creationId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ns2:creationId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ns2:creationId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ns2:creationId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ns2:creationId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ns2:creationId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ns2:creationId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ns2:creationId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ns2:creationId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ns2:creationId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ns2:creationId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ns2:creationId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ns2:creationId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ns2:creationId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ns2:creationId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ns2:creationId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ns2:creationId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ns2:creationId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ns2:creationId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ns2:creationId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ns2:creationId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ns2:creationId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ns2:creationId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ns2:creationId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ns2:creationId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ns2:creationId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ns2:creationId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ns2:creationId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ns2:creationId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ns2:creationId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ns2:creationId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ns2:creationId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ns2:creationId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ns2:creationId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ns2:creationId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ns2:creationId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ns2:creationId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ns2:creationId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ns2:creationId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ns2:creationId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ns2:creationId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ns2:creationId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21604329"/>
      </p:ext>
    </p:extLst>
  </p:cSld>
  <p:clrMapOvr>
    <a:masterClrMapping/>
  </p:clrMapOvr>
</p:sld>
</file>

<file path=ppt/slides/slide1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ns2:creationId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ns2:creationId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ns2:creationId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ns2:creationId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ns2:creationId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ns2:creationId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ns2:creationId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ns2:creationId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ns2:creationId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ns2:creationId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ns2:creationId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ns2:creationId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ns2:creationId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ns2:creationId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ns2:creationId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ns2:creationId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ns2:creationId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ns2:creationId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ns2:creationId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ns2:creationId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ns2:creationId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ns2:creationId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ns2:creationId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ns2:creationId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ns2:creationId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ns2:creationId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ns2:creationId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ns2:creationId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ns2:creationId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ns2:creationId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ns2:creationId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ns2:creationId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ns2:creationId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ns2:creationId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ns2:creationId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ns2:creationId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ns2:creationId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ns2:creationId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ns2:creationId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ns2:creationId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ns2:creationId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ns2:creationId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ns2:creationId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ns2:creationId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ns2:creationId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ns2:creationId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ns2:creationId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ns2:creationId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ns2:creationId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ns2:creationId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ns2:creationId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ns2:creationId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ns2:creationId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48194868"/>
      </p:ext>
    </p:extLst>
  </p:cSld>
  <p:clrMapOvr>
    <a:masterClrMapping/>
  </p:clrMapOvr>
</p:sld>
</file>

<file path=ppt/slides/slide1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ns2:creationId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ns2:creationId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ns2:creationId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ns2:creationId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ns2:creationId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ns2:creationId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ns2:creationId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ns2:creationId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ns2:creationId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ns2:creationId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ns2:creationId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ns2:creationId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ns2:creationId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ns2:creationId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ns2:creationId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ns2:creationId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ns2:creationId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ns2:creationId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ns2:creationId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ns2:creationId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ns2:creationId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ns2:creationId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ns2:creationId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ns2:creationId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ns2:creationId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ns2:creationId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ns2:creationId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ns2:creationId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ns2:creationId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ns2:creationId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98499610"/>
      </p:ext>
    </p:extLst>
  </p:cSld>
  <p:clrMapOvr>
    <a:masterClrMapping/>
  </p:clrMapOvr>
</p:sld>
</file>

<file path=ppt/slides/slide19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ns2:creationId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ns2:creationId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ns2:creationId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ns2:creationId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ns2:creationId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ns2:creationId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ns2:creationId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ns2:creationId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ns2:creationId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ns2:creationId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ns2:creationId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ns2:creationId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ns2:creationId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ns2:creationId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ns2:creationId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ns2:creationId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ns2:creationId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ns2:creationId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ns2:creationId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ns2:creationId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ns2:creationId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ns2:creationId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ns2:creationId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ns2:creationId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ns2:creationId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ns2:creationId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ns2:creationId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ns2:creationId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ns2:creationId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ns2:creationId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ns2:creationId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ns2:creationId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ns2:creationId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ns2:creationId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ns2:creationId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ns2:creationId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ns2:creationId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ns2:creationId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742344116"/>
      </p:ext>
    </p:extLst>
  </p:cSld>
  <p:clrMapOvr>
    <a:masterClrMapping/>
  </p:clrMapOvr>
</p:sld>
</file>

<file path=ppt/slides/slide1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ns2:creationId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ns2:creationId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ns2:creationId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ns2:creationId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ns2:creationId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ns2:creationId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ns2:creationId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ns2:creationId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ns2:creationId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ns2:creationId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ns2:creationId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ns2:creationId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ns2:creationId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ns2:creationId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ns2:creationId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ns2:creationId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ns2:creationId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ns2:creationId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ns2:creationId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ns2:creationId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ns2:creationId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ns2:creationId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ns2:creationId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ns2:creationId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ns2:creationId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ns2:creationId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ns2:creationId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ns2:creationId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ns2:creationId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ns2:creationId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ns2:creationId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ns2:creationId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ns2:creationId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ns2:creationId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ns2:creationId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ns2:creationId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ns2:creationId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ns2:creationId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ns2:creationId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ns2:creationId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ns2:creationId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ns2:creationId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ns2:creationId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ns2:creationId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ns2:creationId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ns2:creationId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ns2:creationId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ns2:creationId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ns2:creationId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ns2:creationId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ns2:creationId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ns2:creationId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ns2:creationId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ns2:creationId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ns2:creationId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ns2:creationId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ns2:creationId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ns2:creationId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ns2:creationId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ns2:creationId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ns2:creationId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ns2:creationId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ns2:creationId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ns2:creationId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ns2:creationId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ns2:creationId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ns2:creationId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ns2:creationId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ns2:creationId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ns2:creationId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09263145"/>
      </p:ext>
    </p:extLst>
  </p:cSld>
  <p:clrMapOvr>
    <a:masterClrMapping/>
  </p:clrMapOvr>
</p:sld>
</file>

<file path=ppt/slides/slide1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ns2:creationId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ns2:creationId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ns2:creationId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ns2:creationId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ns2:creationId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ns2:creationId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ns2:creationId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ns2:creationId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ns2:creationId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ns2:creationId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ns2:creationId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ns2:creationId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ns2:creationId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ns2:creationId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ns2:creationId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ns2:creationId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ns2:creationId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ns2:creationId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ns2:creationId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25290535"/>
      </p:ext>
    </p:extLst>
  </p:cSld>
  <p:clrMapOvr>
    <a:masterClrMapping/>
  </p:clrMapOvr>
</p:sld>
</file>

<file path=ppt/slides/slide1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ns2:creationId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ns2:creationId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ns2:creationId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ns2:creationId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ns2:creationId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ns2:creationId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ns2:creationId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ns2:creationId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ns2:creationId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ns2:creationId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ns2:creationId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ns2:creationId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ns2:creationId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ns2:creationId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ns2:creationId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ns2:creationId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ns2:creationId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802351947"/>
      </p:ext>
    </p:extLst>
  </p:cSld>
  <p:clrMapOvr>
    <a:masterClrMapping/>
  </p:clrMapOvr>
</p:sld>
</file>

<file path=ppt/slides/slide2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ns2:creationId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ns2:creationId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ns2:creationId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ns2:creationId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ns2:creationId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ns2:creationId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ns2:creationId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ns2:creationId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ns2:creationId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ns2:creationId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ns2:creationId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ns2:creationId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ns2:creationId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ns2:creationId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ns2:creationId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ns2:creationId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ns2:creationId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ns2:creationId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ns2:creationId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ns2:creationId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ns2:creationId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ns2:creationId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ns2:creationId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ns2:creationId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ns2:creationId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ns2:creationId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ns2:creationId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ns2:creationId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ns2:creationId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29952903"/>
      </p:ext>
    </p:extLst>
  </p:cSld>
  <p:clrMapOvr>
    <a:masterClrMapping/>
  </p:clrMapOvr>
</p:sld>
</file>

<file path=ppt/slides/slide2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ns2:creationId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ns2:creationId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ns2:creationId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ns2:creationId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ns2:creationId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ns2:creationId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ns2:creationId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ns2:creationId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ns2:creationId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ns2:creationId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ns2:creationId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ns2:creationId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ns2:creationId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ns2:creationId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ns2:creationId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ns2:creationId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ns2:creationId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ns2:creationId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ns2:creationId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ns2:creationId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ns2:creationId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ns2:creationId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ns2:creationId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ns2:creationId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ns2:creationId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ns2:creationId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ns2:creationId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ns2:creationId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ns2:creationId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09439858"/>
      </p:ext>
    </p:extLst>
  </p:cSld>
  <p:clrMapOvr>
    <a:masterClrMapping/>
  </p:clrMapOvr>
</p:sld>
</file>

<file path=ppt/slides/slide2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ns2:creationId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ns2:creationId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ns2:creationId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ns2:creationId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ns2:creationId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ns2:creationId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ns2:creationId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ns2:creationId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ns2:creationId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ns2:creationId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ns2:creationId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ns2:creationId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ns2:creationId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ns2:creationId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ns2:creationId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ns2:creationId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ns2:creationId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ns2:creationId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ns2:creationId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ns2:creationId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ns2:creationId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ns2:creationId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ns2:creationId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ns2:creationId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ns2:creationId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ns2:creationId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ns2:creationId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ns2:creationId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ns2:creationId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ns2:creationId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ns2:creationId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ns2:creationId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ns2:creationId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ns2:creationId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ns2:creationId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ns2:creationId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ns2:creationId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ns2:creationId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ns2:creationId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ns2:creationId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ns2:creationId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ns2:creationId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88309763"/>
      </p:ext>
    </p:extLst>
  </p:cSld>
  <p:clrMapOvr>
    <a:masterClrMapping/>
  </p:clrMapOvr>
</p:sld>
</file>

<file path=ppt/slides/slide2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ns2:creationId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ns2:creationId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ns2:creationId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ns2:creationId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ns2:creationId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ns2:creationId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ns2:creationId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ns2:creationId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ns2:creationId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ns2:creationId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ns2:creationId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ns2:creationId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ns2:creationId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ns2:creationId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ns2:creationId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ns2:creationId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ns2:creationId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ns2:creationId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ns2:creationId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ns2:creationId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ns2:creationId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ns2:creationId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ns2:creationId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ns2:creationId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ns2:creationId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ns2:creationId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ns2:creationId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ns2:creationId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ns2:creationId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ns2:creationId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ns2:creationId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ns2:creationId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ns2:creationId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ns2:creationId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ns2:creationId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ns2:creationId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ns2:creationId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ns2:creationId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ns2:creationId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ns2:creationId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ns2:creationId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ns2:creationId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ns2:creationId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ns2:creationId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ns2:creationId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ns2:creationId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ns2:creationId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ns2:creationId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ns2:creationId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ns2:creationId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ns2:creationId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ns2:creationId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ns2:creationId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ns2:creationId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ns2:creationId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ns2:creationId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ns2:creationId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ns2:creationId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ns2:creationId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ns2:creationId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ns2:creationId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ns2:creationId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ns2:creationId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ns2:creationId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ns2:creationId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ns2:creationId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ns2:creationId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ns2:creationId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ns2:creationId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ns2:creationId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ns2:creationId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ns2:creationId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ns2:creationId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ns2:creationId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ns2:creationId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ns2:creationId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ns2:creationId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ns2:creationId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ns2:creationId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ns2:creationId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ns2:creationId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ns2:creationId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ns2:creationId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ns2:creationId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ns2:creationId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ns2:creationId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ns2:creationId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ns2:creationId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ns2:creationId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ns2:creationId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ns2:creationId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ns2:creationId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ns2:creationId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ns2:creationId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ns2:creationId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ns2:creationId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ns2:creationId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ns2:creationId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ns2:creationId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ns2:creationId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ns2:creationId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ns2:creationId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ns2:creationId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ns2:creationId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ns2:creationId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ns2:creationId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ns2:creationId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ns2:creationId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ns2:creationId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ns2:creationId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ns2:creationId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37048420"/>
      </p:ext>
    </p:extLst>
  </p:cSld>
  <p:clrMapOvr>
    <a:masterClrMapping/>
  </p:clrMapOvr>
</p:sld>
</file>

<file path=ppt/slides/slide2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ns2:creationId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ns2:creationId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ns2:creationId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ns2:creationId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ns2:creationId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ns2:creationId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ns2:creationId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ns2:creationId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ns2:creationId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ns2:creationId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ns2:creationId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ns2:creationId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ns2:creationId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ns2:creationId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ns2:creationId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ns2:creationId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ns2:creationId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ns2:creationId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ns2:creationId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ns2:creationId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ns2:creationId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ns2:creationId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ns2:creationId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ns2:creationId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ns2:creationId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ns2:creationId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ns2:creationId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ns2:creationId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ns2:creationId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ns2:creationId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ns2:creationId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ns2:creationId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ns2:creationId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ns2:creationId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ns2:creationId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ns2:creationId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ns2:creationId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ns2:creationId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ns2:creationId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ns2:creationId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ns2:creationId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ns2:creationId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ns2:creationId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ns2:creationId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ns2:creationId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ns2:creationId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ns2:creationId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ns2:creationId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ns2:creationId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ns2:creationId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ns2:creationId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ns2:creationId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ns2:creationId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ns2:creationId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ns2:creationId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ns2:creationId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ns2:creationId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ns2:creationId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ns2:creationId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ns2:creationId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ns2:creationId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ns2:creationId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ns2:creationId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ns2:creationId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ns2:creationId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ns2:creationId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ns2:creationId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ns2:creationId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ns2:creationId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ns2:creationId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ns2:creationId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ns2:creationId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ns2:creationId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ns2:creationId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ns2:creationId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ns2:creationId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ns2:creationId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ns2:creationId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ns2:creationId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ns2:creationId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ns2:creationId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ns2:creationId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ns2:creationId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ns2:creationId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ns2:creationId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ns2:creationId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ns2:creationId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540200681"/>
      </p:ext>
    </p:extLst>
  </p:cSld>
  <p:clrMapOvr>
    <a:masterClrMapping/>
  </p:clrMapOvr>
</p:sld>
</file>

<file path=ppt/slides/slide2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ns2:creationId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ns2:creationId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ns2:creationId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ns2:creationId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ns2:creationId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ns2:creationId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ns2:creationId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ns2:creationId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ns2:creationId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ns2:creationId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ns2:creationId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ns2:creationId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ns2:creationId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ns2:creationId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ns2:creationId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ns2:creationId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ns2:creationId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ns2:creationId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ns2:creationId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ns2:creationId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ns2:creationId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ns2:creationId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ns2:creationId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753454468"/>
      </p:ext>
    </p:extLst>
  </p:cSld>
  <p:clrMapOvr>
    <a:masterClrMapping/>
  </p:clrMapOvr>
</p:sld>
</file>

<file path=ppt/slides/slide2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ns2:creationId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ns2:creationId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ns2:creationId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2308540910"/>
      </p:ext>
    </p:extLst>
  </p:cSld>
  <p:clrMapOvr>
    <a:masterClrMapping/>
  </p:clrMapOvr>
</p:sld>
</file>

<file path=ppt/slides/slide20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ns2:creationId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ns2:creationId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ns2:creationId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ns2:creationId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ns2:creationId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ns2:creationId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ns2:creationId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ns2:creationId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ns2:creationId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ns2:creationId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ns2:creationId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ns2:creationId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ns2:creationId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ns2:creationId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ns2:creationId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ns2:creationId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ns2:creationId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ns2:creationId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ns2:creationId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ns2:creationId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ns2:creationId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ns2:creationId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ns2:creationId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ns2:creationId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ns2:creationId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ns2:creationId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ns2:creationId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ns2:creationId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ns2:creationId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ns2:creationId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ns2:creationId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ns2:creationId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ns2:creationId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ns2:creationId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ns2:creationId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ns2:creationId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ns2:creationId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ns2:creationId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ns2:creationId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ns2:creationId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ns2:creationId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ns2:creationId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ns2:creationId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ns2:creationId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ns2:creationId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ns2:creationId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ns2:creationId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ns2:creationId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623495689"/>
      </p:ext>
    </p:extLst>
  </p:cSld>
  <p:clrMapOvr>
    <a:masterClrMapping/>
  </p:clrMapOvr>
</p:sld>
</file>

<file path=ppt/slides/slide208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ns2:creationId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ns2:creationId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ns2:creationId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ns2:creationId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ns2:creationId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ns2:creationId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ns2:creationId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ns2:creationId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ns2:creationId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ns2:creationId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ns2:creationId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ns2:creationId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ns2:creationId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ns2:creationId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ns2:creationId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ns2:creationId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ns2:creationId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ns2:creationId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ns2:creationId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ns2:creationId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ns2:creationId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ns2:creationId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ns2:creationId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ns2:creationId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ns2:creationId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ns2:creationId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ns5:chart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ns2:creationId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ns2:creationId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ns2:creationId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ns2:creationId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ns2:creationId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ns2:creationId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ns2:creationId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ns2:creationId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ns2:creationId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ns2:creationId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ns2:creationId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ns2:creationId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ns2:creationId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ns2:creationId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ns2:creationId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ns2:creationId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ns2:creationId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ns2:creationId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ns2:creationId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ns2:creationId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ns2:creationId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ns2:creationId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ns2:creationId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ns2:creationId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ns2:creationId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ns2:creationId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ns2:creationId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ns2:creationId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ns2:creationId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ns2:creationId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ns2:creationId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ns2:creationId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ns2:creationId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ns2:creationId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ns2:creationId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ns2:creationId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ns2:creationId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ns2:creationId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ns2:creationId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1364434863"/>
      </p:ext>
    </p:extLst>
  </p:cSld>
  <p:clrMapOvr>
    <a:masterClrMapping/>
  </p:clrMapOvr>
</p:sld>
</file>

<file path=ppt/slides/slide2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ns2:creationId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ns2:creationId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ns2:creationId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114077300"/>
      </p:ext>
    </p:extLst>
  </p:cSld>
  <p:clrMapOvr>
    <a:masterClrMapping/>
  </p:clrMapOvr>
</p:sld>
</file>

<file path=ppt/slides/slide2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ns2:creationId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ns2:creationId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ns2:creationId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ns2:creationId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ns2:creationId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ns2:creationId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ns2:creationId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ns2:creationId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ns2:creationId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ns2:creationId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ns2:creationId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ns2:creationId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ns2:creationId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ns2:creationId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ns2:creationId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ns2:creationId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ns2:creationId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ns2:creationId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ns2:creationId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ns2:creationId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ns2:creationId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ns2:creationId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ns2:creationId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ns2:creationId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ns2:creationId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ns2:creationId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ns2:creationId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ns2:creationId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ns2:creationId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ns2:creationId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ns2:creationId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ns2:creationId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ns2:creationId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ns2:creationId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ns2:creationId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ns2:creationId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ns2:creationId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ns2:creationId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ns2:creationId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ns2:creationId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ns2:creationId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ns2:creationId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ns2:creationId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ns2:creationId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ns2:creationId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ns2:creationId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ns2:creationId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ns2:creationId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ns2:creationId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ns2:creationId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ns2:creationId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ns2:creationId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ns2:creationId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ns2:creationId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1131353388"/>
      </p:ext>
    </p:extLst>
  </p:cSld>
  <p:clrMapOvr>
    <a:masterClrMapping/>
  </p:clrMapOvr>
</p:sld>
</file>

<file path=ppt/slides/slide2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ns2:creationId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ns2:creationId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ns2:creationId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ns2:creationId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ns2:creationId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ns2:creationId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ns2:creationId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ns2:creationId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ns2:creationId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ns2:creationId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ns2:creationId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ns2:creationId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ns2:creationId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ns2:creationId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ns2:creationId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ns2:creationId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ns2:creationId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ns2:creationId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ns2:creationId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ns2:creationId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ns2:creationId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ns2:creationId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ns2:creationId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ns2:creationId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ns2:creationId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ns2:creationId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ns2:creationId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ns2:creationId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ns2:creationId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ns2:creationId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ns2:creationId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ns2:creationId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ns2:creationId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ns2:creationId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ns2:creationId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ns2:creationId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ns2:creationId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ns2:creationId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ns2:creationId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ns2:creationId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ns2:creationId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ns2:creationId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ns2:creationId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ns2:creationId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ns2:creationId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ns2:creationId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ns2:creationId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ns2:creationId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ns2:creationId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ns2:creationId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ns2:creationId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ns2:creationId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ns2:creationId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ns2:creationId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ns2:creationId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ns2:creationId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ns2:creationId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ns2:creationId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ns2:creationId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ns2:creationId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ns2:creationId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ns2:creationId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ns2:creationId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ns2:creationId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ns2:creationId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ns2:creationId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ns2:creationId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575223170"/>
      </p:ext>
    </p:extLst>
  </p:cSld>
  <p:clrMapOvr>
    <a:masterClrMapping/>
  </p:clrMapOvr>
</p:sld>
</file>

<file path=ppt/slides/slide2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ns2:creationId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ns2:creationId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ns2:creationId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ns2:creationId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ns2:creationId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ns2:creationId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ns2:creationId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ns2:creationId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ns2:creationId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ns2:creationId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ns2:creationId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ns2:creationId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ns2:creationId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ns2:creationId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ns2:creationId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ns2:creationId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ns2:creationId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ns2:creationId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ns2:creationId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ns2:creationId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ns2:creationId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ns2:creationId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ns2:creationId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ns2:creationId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ns2:creationId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ns2:creationId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ns2:creationId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ns2:creationId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ns2:creationId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ns2:creationId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ns2:creationId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ns2:creationId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ns2:creationId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ns2:creationId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ns2:creationId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ns2:creationId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ns2:creationId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ns2:creationId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ns2:creationId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ns2:creationId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ns2:creationId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ns2:creationId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ns2:creationId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ns2:creationId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637866262"/>
      </p:ext>
    </p:extLst>
  </p:cSld>
  <p:clrMapOvr>
    <a:masterClrMapping/>
  </p:clrMapOvr>
</p:sld>
</file>

<file path=ppt/slides/slide2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ns2:creationId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ns2:creationId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ns2:creationId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ns2:creationId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ns2:creationId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ns2:creationId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ns2:creationId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ns2:creationId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ns2:creationId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ns2:creationId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ns2:creationId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ns2:creationId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ns2:creationId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ns2:creationId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ns2:creationId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ns2:creationId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ns2:creationId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ns2:creationId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ns2:creationId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ns2:creationId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ns2:creationId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ns2:creationId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ns2:creationId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ns2:creationId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ns2:creationId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ns2:creationId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ns2:creationId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ns2:creationId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ns2:creationId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53376031"/>
      </p:ext>
    </p:extLst>
  </p:cSld>
  <p:clrMapOvr>
    <a:masterClrMapping/>
  </p:clrMapOvr>
</p:sld>
</file>

<file path=ppt/slides/slide2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ns2:creationId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ns2:creationId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ns2:creationId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318008155"/>
      </p:ext>
    </p:extLst>
  </p:cSld>
  <p:clrMapOvr>
    <a:masterClrMapping/>
  </p:clrMapOvr>
</p:sld>
</file>

<file path=ppt/slides/slide2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ns2:creationId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ns2:creationId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ns2:creationId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ns2:creationId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ns2:creationId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ns2:creationId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ns2:creationId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ns2:creationId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ns2:creationId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ns2:creationId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ns2:creationId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ns2:creationId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ns2:creationId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ns2:creationId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ns2:creationId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ns2:creationId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ns2:creationId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ns2:creationId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ns2:creationId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ns2:creationId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ns2:creationId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ns2:creationId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ns2:creationId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ns2:creationId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ns2:creationId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ns2:creationId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ns2:creationId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ns2:creationId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ns2:creationId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ns2:creationId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ns2:creationId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ns2:creationId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ns2:creationId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ns2:creationId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ns2:creationId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ns2:creationId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ns2:creationId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ns2:creationId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ns2:creationId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ns2:creationId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ns2:creationId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ns2:creationId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ns2:creationId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39101472"/>
      </p:ext>
    </p:extLst>
  </p:cSld>
  <p:clrMapOvr>
    <a:masterClrMapping/>
  </p:clrMapOvr>
</p:sld>
</file>

<file path=ppt/slides/slide2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ns2:creationId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ns2:creationId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ns2:creationId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ns2:creationId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ns2:creationId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ns2:creationId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ns2:creationId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ns2:creationId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ns2:creationId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ns2:creationId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ns2:creationId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ns2:creationId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ns2:creationId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ns2:creationId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ns2:creationId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ns2:creationId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ns2:creationId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ns2:creationId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ns2:creationId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ns2:creationId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ns2:creationId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ns2:creationId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ns2:creationId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ns2:creationId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18489901"/>
      </p:ext>
    </p:extLst>
  </p:cSld>
  <p:clrMapOvr>
    <a:masterClrMapping/>
  </p:clrMapOvr>
</p:sld>
</file>

<file path=ppt/slides/slide2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ns2:creationId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ns2:creationId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ns2:creationId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ns2:creationId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ns2:creationId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876650554"/>
      </p:ext>
    </p:extLst>
  </p:cSld>
  <p:clrMapOvr>
    <a:masterClrMapping/>
  </p:clrMapOvr>
</p:sld>
</file>

<file path=ppt/slides/slide2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ns2:creationId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ns2:creationId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ns2:creationId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ns2:creationId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ns2:creationId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ns2:creationId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ns2:creationId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ns2:creationId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ns2:creationId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ns2:creationId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ns2:creationId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ns2:creationId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ns2:creationId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ns2:creationId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ns2:creationId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ns2:creationId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ns2:creationId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ns2:creationId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ns2:creationId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ns2:creationId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ns2:creationId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90968307"/>
      </p:ext>
    </p:extLst>
  </p:cSld>
  <p:clrMapOvr>
    <a:masterClrMapping/>
  </p:clrMapOvr>
</p:sld>
</file>

<file path=ppt/slides/slide21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ns2:creationId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ns2:creationId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ns2:creationId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ns2:creationId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ns2:creationId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ns2:creationId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ns2:creationId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ns2:creationId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ns2:creationId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ns2:creationId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ns2:creationId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ns2:creationId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ns2:creationId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ns2:creationId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ns2:creationId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ns2:creationId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ns2:creationId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ns2:creationId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ns2:creationId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ns2:creationId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ns2:creationId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ns2:creationId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ns2:creationId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ns2:creationId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ns2:creationId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ns2:creationId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ns2:creationId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ns2:creationId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ns2:creationId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ns2:creationId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ns2:creationId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ns2:creationId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ns2:creationId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ns2:creationId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ns2:creationId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ns5:chart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ns2:creationId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ns2:creationId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ns2:creationId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ns2:creationId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ns2:creationId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ns2:creationId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ns2:creationId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ns2:creationId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ns2:creationId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ns2:creationId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ns2:creationId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ns2:creationId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ns2:creationId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ns2:creationId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ns2:creationId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ns2:creationId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ns2:creationId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ns2:creationId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ns2:creationId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ns2:creationId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ns2:creationId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ns2:creationId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ns2:creationId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ns2:creationId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ns2:creationId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ns2:creationId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ns2:creationId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ns2:creationId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ns2:creationId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ns2:creationId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ns2:creationId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ns2:creationId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ns2:creationId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6:creationId val="740766644"/>
      </p:ext>
    </p:extLst>
  </p:cSld>
  <p:clrMapOvr>
    <a:masterClrMapping/>
  </p:clrMapOvr>
</p:sld>
</file>

<file path=ppt/slides/slide2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05660929"/>
      </p:ext>
    </p:extLst>
  </p:cSld>
  <p:clrMapOvr>
    <a:masterClrMapping/>
  </p:clrMapOvr>
</p:sld>
</file>

<file path=ppt/slides/slide22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39764327"/>
      </p:ext>
    </p:extLst>
  </p:cSld>
  <p:clrMapOvr>
    <a:masterClrMapping/>
  </p:clrMapOvr>
</p:sld>
</file>

<file path=ppt/slides/slide2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53917355"/>
      </p:ext>
    </p:extLst>
  </p:cSld>
  <p:clrMapOvr>
    <a:masterClrMapping/>
  </p:clrMapOvr>
</p:sld>
</file>

<file path=ppt/slides/slide2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453059364"/>
      </p:ext>
    </p:extLst>
  </p:cSld>
  <p:clrMapOvr>
    <a:masterClrMapping/>
  </p:clrMapOvr>
</p:sld>
</file>

<file path=ppt/slides/slide2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ns2:creationId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ns2:creationId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ns2:creationId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ns2:creationId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ns2:creationId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ns2:creationId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ns2:creationId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ns2:creationId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ns2:creationId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ns2:creationId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ns2:creationId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ns2:creationId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ns2:creationId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ns2:creationId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ns2:creationId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ns2:creationId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ns2:creationId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ns2:creationId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ns2:creationId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ns2:creationId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ns2:creationId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ns2:creationId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ns2:creationId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ns2:creationId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ns2:creationId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ns2:creationId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ns2:creationId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ns2:creationId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ns2:creationId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ns2:creationId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ns2:creationId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ns2:creationId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ns2:creationId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ns2:creationId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ns2:creationId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ns2:creationId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ns2:creationId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ns2:creationId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ns2:creationId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ns2:creationId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ns2:creationId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ns2:creationId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ns2:creationId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ns2:creationId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ns2:creationId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ns2:creationId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ns2:creationId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ns2:creationId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ns2:creationId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ns2:creationId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ns2:creationId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ns2:creationId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ns2:creationId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ns2:creationId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ns2:creationId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ns2:creationId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ns2:creationId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ns2:creationId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ns2:creationId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ns2:creationId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ns2:creationId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ns2:creationId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ns2:creationId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ns2:creationId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ns2:creationId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ns2:creationId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ns2:creationId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ns2:creationId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ns2:creationId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ns2:creationId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ns2:creationId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ns2:creationId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ns2:creationId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ns2:creationId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ns2:creationId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ns2:creationId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ns2:creationId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ns2:creationId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ns2:creationId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ns2:creationId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ns2:creationId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ns2:creationId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ns2:creationId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ns2:creationId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ns2:creationId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ns2:creationId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ns2:creationId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ns2:creationId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ns2:creationId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ns2:creationId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ns2:creationId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ns2:creationId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ns2:creationId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ns2:creationId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ns2:creationId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ns2:creationId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ns2:creationId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ns2:creationId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ns2:creationId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ns2:creationId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ns2:creationId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ns2:creationId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ns2:creationId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ns2:creationId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ns2:creationId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ns2:creationId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ns2:creationId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ns2:creationId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ns2:creationId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ns2:creationId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ns2:creationId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ns2:creationId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ns2:creationId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ns2:creationId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ns2:creationId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ns2:creationId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ns2:creationId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ns2:creationId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ns2:creationId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ns2:creationId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ns2:creationId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ns2:creationId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ns2:creationId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ns2:creationId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ns2:creationId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ns2:creationId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ns2:creationId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ns2:creationId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ns2:creationId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ns2:creationId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ns2:creationId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ns2:creationId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ns2:creationId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ns2:creationId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ns2:creationId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ns2:creationId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ns2:creationId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ns2:creationId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ns2:creationId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ns2:creationId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ns2:creationId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ns2:creationId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ns2:creationId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ns2:creationId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ns2:creationId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ns2:creationId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ns2:creationId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ns2:creationId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ns2:creationId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ns2:creationId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ns2:creationId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ns2:creationId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ns2:creationId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ns2:creationId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ns2:creationId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ns2:creationId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ns2:creationId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ns2:creationId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ns2:creationId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ns2:creationId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ns2:creationId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ns2:creationId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ns2:creationId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ns2:creationId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ns2:creationId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ns2:creationId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ns2:creationId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ns2:creationId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ns2:creationId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ns2:creationId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ns2:creationId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ns2:creationId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ns2:creationId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ns2:creationId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ns2:creationId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ns2:creationId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ns2:creationId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ns2:creationId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ns2:creationId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ns2:creationId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ns2:creationId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ns2:creationId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ns2:creationId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ns2:creationId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ns2:creationId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ns2:creationId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ns2:creationId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ns2:creationId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ns2:creationId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ns2:creationId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ns2:creationId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ns2:creationId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ns2:creationId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ns2:creationId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ns2:creationId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ns2:creationId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ns2:creationId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ns2:creationId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ns2:creationId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ns2:creationId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ns2:creationId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ns2:creationId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ns2:creationId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ns2:creationId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ns2:creationId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ns2:creationId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ns2:creationId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ns2:creationId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ns2:creationId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ns2:creationId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ns2:creationId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ns2:creationId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ns2:creationId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ns2:creationId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ns2:creationId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ns2:creationId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ns2:creationId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ns2:creationId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ns2:creationId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ns2:creationId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ns2:creationId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ns2:creationId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ns2:creationId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ns2:creationId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ns2:creationId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ns2:creationId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ns2:creationId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ns2:creationId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ns2:creationId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ns2:creationId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ns2:creationId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ns2:creationId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ns2:creationId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ns2:creationId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ns2:creationId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ns2:creationId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ns2:creationId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ns2:creationId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ns2:creationId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ns2:creationId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ns2:creationId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ns2:creationId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ns2:creationId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ns2:creationId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ns2:creationId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ns2:creationId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ns2:creationId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ns2:creationId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ns2:creationId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ns2:creationId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ns2:creationId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ns2:creationId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ns2:creationId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ns2:creationId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ns2:creationId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ns2:creationId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ns2:creationId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ns2:creationId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ns2:creationId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ns2:creationId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ns2:creationId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ns2:creationId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ns2:creationId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ns2:creationId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ns2:creationId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ns2:creationId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ns2:creationId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ns2:creationId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ns2:creationId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ns2:creationId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ns2:creationId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ns2:creationId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ns2:creationId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ns2:creationId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ns2:creationId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ns2:creationId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ns2:creationId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ns2:creationId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ns2:creationId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ns2:creationId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ns2:creationId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ns2:creationId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ns2:creationId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ns2:creationId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ns2:creationId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ns2:creationId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ns2:creationId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ns2:creationId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ns2:creationId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ns2:creationId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ns2:creationId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ns2:creationId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ns2:creationId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ns2:creationId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ns2:creationId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ns2:creationId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ns2:creationId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ns2:creationId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ns2:creationId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ns2:creationId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ns2:creationId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ns2:creationId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ns2:creationId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ns2:creationId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ns2:creationId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ns2:creationId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ns2:creationId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ns2:creationId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ns2:creationId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ns2:creationId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ns2:creationId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ns2:creationId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ns2:creationId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ns2:creationId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ns2:creationId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ns2:creationId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ns2:creationId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ns2:creationId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ns2:creationId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ns2:creationId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ns2:creationId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ns2:creationId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ns2:creationId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ns2:creationId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ns2:creationId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ns2:creationId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ns2:creationId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ns2:creationId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ns2:creationId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ns2:creationId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ns2:creationId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ns2:creationId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ns2:creationId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ns2:creationId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ns2:creationId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ns2:creationId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ns2:creationId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ns2:creationId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ns2:creationId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ns2:creationId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ns2:creationId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ns2:creationId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ns2:creationId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ns2:creationId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ns2:creationId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ns2:creationId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ns2:creationId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ns2:creationId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ns2:creationId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ns2:creationId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ns2:creationId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ns2:creationId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ns2:creationId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ns2:creationId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ns2:creationId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ns2:creationId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ns2:creationId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ns2:creationId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ns2:creationId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ns2:creationId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ns2:creationId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ns2:creationId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ns2:creationId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ns2:creationId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ns2:creationId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ns2:creationId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ns2:creationId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ns2:creationId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ns2:creationId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ns2:creationId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ns2:creationId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ns2:creationId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ns2:creationId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ns2:creationId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ns2:creationId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ns2:creationId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ns2:creationId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ns2:creationId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ns2:creationId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ns2:creationId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ns2:creationId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ns2:creationId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ns2:creationId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ns2:creationId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ns2:creationId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ns2:creationId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ns2:creationId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ns2:creationId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ns2:creationId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ns2:creationId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ns2:creationId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ns2:creationId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ns2:creationId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ns2:creationId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ns2:creationId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ns2:creationId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ns2:creationId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ns2:creationId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ns2:creationId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ns2:creationId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ns2:creationId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ns2:creationId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ns2:creationId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ns2:creationId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ns2:creationId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ns2:creationId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ns2:creationId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ns2:creationId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ns2:creationId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ns2:creationId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ns2:creationId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ns2:creationId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ns2:creationId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ns2:creationId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ns2:creationId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ns2:creationId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ns2:creationId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ns2:creationId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ns2:creationId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ns2:creationId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ns2:creationId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ns2:creationId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ns2:creationId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ns2:creationId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ns2:creationId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ns2:creationId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ns2:creationId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ns2:creationId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ns2:creationId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ns2:creationId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ns2:creationId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ns2:creationId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ns2:creationId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ns2:creationId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ns2:creationId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ns2:creationId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ns2:creationId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ns2:creationId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ns2:creationId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ns2:creationId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ns2:creationId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ns2:creationId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ns2:creationId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ns2:creationId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ns2:creationId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ns5:creationId val="2005861464"/>
      </p:ext>
    </p:extLst>
  </p:cSld>
  <p:clrMapOvr>
    <a:masterClrMapping/>
  </p:clrMapOvr>
</p:sld>
</file>

<file path=ppt/slides/slide22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ns2:creationId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ns2:creationId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ns2:creationId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ns2:creationId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ns2:creationId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ns2:creationId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ns2:creationId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ns2:creationId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ns2:creationId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ns2:creationId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ns2:creationId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ns2:creationId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ns2:creationId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ns2:creationId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ns2:creationId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ns2:creationId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ns2:creationId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ns2:creationId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ns2:creationId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ns2:creationId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ns2:creationId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ns2:creationId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ns2:creationId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ns2:creationId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ns2:creationId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ns2:creationId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ns2:creationId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ns2:creationId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ns2:creationId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ns2:creationId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ns2:creationId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ns2:creationId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ns2:creationId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ns2:creationId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ns2:creationId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ns2:creationId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ns2:creationId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ns2:creationId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ns2:creationId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ns2:creationId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ns2:creationId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ns2:creationId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ns2:creationId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ns2:creationId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ns2:creationId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ns2:creationId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ns2:creationId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ns2:creationId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ns2:creationId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ns2:creationId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ns2:creationId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ns2:creationId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ns2:creationId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ns2:creationId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ns2:creationId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ns2:creationId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ns2:creationId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ns2:creationId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ns2:creationId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ns2:creationId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ns2:creationId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ns2:creationId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ns2:creationId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ns2:creationId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ns2:creationId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ns2:creationId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ns2:creationId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ns2:creationId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ns2:creationId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ns2:creationId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ns2:creationId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ns2:creationId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ns2:creationId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ns2:creationId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ns2:creationId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ns2:creationId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ns2:creationId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ns2:creationId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ns2:creationId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ns2:creationId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ns2:creationId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ns2:creationId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ns2:creationId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ns2:creationId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ns2:creationId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ns2:creationId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ns2:creationId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ns2:creationId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ns2:creationId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ns2:creationId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ns2:creationId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ns2:creationId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ns2:creationId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ns2:creationId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ns2:creationId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ns2:creationId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ns2:creationId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ns2:creationId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ns2:creationId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ns2:creationId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ns2:creationId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ns2:creationId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ns2:creationId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ns2:creationId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ns2:creationId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ns2:creationId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ns2:creationId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ns2:creationId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ns2:creationId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ns2:creationId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ns2:creationId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ns2:creationId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ns2:creationId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ns2:creationId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ns2:creationId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ns2:creationId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ns2:creationId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ns2:creationId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ns2:creationId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ns2:creationId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ns2:creationId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ns2:creationId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ns2:creationId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ns2:creationId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ns2:creationId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ns2:creationId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ns2:creationId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ns2:creationId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ns2:creationId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ns2:creationId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ns2:creationId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ns2:creationId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ns2:creationId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ns2:creationId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ns2:creationId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ns2:creationId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ns2:creationId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ns2:creationId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ns2:creationId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ns2:creationId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ns2:creationId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ns2:creationId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ns2:creationId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ns2:creationId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ns2:creationId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ns2:creationId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ns2:creationId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ns2:creationId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ns2:creationId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ns2:creationId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ns2:creationId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ns2:creationId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ns2:creationId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ns2:creationId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ns2:creationId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ns2:creationId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ns2:creationId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ns2:creationId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ns2:creationId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ns2:creationId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ns2:creationId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ns2:creationId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ns2:creationId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ns2:creationId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ns2:creationId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ns2:creationId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ns2:creationId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ns2:creationId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ns2:creationId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ns2:creationId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ns2:creationId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ns2:creationId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ns2:creationId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ns2:creationId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ns2:creationId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ns2:creationId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ns2:creationId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ns2:creationId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ns2:creationId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ns2:creationId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ns2:creationId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ns2:creationId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ns2:creationId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ns2:creationId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ns2:creationId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ns2:creationId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ns2:creationId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ns2:creationId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ns2:creationId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ns2:creationId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ns2:creationId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ns2:creationId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ns2:creationId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ns2:creationId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ns2:creationId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ns2:creationId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ns2:creationId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ns2:creationId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ns2:creationId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ns2:creationId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ns2:creationId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ns2:creationId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ns2:creationId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ns2:creationId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ns2:creationId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ns2:creationId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ns2:creationId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ns2:creationId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ns2:creationId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ns2:creationId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ns2:creationId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ns2:creationId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ns2:creationId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ns2:creationId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ns2:creationId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ns2:creationId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ns2:creationId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ns2:creationId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ns2:creationId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ns2:creationId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ns2:creationId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ns2:creationId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ns2:creationId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ns2:creationId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ns2:creationId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ns2:creationId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ns2:creationId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ns2:creationId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ns2:creationId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ns2:creationId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ns2:creationId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ns2:creationId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ns2:creationId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ns2:creationId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ns2:creationId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ns2:creationId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ns2:creationId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ns2:creationId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ns2:creationId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ns2:creationId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ns2:creationId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ns2:creationId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ns2:creationId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ns2:creationId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ns2:creationId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ns2:creationId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ns2:creationId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ns2:creationId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ns2:creationId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ns2:creationId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ns2:creationId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ns2:creationId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ns2:creationId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ns2:creationId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ns2:creationId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ns2:creationId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ns2:creationId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ns2:creationId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2905923048"/>
      </p:ext>
    </p:extLst>
  </p:cSld>
  <p:clrMapOvr>
    <a:masterClrMapping/>
  </p:clrMapOvr>
</p:sld>
</file>

<file path=ppt/slides/slide22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ns2:creationId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ns2:creationId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ns2:creationId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ns2:creationId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ns2:creationId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ns2:creationId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ns2:creationId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ns2:creationId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ns2:creationId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ns2:creationId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ns2:creationId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ns2:creationId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ns2:creationId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ns2:creationId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ns2:creationId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ns2:creationId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ns2:creationId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ns2:creationId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ns2:creationId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ns2:creationId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ns2:creationId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ns2:creationId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ns2:creationId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ns2:creationId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ns2:creationId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ns2:creationId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ns2:creationId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ns2:creationId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ns2:creationId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ns2:creationId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ns2:creationId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ns2:creationId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ns2:creationId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ns2:creationId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ns2:creationId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ns2:creationId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ns2:creationId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ns2:creationId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ns2:creationId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ns2:creationId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ns2:creationId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ns2:creationId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ns2:creationId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ns2:creationId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ns2:creationId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ns2:creationId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ns2:creationId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ns2:creationId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ns2:creationId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ns2:creationId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ns2:creationId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ns2:creationId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ns2:creationId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ns2:creationId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ns2:creationId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ns2:creationId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ns2:creationId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ns2:creationId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ns2:creationId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ns2:creationId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ns2:creationId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ns2:creationId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ns2:creationId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ns2:creationId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ns2:creationId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ns2:creationId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ns2:creationId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ns2:creationId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ns2:creationId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ns2:creationId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ns2:creationId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ns2:creationId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ns2:creationId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ns2:creationId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ns2:creationId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ns2:creationId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ns2:creationId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ns2:creationId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ns2:creationId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ns2:creationId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ns2:creationId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ns2:creationId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ns2:creationId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ns2:creationId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ns2:creationId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ns2:creationId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ns2:creationId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ns2:creationId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ns2:creationId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ns2:creationId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ns2:creationId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ns2:creationId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ns2:creationId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ns2:creationId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ns2:creationId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ns2:creationId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ns2:creationId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ns2:creationId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ns2:creationId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ns2:creationId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ns2:creationId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ns2:creationId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ns2:creationId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ns2:creationId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ns2:creationId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ns2:creationId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ns2:creationId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ns2:creationId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ns2:creationId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ns2:creationId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ns2:creationId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ns2:creationId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ns2:creationId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ns2:creationId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ns2:creationId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ns2:creationId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ns2:creationId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ns2:creationId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ns2:creationId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ns2:creationId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ns2:creationId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ns2:creationId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ns2:creationId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ns2:creationId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ns2:creationId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ns2:creationId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ns2:creationId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ns2:creationId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ns2:creationId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ns2:creationId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ns2:creationId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ns2:creationId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ns2:creationId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ns2:creationId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ns2:creationId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ns2:creationId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ns2:creationId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ns2:creationId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ns2:creationId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ns2:creationId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ns2:creationId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ns2:creationId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ns2:creationId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ns2:creationId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ns2:creationId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ns2:creationId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ns2:creationId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ns2:creationId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ns2:creationId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ns2:creationId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ns2:creationId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ns2:creationId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ns2:creationId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ns2:creationId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ns2:creationId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ns2:creationId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ns2:creationId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ns2:creationId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ns2:creationId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ns2:creationId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ns2:creationId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ns2:creationId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ns2:creationId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ns2:creationId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ns2:creationId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ns2:creationId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ns2:creationId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ns2:creationId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ns2:creationId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ns2:creationId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ns2:creationId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ns2:creationId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ns2:creationId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ns2:creationId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ns2:creationId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ns2:creationId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ns2:creationId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ns2:creationId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ns2:creationId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ns2:creationId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ns2:creationId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ns2:creationId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ns2:creationId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ns2:creationId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ns2:creationId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ns2:creationId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ns2:creationId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ns2:creationId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ns2:creationId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ns2:creationId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ns2:creationId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ns2:creationId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ns2:creationId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ns2:creationId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ns2:creationId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ns2:creationId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ns2:creationId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ns2:creationId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ns2:creationId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ns2:creationId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ns2:creationId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ns2:creationId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ns2:creationId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ns2:creationId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ns2:creationId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ns2:creationId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ns2:creationId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ns2:creationId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ns2:creationId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ns2:creationId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ns2:creationId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ns2:creationId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ns2:creationId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ns2:creationId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ns2:creationId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ns2:creationId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ns2:creationId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ns2:creationId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ns2:creationId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ns2:creationId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ns2:creationId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ns2:creationId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ns2:creationId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ns2:creationId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ns2:creationId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ns2:creationId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ns2:creationId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ns2:creationId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ns2:creationId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ns2:creationId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ns2:creationId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ns2:creationId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ns2:creationId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ns2:creationId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3:creationId val="4089537275"/>
      </p:ext>
    </p:extLst>
  </p:cSld>
  <p:clrMapOvr>
    <a:masterClrMapping/>
  </p:clrMapOvr>
</p:sld>
</file>

<file path=ppt/slides/slide22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ns2:creationId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ns2:creationId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ns2:creationId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ns2:creationId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ns2:creationId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ns2:creationId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ns2:creationId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ns2:creationId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ns2:creationId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ns2:creationId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ns2:creationId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ns2:creationId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ns2:creationId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ns2:creationId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ns2:creationId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ns2:creationId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ns2:creationId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ns2:creationId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ns2:creationId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ns2:creationId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ns2:creationId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ns2:creationId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ns2:creationId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ns2:creationId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ns2:creationId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ns2:creationId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ns2:creationId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ns2:creationId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ns2:creationId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ns2:creationId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ns2:creationId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ns2:creationId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ns2:creationId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ns2:creationId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ns2:creationId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ns2:creationId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ns2:creationId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ns2:creationId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ns2:creationId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ns2:creationId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ns2:creationId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ns2:creationId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ns2:creationId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ns2:creationId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ns2:creationId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ns2:creationId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ns2:creationId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ns2:creationId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ns2:creationId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ns2:creationId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ns2:creationId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ns2:creationId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ns2:creationId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ns2:creationId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ns2:creationId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ns2:creationId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ns2:creationId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ns2:creationId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ns2:creationId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ns2:creationId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ns2:creationId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ns2:creationId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ns2:creationId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ns2:creationId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ns2:creationId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ns2:creationId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ns2:creationId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ns2:creationId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ns2:creationId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ns2:creationId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ns2:creationId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ns2:creationId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ns2:creationId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ns2:creationId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ns2:creationId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ns2:creationId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ns2:creationId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ns2:creationId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ns2:creationId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ns2:creationId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ns2:creationId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ns2:creationId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ns2:creationId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ns2:creationId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ns2:creationId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ns2:creationId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ns2:creationId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ns2:creationId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ns2:creationId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ns2:creationId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ns2:creationId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ns2:creationId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ns2:creationId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ns2:creationId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ns2:creationId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ns2:creationId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ns2:creationId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ns2:creationId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ns2:creationId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ns2:creationId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ns2:creationId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ns2:creationId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ns2:creationId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ns2:creationId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ns2:creationId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ns2:creationId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ns2:creationId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ns2:creationId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ns2:creationId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ns2:creationId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ns2:creationId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ns2:creationId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ns2:creationId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ns2:creationId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ns2:creationId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ns2:creationId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ns2:creationId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ns2:creationId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ns2:creationId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ns2:creationId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ns2:creationId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ns2:creationId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ns2:creationId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ns2:creationId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ns2:creationId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ns2:creationId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ns2:creationId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ns2:creationId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ns2:creationId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ns2:creationId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ns2:creationId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ns2:creationId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ns2:creationId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ns2:creationId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ns2:creationId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ns2:creationId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ns2:creationId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ns2:creationId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ns2:creationId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ns2:creationId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ns2:creationId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ns2:creationId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ns2:creationId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ns2:creationId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ns2:creationId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ns2:creationId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ns2:creationId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ns2:creationId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ns2:creationId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ns2:creationId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ns2:creationId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ns2:creationId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ns2:creationId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ns2:creationId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ns2:creationId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ns2:creationId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ns2:creationId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ns2:creationId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ns2:creationId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ns2:creationId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ns2:creationId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ns2:creationId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ns2:creationId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ns2:creationId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ns2:creationId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ns2:creationId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ns2:creationId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ns2:creationId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ns2:creationId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ns2:creationId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ns2:creationId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ns2:creationId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3:creationId val="3940781347"/>
      </p:ext>
    </p:extLst>
  </p:cSld>
  <p:clrMapOvr>
    <a:masterClrMapping/>
  </p:clrMapOvr>
</p:sld>
</file>

<file path=ppt/slides/slide22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ns2:creationId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ns2:creationId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ns2:creationId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ns2:creationId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ns2:creationId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ns2:creationId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ns2:creationId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ns2:creationId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ns2:creationId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ns2:creationId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ns2:creationId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ns2:creationId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ns2:creationId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ns2:creationId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ns2:creationId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ns2:creationId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ns2:creationId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ns2:creationId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ns2:creationId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ns2:creationId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ns2:creationId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ns2:creationId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ns2:creationId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ns2:creationId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ns2:creationId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ns2:creationId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ns2:creationId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ns2:creationId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ns2:creationId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ns2:creationId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ns2:creationId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ns2:creationId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ns2:creationId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ns2:creationId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ns2:creationId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ns2:creationId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ns2:creationId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ns2:creationId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ns2:creationId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ns2:creationId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ns2:creationId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ns2:creationId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ns2:creationId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ns2:creationId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ns2:creationId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ns2:creationId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ns2:creationId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ns2:creationId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ns2:creationId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ns2:creationId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ns2:creationId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ns2:creationId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ns2:creationId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ns2:creationId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ns2:creationId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ns2:creationId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ns2:creationId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ns2:creationId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ns2:creationId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ns2:creationId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ns2:creationId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ns2:creationId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ns2:creationId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ns2:creationId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ns2:creationId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ns2:creationId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ns2:creationId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ns2:creationId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ns2:creationId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ns2:creationId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ns2:creationId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ns2:creationId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ns2:creationId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ns2:creationId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ns2:creationId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ns2:creationId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ns2:creationId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ns2:creationId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ns2:creationId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ns2:creationId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ns2:creationId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ns2:creationId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03397199"/>
      </p:ext>
    </p:extLst>
  </p:cSld>
  <p:clrMapOvr>
    <a:masterClrMapping/>
  </p:clrMapOvr>
</p:sld>
</file>

<file path=ppt/slides/slide229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ns2:creationId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ns2:creationId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ns2:creationId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ns2:creationId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ns2:creationId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ns2:creationId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ns2:creationId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ns2:creationId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ns2:creationId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ns2:creationId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ns2:creationId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ns2:creationId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ns2:creationId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ns2:creationId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ns2:creationId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ns2:creationId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ns2:creationId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ns2:creationId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ns2:creationId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ns2:creationId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40145308"/>
      </p:ext>
    </p:extLst>
  </p:cSld>
  <p:clrMapOvr>
    <a:masterClrMapping/>
  </p:clrMapOvr>
</p:sld>
</file>

<file path=ppt/slides/slide23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ns2:creationId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ns2:creationId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ns2:creationId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ns2:creationId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ns2:creationId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ns2:creationId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ns2:creationId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ns2:creationId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ns2:creationId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ns2:creationId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ns2:creationId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ns2:creationId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ns2:creationId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ns2:creationId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ns2:creationId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ns2:creationId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ns2:creationId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ns2:creationId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ns2:creationId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ns2:creationId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ns2:creationId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ns2:creationId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ns2:creationId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ns2:creationId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ns2:creationId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ns2:creationId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ns2:creationId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4204197605"/>
      </p:ext>
    </p:extLst>
  </p:cSld>
  <p:clrMapOvr>
    <a:masterClrMapping/>
  </p:clrMapOvr>
</p:sld>
</file>

<file path=ppt/slides/slide2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ns2:creationId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ns2:creationId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ns2:creationId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ns2:creationId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ns2:creationId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ns2:creationId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ns2:creationId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ns2:creationId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ns2:creationId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ns2:creationId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ns2:creationId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ns2:creationId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ns2:creationId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ns2:creationId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ns2:creationId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ns2:creationId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ns2:creationId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ns2:creationId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ns2:creationId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ns2:creationId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ns2:creationId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ns2:creationId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ns2:creationId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ns2:creationId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ns2:creationId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ns2:creationId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20202165"/>
      </p:ext>
    </p:extLst>
  </p:cSld>
  <p:clrMapOvr>
    <a:masterClrMapping/>
  </p:clrMapOvr>
</p:sld>
</file>

<file path=ppt/slides/slide2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ns2:creationId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ns2:creationId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ns2:creationId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ns2:creationId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ns2:creationId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ns2:creationId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ns2:creationId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ns2:creationId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ns2:creationId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ns2:creationId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ns2:creationId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ns2:creationId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ns2:creationId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ns2:creationId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ns2:creationId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ns2:creationId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ns2:creationId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ns2:creationId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ns2:creationId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ns2:creationId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ns2:creationId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ns2:creationId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ns2:creationId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ns2:creationId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ns2:creationId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ns2:creationId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ns2:creationId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ns2:creationId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ns2:creationId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ns2:creationId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ns2:creationId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ns2:creationId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ns2:creationId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ns2:creationId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ns2:creationId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ns2:creationId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ns2:creationId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ns2:creationId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ns2:creationId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ns2:creationId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ns2:creationId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ns2:creationId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ns2:creationId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ns2:creationId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ns2:creationId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ns2:creationId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ns2:creationId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ns2:creationId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ns2:creationId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ns2:creationId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ns2:creationId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ns2:creationId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ns2:creationId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ns2:creationId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ns2:creationId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ns2:creationId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ns2:creationId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ns2:creationId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ns2:creationId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ns2:creationId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ns2:creationId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ns2:creationId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649748829"/>
      </p:ext>
    </p:extLst>
  </p:cSld>
  <p:clrMapOvr>
    <a:masterClrMapping/>
  </p:clrMapOvr>
</p:sld>
</file>

<file path=ppt/slides/slide233.xml><?xml version="1.0" encoding="utf-8"?>
<p:sld xmlns:a="http://schemas.openxmlformats.org/drawingml/2006/main" xmlns:ns2="http://schemas.microsoft.com/office/drawing/2014/main" xmlns:ns4="http://schemas.microsoft.com/office/drawing/2018/hyperlinkcolor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ns2:creationId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ns2:creationId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ns2:creationId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ns2:creationId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ns2:creationId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ns4:hlinkClr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ns2:creationId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ns2:creationId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ns2:creationId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ns2:creationId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22018759"/>
      </p:ext>
    </p:extLst>
  </p:cSld>
  <p:clrMapOvr>
    <a:masterClrMapping/>
  </p:clrMapOvr>
</p:sld>
</file>

<file path=ppt/slides/slide2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ns2:creationId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ns2:creationId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ns2:creationId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ns2:creationId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ns2:creationId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ns2:creationId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ns2:creationId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ns2:creationId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ns2:creationId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ns2:creationId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ns2:creationId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ns2:creationId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ns2:creationId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ns2:creationId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ns2:creationId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ns2:creationId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ns2:creationId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ns2:creationId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ns2:creationId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ns2:creationId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ns2:creationId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ns2:creationId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ns2:creationId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ns2:creationId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ns2:creationId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ns2:creationId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ns2:creationId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ns2:creationId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ns2:creationId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ns2:creationId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ns2:creationId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ns2:creationId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ns2:creationId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ns2:creationId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ns2:creationId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ns2:creationId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ns2:creationId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ns2:creationId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ns2:creationId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ns2:creationId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ns2:creationId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ns2:creationId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ns2:creationId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ns2:creationId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ns2:creationId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ns2:creationId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ns2:creationId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ns2:creationId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ns2:creationId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ns2:creationId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ns2:creationId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ns2:creationId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ns2:creationId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58838678"/>
      </p:ext>
    </p:extLst>
  </p:cSld>
  <p:clrMapOvr>
    <a:masterClrMapping/>
  </p:clrMapOvr>
</p:sld>
</file>

<file path=ppt/slides/slide2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ns2:creationId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ns2:creationId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ns2:creationId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ns2:creationId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ns2:creationId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ns2:creationId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ns2:creationId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ns2:creationId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ns2:creationId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ns2:creationId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ns2:creationId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ns2:creationId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ns2:creationId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ns2:creationId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ns2:creationId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ns2:creationId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ns2:creationId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ns2:creationId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ns2:creationId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ns2:creationId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ns2:creationId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ns2:creationId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ns2:creationId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ns2:creationId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ns2:creationId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ns2:creationId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ns2:creationId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ns2:creationId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ns5:creationId val="3278881194"/>
      </p:ext>
    </p:extLst>
  </p:cSld>
  <p:clrMapOvr>
    <a:masterClrMapping/>
  </p:clrMapOvr>
</p:sld>
</file>

<file path=ppt/slides/slide2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ns2:creationId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ns2:creationId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ns2:creationId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ns2:creationId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ns2:creationId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ns2:creationId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ns2:creationId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ns2:creationId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ns2:creationId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ns2:creationId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ns2:creationId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ns2:creationId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ns2:creationId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ns2:creationId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ns2:creationId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ns2:creationId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ns2:creationId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ns2:creationId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ns2:creationId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ns2:creationId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ns2:creationId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ns2:creationId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ns2:creationId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ns2:creationId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ns2:creationId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ns2:creationId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ns2:creationId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ns2:creationId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ns2:creationId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ns2:creationId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ns2:creationId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ns2:creationId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ns2:creationId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17686919"/>
      </p:ext>
    </p:extLst>
  </p:cSld>
  <p:clrMapOvr>
    <a:masterClrMapping/>
  </p:clrMapOvr>
</p:sld>
</file>

<file path=ppt/slides/slide23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ns2:creationId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ns2:creationId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ns2:creationId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ns2:creationId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ns2:creationId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ns2:creationId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ns2:creationId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ns2:creationId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ns2:creationId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ns2:creationId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ns2:creationId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ns2:creationId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ns2:creationId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ns2:creationId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ns2:creationId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ns2:creationId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ns2:creationId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ns2:creationId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ns2:creationId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ns2:creationId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ns2:creationId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ns2:creationId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ns2:creationId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ns2:creationId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ns2:creationId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ns2:creationId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ns2:creationId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ns2:creationId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ns2:creationId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ns2:creationId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ns2:creationId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ns2:creationId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ns2:creationId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ns2:creationId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ns2:creationId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ns2:creationId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ns2:creationId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ns2:creationId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ns2:creationId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ns2:creationId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ns2:creationId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ns2:creationId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ns2:creationId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ns2:creationId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ns2:creationId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ns2:creationId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ns2:creationId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ns2:creationId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ns2:creationId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ns2:creationId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ns2:creationId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ns2:creationId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ns2:creationId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ns2:creationId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ns2:creationId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ns2:creationId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ns2:creationId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ns2:creationId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ns2:creationId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ns2:creationId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ns2:creationId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ns2:creationId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ns2:creationId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ns2:creationId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ns2:creationId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ns2:creationId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ns2:creationId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ns2:creationId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ns2:creationId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ns2:creationId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ns2:creationId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ns2:creationId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ns2:creationId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ns2:creationId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ns2:creationId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ns2:creationId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ns2:creationId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ns2:creationId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ns2:creationId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ns2:creationId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ns2:creationId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ns2:creationId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ns2:creationId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ns2:creationId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ns2:creationId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ns2:creationId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ns2:creationId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ns2:creationId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ns2:creationId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ns2:creationId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ns2:creationId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ns2:creationId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ns2:creationId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ns2:creationId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ns2:creationId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ns2:creationId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ns2:creationId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ns2:creationId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ns2:creationId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ns2:creationId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ns2:creationId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ns2:creationId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ns2:creationId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ns2:creationId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ns2:creationId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ns2:creationId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ns2:creationId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ns2:creationId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ns2:creationId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ns2:creationId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ns2:creationId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ns2:creationId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ns2:creationId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ns2:creationId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ns2:creationId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ns2:creationId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ns2:creationId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ns2:creationId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ns2:creationId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ns2:creationId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ns2:creationId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ns2:creationId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ns2:creationId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ns2:creationId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ns2:creationId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ns2:creationId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ns2:creationId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ns2:creationId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ns2:creationId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ns2:creationId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ns2:creationId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ns2:creationId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ns2:creationId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ns2:creationId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ns2:creationId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ns2:creationId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ns2:creationId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ns2:creationId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ns2:creationId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ns2:creationId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6:creationId val="11005063"/>
      </p:ext>
    </p:extLst>
  </p:cSld>
  <p:clrMapOvr>
    <a:masterClrMapping/>
  </p:clrMapOvr>
</p:sld>
</file>

<file path=ppt/slides/slide2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ns2:creationId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ns2:creationId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ns2:creationId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ns2:creationId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ns2:creationId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ns2:creationId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ns2:creationId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ns2:creationId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ns2:creationId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ns2:creationId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ns2:creationId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ns2:creationId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ns2:creationId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ns2:creationId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ns2:creationId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ns2:creationId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ns2:creationId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ns2:creationId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ns2:creationId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ns2:creationId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ns2:creationId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ns2:creationId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ns2:creationId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ns2:creationId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ns2:creationId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ns2:creationId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ns2:creationId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ns2:creationId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ns2:creationId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ns2:creationId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ns2:creationId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ns2:creationId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ns2:creationId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ns2:creationId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ns2:creationId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ns2:creationId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ns2:creationId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ns2:creationId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ns2:creationId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ns2:creationId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ns2:creationId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ns2:creationId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ns2:creationId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ns2:creationId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ns2:creationId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ns2:creationId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ns2:creationId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ns2:creationId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ns2:creationId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ns2:creationId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ns2:creationId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ns2:creationId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ns2:creationId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ns2:creationId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ns2:creationId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ns2:creationId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ns2:creationId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ns2:creationId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ns2:creationId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ns2:creationId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ns2:creationId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ns2:creationId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ns2:creationId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ns2:creationId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ns2:creationId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ns2:creationId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ns2:creationId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ns2:creationId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ns2:creationId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ns2:creationId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ns2:creationId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ns2:creationId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ns2:creationId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ns2:creationId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ns2:creationId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ns2:creationId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ns2:creationId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ns2:creationId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581118093"/>
      </p:ext>
    </p:extLst>
  </p:cSld>
  <p:clrMapOvr>
    <a:masterClrMapping/>
  </p:clrMapOvr>
</p:sld>
</file>

<file path=ppt/slides/slide2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ns2:creationId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ns2:creationId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ns2:creationId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ns2:creationId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ns2:creationId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ns2:creationId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ns2:creationId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3" name="Text 33">
            <a:extLst>
              <a:ext uri="{FF2B5EF4-FFF2-40B4-BE49-F238E27FC236}">
                <ns2:creationId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ns2:creationId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ns2:creationId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ns2:creationId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ns5:creationId val="1657841508"/>
      </p:ext>
    </p:extLst>
  </p:cSld>
  <p:clrMapOvr>
    <a:masterClrMapping/>
  </p:clrMapOvr>
</p:sld>
</file>

<file path=ppt/slides/slide24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ns2:creationId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ns2:creationId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ns2:creationId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ns2:creationId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ns2:creationId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ns2:creationId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ns2:creationId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ns2:creationId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ns2:creationId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ns2:creationId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ns2:creationId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ns2:creationId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ns2:creationId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ns2:creationId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ns2:creationId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ns2:creationId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ns2:creationId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ns2:creationId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ns2:creationId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ns2:creationId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ns2:creationId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ns2:creationId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ns2:creationId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ns2:creationId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ns2:creationId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ns2:creationId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ns2:creationId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ns2:creationId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ns2:creationId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ns2:creationId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ns2:creationId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ns2:creationId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ns2:creationId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ns2:creationId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ns2:creationId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ns2:creationId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ns2:creationId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ns2:creationId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ns2:creationId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ns2:creationId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ns2:creationId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ns2:creationId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ns2:creationId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ns2:creationId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ns2:creationId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ns2:creationId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ns2:creationId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ns2:creationId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ns2:creationId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ns2:creationId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932196472"/>
      </p:ext>
    </p:extLst>
  </p:cSld>
  <p:clrMapOvr>
    <a:masterClrMapping/>
  </p:clrMapOvr>
</p:sld>
</file>

<file path=ppt/slides/slide2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ns2:creationId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ns2:creationId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" name="Text 33">
            <a:extLst>
              <a:ext uri="{FF2B5EF4-FFF2-40B4-BE49-F238E27FC236}">
                <ns2:creationId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Text 33">
            <a:extLst>
              <a:ext uri="{FF2B5EF4-FFF2-40B4-BE49-F238E27FC236}">
                <ns2:creationId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1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ns2:creationId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ns2:creationId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ns2:creationId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ns2:creationId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ns2:creationId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ns2:creationId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ns2:creationId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ns2:creationId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ns2:creationId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ns2:creationId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ns2:creationId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ns2:creationId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ns2:creationId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ns2:creationId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ns2:creationId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ns2:creationId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ns2:creationId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ns2:creationId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ns2:creationId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ns2:creationId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ns2:creationId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ns2:creationId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ns2:creationId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ns2:creationId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ns2:creationId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ns2:creationId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ns2:creationId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ns2:creationId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ns2:creationId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ns2:creationId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ns2:creationId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ns2:creationId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ns2:creationId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ns2:creationId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ns2:creationId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ns2:creationId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ns2:creationId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ns2:creationId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ns2:creationId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ns2:creationId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ns2:creationId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ns5:creationId val="434938772"/>
      </p:ext>
    </p:extLst>
  </p:cSld>
  <p:clrMapOvr>
    <a:masterClrMapping/>
  </p:clrMapOvr>
</p:sld>
</file>

<file path=ppt/slides/slide2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ns2:creationId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ns2:creationId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ns2:creationId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ns2:creationId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ns2:creationId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ns2:creationId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ns2:creationId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ns2:creationId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ns2:creationId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ns2:creationId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ns2:creationId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ns2:creationId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ns2:creationId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ns2:creationId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ns2:creationId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ns2:creationId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ns2:creationId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ns2:creationId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ns2:creationId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ns2:creationId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ns2:creationId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ns2:creationId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ns2:creationId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ns2:creationId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ns2:creationId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ns2:creationId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ns2:creationId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ns2:creationId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ns2:creationId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ns2:creationId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ns2:creationId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ns2:creationId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ns2:creationId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ns2:creationId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ns2:creationId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ns2:creationId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ns2:creationId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ns2:creationId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ns2:creationId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ns2:creationId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ns2:creationId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ns2:creationId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ns2:creationId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ns2:creationId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ns2:creationId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ns2:creationId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ns5:creationId val="1795336756"/>
      </p:ext>
    </p:extLst>
  </p:cSld>
  <p:clrMapOvr>
    <a:masterClrMapping/>
  </p:clrMapOvr>
</p:sld>
</file>

<file path=ppt/slides/slide2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ns2:creationId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ns2:creationId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ns2:creationId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ns2:creationId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ns2:creationId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ns2:creationId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ns2:creationId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ns2:creationId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ns2:creationId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ns2:creationId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ns2:creationId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ns2:creationId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ns2:creationId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ns2:creationId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ns2:creationId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ns2:creationId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ns2:creationId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ns2:creationId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ns2:creationId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ns2:creationId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ns2:creationId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ns2:creationId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ns2:creationId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ns2:creationId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ns2:creationId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ns2:creationId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ns2:creationId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ns2:creationId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29156539"/>
      </p:ext>
    </p:extLst>
  </p:cSld>
  <p:clrMapOvr>
    <a:masterClrMapping/>
  </p:clrMapOvr>
</p:sld>
</file>

<file path=ppt/slides/slide24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ns2:creationId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ns2:creationId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ns2:creationId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ns2:creationId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ns2:creationId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ns2:creationId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ns2:creationId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ns2:creationId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ns2:creationId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ns2:creationId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ns2:creationId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ns2:creationId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ns2:creationId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ns2:creationId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ns2:creationId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ns2:creationId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ns2:creationId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ns2:creationId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ns2:creationId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ns2:creationId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ns2:creationId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ns2:creationId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ns2:creationId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ns2:creationId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ns2:creationId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393502687"/>
      </p:ext>
    </p:extLst>
  </p:cSld>
  <p:clrMapOvr>
    <a:masterClrMapping/>
  </p:clrMapOvr>
</p:sld>
</file>

<file path=ppt/slides/slide24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ns2:creationId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ns2:creationId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ns2:creationId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ns2:creationId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ns2:creationId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ns2:creationId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ns2:creationId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ns2:creationId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ns2:creationId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ns2:creationId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ns2:creationId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ns2:creationId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ns2:creationId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ns2:creationId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ns2:creationId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ns2:creationId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ns2:creationId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ns2:creationId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ns2:creationId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ns2:creationId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ns2:creationId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ns2:creationId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ns2:creationId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ns2:creationId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ns2:creationId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ns2:creationId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ns2:creationId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ns2:creationId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ns2:creationId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ns2:creationId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ns2:creationId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ns2:creationId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ns2:creationId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249842078"/>
      </p:ext>
    </p:extLst>
  </p:cSld>
  <p:clrMapOvr>
    <a:masterClrMapping/>
  </p:clrMapOvr>
</p:sld>
</file>

<file path=ppt/slides/slide2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ns2:creationId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ns2:creationId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ns2:creationId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ns2:creationId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ns2:creationId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ns2:creationId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ns2:creationId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ns2:creationId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ns2:creationId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ns2:creationId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ns2:creationId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ns2:creationId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ns2:creationId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ns2:creationId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ns2:creationId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ns2:creationId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ns2:creationId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ns2:creationId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ns2:creationId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ns2:creationId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ns2:creationId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ns2:creationId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ns2:creationId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ns2:creationId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ns2:creationId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ns2:creationId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3677853666"/>
      </p:ext>
    </p:extLst>
  </p:cSld>
  <p:clrMapOvr>
    <a:masterClrMapping/>
  </p:clrMapOvr>
</p:sld>
</file>

<file path=ppt/slides/slide2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ns2:creationId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ns2:creationId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ns2:creationId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ns2:creationId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ns2:creationId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ns2:creationId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ns2:creationId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ns2:creationId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ns2:creationId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ns2:creationId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ns2:creationId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ns2:creationId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ns2:creationId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ns2:creationId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ns2:creationId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ns2:creationId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ns2:creationId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ns2:creationId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ns2:creationId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ns2:creationId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ns2:creationId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ns2:creationId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ns2:creationId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ns2:creationId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ns2:creationId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ns2:creationId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ns2:creationId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ns2:creationId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ns2:creationId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ns2:creationId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ns2:creationId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ns2:creationId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ns2:creationId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92420842"/>
      </p:ext>
    </p:extLst>
  </p:cSld>
  <p:clrMapOvr>
    <a:masterClrMapping/>
  </p:clrMapOvr>
</p:sld>
</file>

<file path=ppt/slides/slide2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ns2:creationId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ns2:creationId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ns2:creationId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ns2:creationId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ns2:creationId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ns2:creationId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ns2:creationId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ns2:creationId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ns2:creationId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ns2:creationId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ns2:creationId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ns2:creationId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ns2:creationId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ns2:creationId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ns2:creationId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ns2:creationId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ns2:creationId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ns2:creationId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ns2:creationId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ns2:creationId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ns2:creationId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ns2:creationId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ns2:creationId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ns2:creationId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ns2:creationId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ns2:creationId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ns2:creationId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ns2:creationId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ns2:creationId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ns2:creationId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ns2:creationId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244340405"/>
      </p:ext>
    </p:extLst>
  </p:cSld>
  <p:clrMapOvr>
    <a:masterClrMapping/>
  </p:clrMapOvr>
</p:sld>
</file>

<file path=ppt/slides/slide2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ns2:creationId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ns2:creationId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ns2:creationId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ns2:creationId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ns2:creationId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ns2:creationId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ns2:creationId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ns2:creationId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ns2:creationId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ns2:creationId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ns3:svgBlip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ns2:creationId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ns2:creationId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ns2:creationId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ns2:creationId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ns2:creationId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ns2:creationId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ns2:creationId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ns2:creationId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ns2:creationId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ns2:creationId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ns2:creationId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ns2:creationId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ns2:creationId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ns2:creationId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ns2:creationId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ns2:creationId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ns2:creationId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ns2:creationId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ns2:creationId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ns2:creationId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ns2:creationId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ns2:creationId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ns2:creationId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ns2:creationId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ns2:creationId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ns2:creationId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ns2:creationId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ns2:creationId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ns2:creationId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ns2:creationId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ns2:creationId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ns2:creationId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ns2:creationId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ns2:creationId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ns2:creationId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ns2:creationId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ns2:creationId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ns2:creationId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ns2:creationId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ns2:creationId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ns2:creationId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ns2:creationId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ns2:creationId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ns2:creationId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ns2:creationId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ns2:creationId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ns2:creationId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ns2:creationId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ns2:creationId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ns2:creationId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ns2:creationId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ns2:creationId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ns2:creationId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ns2:creationId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ns2:creationId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ns2:creationId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ns2:creationId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ns2:creationId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ns2:creationId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ns2:creationId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ns2:creationId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ns2:creationId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ns2:creationId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ns2:creationId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ns2:creationId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ns2:creationId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ns2:creationId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ns2:creationId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ns2:creationId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ns2:creationId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ns2:creationId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ns2:creationId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ns2:creationId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ns2:creationId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ns2:creationId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ns2:creationId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ns2:creationId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ns2:creationId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ns2:creationId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ns2:creationId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ns2:creationId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ns2:creationId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ns2:creationId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ns2:creationId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ns2:creationId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ns2:creationId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ns2:creationId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ns2:creationId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4278378889"/>
      </p:ext>
    </p:extLst>
  </p:cSld>
  <p:clrMapOvr>
    <a:masterClrMapping/>
  </p:clrMapOvr>
</p:sld>
</file>

<file path=ppt/slides/slide2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ns2:creationId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ns2:creationId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ns2:creationId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ns2:creationId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ns2:creationId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ns2:creationId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ns2:creationId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ns2:creationId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ns2:creationId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ns2:creationId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ns2:creationId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ns2:creationId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ns2:creationId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ns2:creationId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ns2:creationId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ns2:creationId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ns2:creationId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ns2:creationId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ns2:creationId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ns2:creationId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ns2:creationId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ns2:creationId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ns2:creationId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ns2:creationId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ns2:creationId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ns2:creationId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ns2:creationId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ns2:creationId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4149455853"/>
      </p:ext>
    </p:extLst>
  </p:cSld>
  <p:clrMapOvr>
    <a:masterClrMapping/>
  </p:clrMapOvr>
</p:sld>
</file>

<file path=ppt/slides/slide25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ns2:creationId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ns2:creationId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ns2:creationId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ns2:creationId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ns2:creationId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ns2:creationId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ns2:creationId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ns2:creationId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ns2:creationId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ns2:creationId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ns2:creationId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ns2:creationId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ns2:creationId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ns2:creationId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ns2:creationId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ns2:creationId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ns2:creationId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ns2:creationId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ns2:creationId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ns2:creationId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ns2:creationId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ns2:creationId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ns2:creationId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ns2:creationId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ns2:creationId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ns2:creationId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ns2:creationId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ns2:creationId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ns2:creationId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ns2:creationId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ns2:creationId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ns2:creationId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ns2:creationId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ns2:creationId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ns2:creationId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ns2:creationId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ns2:creationId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ns2:creationId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ns2:creationId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ns2:creationId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ns2:creationId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ns2:creationId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ns2:creationId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ns2:creationId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ns2:creationId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ns2:creationId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ns2:creationId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ns2:creationId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ns2:creationId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ns2:creationId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ns2:creationId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ns2:creationId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ns2:creationId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ns2:creationId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ns2:creationId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ns2:creationId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ns2:creationId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ns2:creationId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ns2:creationId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ns2:creationId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ns2:creationId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ns2:creationId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ns2:creationId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ns2:creationId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ns2:creationId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ns2:creationId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ns2:creationId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ns2:creationId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ns2:creationId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ns2:creationId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ns2:creationId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ns2:creationId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ns2:creationId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ns2:creationId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ns2:creationId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ns2:creationId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ns2:creationId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65696929"/>
      </p:ext>
    </p:extLst>
  </p:cSld>
  <p:clrMapOvr>
    <a:masterClrMapping/>
  </p:clrMapOvr>
</p:sld>
</file>

<file path=ppt/slides/slide2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8/sketchyshapes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ns2:creationId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ns2:creationId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ns2:creationId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ns2:creationId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ns2:creationId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ns2:creationId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ns2:creationId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ns2:creationId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ns2:creationId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ns2:creationId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ns2:creationId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ns2:creationId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ns2:creationId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ns2:creationId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ns2:creationId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ns2:creationId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ns2:creationId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ns2:creationId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ns2:creationId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ns2:creationId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ns2:creationId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ns5:lineSketchStyleProps>
                    <ns5:type>
                      <ns5:lineSketchNone/>
                    </ns5:type>
                  </ns5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ns2:creationId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ns2:creationId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ns2:creationId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ns2:creationId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ns2:creationId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ns2:creationId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ns2:creationId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ns2:creationId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ns2:creationId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ns2:creationId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ns2:creationId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ns2:creationId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ns2:creationId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ns2:creationId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ns2:creationId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ns2:creationId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ns2:creationId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ns2:creationId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ns2:creationId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ns2:creationId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ns2:creationId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ns2:creationId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ns2:creationId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ns2:creationId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ns2:creationId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ns2:creationId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ns2:creationId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ns2:creationId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6:creationId val="1315845200"/>
      </p:ext>
    </p:extLst>
  </p:cSld>
  <p:clrMapOvr>
    <a:masterClrMapping/>
  </p:clrMapOvr>
</p:sld>
</file>

<file path=ppt/slides/slide25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ns2:creationId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ns2:creationId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ns2:creationId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ns2:creationId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ns2:creationId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ns2:creationId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ns2:creationId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ns2:creationId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ns2:creationId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ns2:creationId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ns2:creationId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ns2:creationId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ns2:creationId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ns2:creationId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ns2:creationId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ns2:creationId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ns2:creationId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ns2:creationId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ns2:creationId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ns2:creationId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ns2:creationId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ns2:creationId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ns2:creationId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ns2:creationId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ns2:creationId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ns2:creationId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ns2:creationId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ns2:creationId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ns2:creationId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ns2:creationId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ns2:creationId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ns2:creationId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ns2:creationId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ns2:creationId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ns2:creationId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ns2:creationId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ns2:creationId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ns2:creationId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ns2:creationId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ns2:creationId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ns2:creationId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ns2:creationId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ns2:creationId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ns2:creationId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ns2:creationId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ns2:creationId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ns2:creationId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ns2:creationId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ns2:creationId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500635392"/>
      </p:ext>
    </p:extLst>
  </p:cSld>
  <p:clrMapOvr>
    <a:masterClrMapping/>
  </p:clrMapOvr>
</p:sld>
</file>

<file path=ppt/slides/slide254.xml><?xml version="1.0" encoding="utf-8"?>
<p:sld xmlns:a="http://schemas.openxmlformats.org/drawingml/2006/main" xmlns:ns2="http://schemas.microsoft.com/office/drawing/2014/main" xmlns:ns4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ns2:creationId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ns2:creationId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ns2:creationId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ns2:creationId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ns2:creationId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ns2:creationId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ns2:creationId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ns2:creationId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ns2:creationId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ns2:creationId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ns2:creationId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ns2:creationId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ns2:creationId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ns2:creationId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ns2:creationId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ns2:creationId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ns2:creationId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ns2:creationId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ns2:creationId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ns2:creationId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ns2:creationId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ns2:creationId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ns2:creationId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ns2:creationId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ns2:creationId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ns2:creationId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ns2:creationId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ns2:creationId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ns2:creationId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ns2:creationId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ns2:creationId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ns2:creationId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ns2:creationId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ns4:chart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ns2:creationId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ns2:creationId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ns2:creationId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ns2:creationId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142366994"/>
      </p:ext>
    </p:extLst>
  </p:cSld>
  <p:clrMapOvr>
    <a:masterClrMapping/>
  </p:clrMapOvr>
</p:sld>
</file>

<file path=ppt/slides/slide2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ns2:creationId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ns2:creationId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ns2:creationId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ns2:creationId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ns2:creationId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ns2:creationId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ns2:creationId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ns2:creationId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ns2:creationId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ns2:creationId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ns2:creationId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ns2:creationId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ns2:creationId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ns2:creationId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ns2:creationId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ns2:creationId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ns2:creationId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ns2:creationId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ns2:creationId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ns2:creationId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ns2:creationId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ns2:creationId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ns2:creationId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ns2:creationId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ns2:creationId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ns2:creationId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ns2:creationId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ns2:creationId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ns2:creationId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624734598"/>
      </p:ext>
    </p:extLst>
  </p:cSld>
  <p:clrMapOvr>
    <a:masterClrMapping/>
  </p:clrMapOvr>
</p:sld>
</file>

<file path=ppt/slides/slide256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ns2:creationId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ns2:creationId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ns2:creationId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ns2:creationId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ns2:creationId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ns2:creationId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ns2:creationId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ns2:creationId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ns2:creationId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ns2:creationId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ns2:creationId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ns2:creationId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ns2:creationId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ns2:creationId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ns2:creationId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ns5:chart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ns2:creationId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ns2:creationId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ns2:creationId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ns2:creationId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ns2:creationId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ns2:creationId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ns5:chart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ns2:creationId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ns2:creationId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ns2:creationId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ns2:creationId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ns2:creationId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ns2:creationId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ns5:chart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ns2:creationId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ns2:creationId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ns2:creationId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ns2:creationId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ns2:creationId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ns2:creationId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ns2:creationId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ns2:creationId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ns2:creationId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ns2:creationId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ns2:creationId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ns2:creationId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ns2:creationId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ns2:creationId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ns2:creationId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ns2:creationId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ns2:creationId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ns2:creationId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ns2:creationId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ns2:creationId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ns2:creationId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ns2:creationId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ns2:creationId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ns2:creationId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ns2:creationId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ns2:creationId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ns2:creationId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ns2:creationId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ns2:creationId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ns2:creationId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ns2:creationId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ns2:creationId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ns2:creationId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ns2:creationId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ns2:creationId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ns2:creationId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ns2:creationId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ns2:creationId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ns2:creationId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ns2:creationId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ns2:creationId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ns2:creationId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ns2:creationId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ns2:creationId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ns2:creationId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ns2:creationId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ns2:creationId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ns2:creationId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ns2:creationId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ns2:creationId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ns2:creationId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ns2:creationId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ns2:creationId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ns2:creationId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ns2:creationId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ns2:creationId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ns2:creationId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ns2:creationId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ns2:creationId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ns2:creationId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ns2:creationId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ns2:creationId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ns2:creationId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ns2:creationId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ns2:creationId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ns2:creationId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ns2:creationId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ns2:creationId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ns2:creationId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ns2:creationId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ns5:chart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ns2:creationId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ns2:creationId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ns2:creationId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ns2:creationId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ns2:creationId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ns2:creationId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522714096"/>
      </p:ext>
    </p:extLst>
  </p:cSld>
  <p:clrMapOvr>
    <a:masterClrMapping/>
  </p:clrMapOvr>
</p:sld>
</file>

<file path=ppt/slides/slide2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ns2:creationId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ns2:creationId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ns2:creationId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ns2:creationId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ns2:creationId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ns2:creationId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ns2:creationId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ns2:creationId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ns2:creationId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ns2:creationId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ns2:creationId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ns2:creationId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ns2:creationId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ns2:creationId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ns2:creationId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ns2:creationId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ns2:creationId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ns2:creationId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ns2:creationId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ns2:creationId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ns2:creationId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ns2:creationId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ns2:creationId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ns2:creationId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ns2:creationId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ns2:creationId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ns2:creationId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ns2:creationId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ns2:creationId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ns2:creationId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ns2:creationId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ns2:creationId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ns2:creationId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ns2:creationId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ns2:creationId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ns2:creationId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ns2:creationId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ns2:creationId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ns2:creationId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ns2:creationId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ns2:creationId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ns2:creationId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ns2:creationId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ns2:creationId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ns2:creationId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ns2:creationId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ns2:creationId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ns2:creationId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ns2:creationId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ns2:creationId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ns2:creationId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ns2:creationId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ns5:creationId val="926159788"/>
      </p:ext>
    </p:extLst>
  </p:cSld>
  <p:clrMapOvr>
    <a:masterClrMapping/>
  </p:clrMapOvr>
</p:sld>
</file>

<file path=ppt/slides/slide2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ns2:creationId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ns2:creationId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ns2:creationId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ns2:creationId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ns2:creationId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ns2:creationId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ns2:creationId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ns2:creationId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ns2:creationId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ns2:creationId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ns2:creationId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ns2:creationId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ns2:creationId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ns2:creationId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ns2:creationId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ns2:creationId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ns2:creationId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ns2:creationId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ns2:creationId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ns2:creationId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ns2:creationId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ns2:creationId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ns2:creationId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ns2:creationId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ns2:creationId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ns2:creationId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ns2:creationId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ns2:creationId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ns2:creationId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ns2:creationId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ns2:creationId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ns2:creationId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ns2:creationId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ns2:creationId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ns2:creationId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ns2:creationId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ns2:creationId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ns2:creationId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ns2:creationId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ns2:creationId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ns2:creationId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ns2:creationId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ns2:creationId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ns2:creationId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ns2:creationId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ns2:creationId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ns2:creationId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ns2:creationId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ns2:creationId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ns2:creationId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ns2:creationId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ns2:creationId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ns2:creationId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ns2:creationId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ns2:creationId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ns2:creationId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ns2:creationId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ns2:creationId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ns2:creationId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ns2:creationId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ns2:creationId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ns2:creationId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ns2:creationId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ns2:creationId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ns2:creationId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ns2:creationId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ns2:creationId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ns2:creationId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ns2:creationId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ns2:creationId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ns2:creationId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ns2:creationId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ns2:creationId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ns2:creationId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ns2:creationId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ns2:creationId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ns2:creationId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ns2:creationId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ns2:creationId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ns2:creationId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ns2:creationId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ns2:creationId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ns2:creationId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ns2:creationId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ns2:creationId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ns2:creationId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ns2:creationId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ns2:creationId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ns2:creationId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ns2:creationId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ns2:creationId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ns2:creationId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ns2:creationId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ns2:creationId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ns2:creationId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ns2:creationId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ns2:creationId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ns2:creationId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ns2:creationId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ns2:creationId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ns2:creationId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ns2:creationId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ns2:creationId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ns2:creationId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ns2:creationId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ns2:creationId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ns2:creationId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ns2:creationId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ns2:creationId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ns2:creationId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ns2:creationId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ns2:creationId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ns2:creationId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ns2:creationId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ns2:creationId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ns2:creationId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ns2:creationId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ns2:creationId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ns2:creationId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ns2:creationId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ns2:creationId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ns2:creationId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ns2:creationId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ns2:creationId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ns2:creationId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ns2:creationId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ns2:creationId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ns2:creationId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ns2:creationId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ns2:creationId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ns2:creationId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ns2:creationId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ns2:creationId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ns2:creationId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ns2:creationId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ns2:creationId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ns2:creationId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ns2:creationId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ns2:creationId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ns2:creationId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ns2:creationId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ns2:creationId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ns2:creationId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ns2:creationId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ns2:creationId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ns2:creationId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ns2:creationId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ns2:creationId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ns2:creationId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ns2:creationId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ns2:creationId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ns2:creationId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ns2:creationId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ns2:creationId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ns2:creationId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ns2:creationId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ns2:creationId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ns2:creationId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ns2:creationId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ns2:creationId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ns2:creationId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ns2:creationId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ns2:creationId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ns2:creationId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ns2:creationId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ns2:creationId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ns2:creationId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ns2:creationId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ns2:creationId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ns2:creationId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ns2:creationId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ns2:creationId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ns2:creationId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ns2:creationId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ns2:creationId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ns2:creationId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ns2:creationId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ns2:creationId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ns2:creationId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ns2:creationId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ns2:creationId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ns2:creationId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ns2:creationId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ns2:creationId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ns2:creationId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ns2:creationId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ns2:creationId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ns2:creationId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ns2:creationId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ns2:creationId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ns2:creationId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ns2:creationId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ns2:creationId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ns2:creationId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ns2:creationId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ns2:creationId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ns2:creationId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ns2:creationId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ns2:creationId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ns2:creationId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ns2:creationId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ns2:creationId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ns2:creationId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ns2:creationId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ns2:creationId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ns2:creationId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ns2:creationId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ns2:creationId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ns2:creationId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ns2:creationId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ns2:creationId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ns2:creationId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ns2:creationId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ns2:creationId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ns2:creationId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ns2:creationId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ns2:creationId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ns2:creationId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ns2:creationId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ns2:creationId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ns2:creationId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ns2:creationId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ns2:creationId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ns2:creationId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ns2:creationId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ns2:creationId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ns2:creationId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ns2:creationId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ns2:creationId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ns2:creationId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ns2:creationId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ns2:creationId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ns2:creationId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ns2:creationId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ns2:creationId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ns2:creationId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ns2:creationId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ns2:creationId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ns2:creationId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ns2:creationId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ns2:creationId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ns2:creationId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ns2:creationId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ns2:creationId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ns2:creationId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ns2:creationId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ns2:creationId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ns2:creationId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ns2:creationId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ns2:creationId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ns2:creationId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ns2:creationId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ns2:creationId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ns2:creationId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ns2:creationId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ns2:creationId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ns2:creationId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ns2:creationId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ns2:creationId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ns2:creationId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ns2:creationId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ns2:creationId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ns2:creationId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ns2:creationId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ns2:creationId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ns2:creationId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ns2:creationId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ns2:creationId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ns2:creationId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ns2:creationId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ns2:creationId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ns2:creationId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ns2:creationId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ns2:creationId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ns2:creationId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ns2:creationId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ns2:creationId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ns2:creationId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ns2:creationId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ns2:creationId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ns2:creationId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ns2:creationId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ns2:creationId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ns2:creationId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ns2:creationId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ns2:creationId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ns2:creationId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ns2:creationId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ns2:creationId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ns2:creationId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ns2:creationId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ns2:creationId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98238856"/>
      </p:ext>
    </p:extLst>
  </p:cSld>
  <p:clrMapOvr>
    <a:masterClrMapping/>
  </p:clrMapOvr>
</p:sld>
</file>

<file path=ppt/slides/slide2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ns2:creationId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2" name="正方形/長方形 61">
            <a:extLst>
              <a:ext uri="{FF2B5EF4-FFF2-40B4-BE49-F238E27FC236}">
                <ns2:creationId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ns2:creationId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ns2:creationId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ns2:creationId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ns2:creationId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ns2:creationId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ns2:creationId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ns2:creationId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ns2:creationId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ns2:creationId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ns2:creationId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ns2:creationId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ns2:creationId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ns2:creationId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ns2:creationId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ns2:creationId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ns2:creationId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ns2:creationId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ns2:creationId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ns2:creationId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ns2:creationId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ns2:creationId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ns2:creationId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ns2:creationId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ns2:creationId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ns2:creationId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ns2:creationId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ns2:creationId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ns2:creationId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ns2:creationId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ns2:creationId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ns2:creationId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ns2:creationId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ns2:creationId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ns2:creationId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ns2:creationId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ns2:creationId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ns2:creationId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ns2:creationId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ns2:creationId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ns2:creationId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ns2:creationId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ns2:creationId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ns2:creationId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ns2:creationId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ns2:creationId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ns2:creationId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ns2:creationId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ns2:creationId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ns2:creationId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ns2:creationId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ns2:creationId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ns2:creationId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ns2:creationId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ns2:creationId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ns2:creationId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ns2:creationId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ns2:creationId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ns2:creationId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ns2:creationId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ns2:creationId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ns2:creationId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ns2:creationId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ns2:creationId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ns2:creationId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ns2:creationId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ns2:creationId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ns2:creationId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ns2:creationId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32802311"/>
      </p:ext>
    </p:extLst>
  </p:cSld>
  <p:clrMapOvr>
    <a:masterClrMapping/>
  </p:clrMapOvr>
</p:sld>
</file>

<file path=ppt/slides/slide26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ns2:creationId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ns2:creationId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ns2:creationId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ns2:creationId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ns2:creationId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ns2:creationId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ns2:creationId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ns2:creationId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ns2:creationId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ns2:creationId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ns2:creationId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ns2:creationId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ns2:creationId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ns2:creationId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ns2:creationId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ns2:creationId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ns2:creationId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ns2:creationId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ns2:creationId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ns2:creationId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ns2:creationId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ns2:creationId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ns2:creationId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ns2:creationId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ns2:creationId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ns2:creationId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ns2:creationId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ns2:creationId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ns2:creationId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ns2:creationId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ns2:creationId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ns2:creationId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ns2:creationId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ns2:creationId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ns2:creationId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ns2:creationId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ns2:creationId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ns2:creationId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ns2:creationId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ns2:creationId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ns2:creationId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ns2:creationId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ns2:creationId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ns2:creationId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ns2:creationId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ns2:creationId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ns2:creationId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ns2:creationId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ns2:creationId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ns2:creationId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ns2:creationId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ns2:creationId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ns2:creationId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ns2:creationId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ns2:creationId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ns2:creationId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ns2:creationId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ns2:creationId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ns2:creationId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ns2:creationId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ns2:creationId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ns2:creationId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ns2:creationId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ns2:creationId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ns2:creationId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ns2:creationId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ns2:creationId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ns2:creationId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ns2:creationId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ns2:creationId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ns2:creationId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ns2:creationId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ns2:creationId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ns2:creationId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ns2:creationId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ns2:creationId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ns2:creationId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ns2:creationId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ns2:creationId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ns2:creationId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ns2:creationId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ns2:creationId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ns2:creationId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ns2:creationId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ns2:creationId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ns2:creationId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ns2:creationId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ns2:creationId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ns2:creationId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ns2:creationId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ns2:creationId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ns2:creationId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ns2:creationId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ns2:creationId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ns2:creationId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ns2:creationId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ns2:creationId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ns2:creationId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ns2:creationId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ns2:creationId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ns2:creationId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ns2:creationId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ns2:creationId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ns2:creationId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ns2:creationId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ns2:creationId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ns2:creationId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ns2:creationId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ns2:creationId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ns2:creationId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ns2:creationId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ns2:creationId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ns2:creationId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676750426"/>
      </p:ext>
    </p:extLst>
  </p:cSld>
  <p:clrMapOvr>
    <a:masterClrMapping/>
  </p:clrMapOvr>
</p:sld>
</file>

<file path=ppt/slides/slide2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ns2:creationId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ns2:creationId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ns2:creationId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ns2:creationId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ns2:creationId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ns2:creationId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ns2:creationId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ns2:creationId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ns2:creationId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ns2:creationId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ns2:creationId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ns2:creationId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ns2:creationId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ns2:creationId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ns2:creationId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ns2:creationId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ns2:creationId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ns2:creationId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ns2:creationId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885714634"/>
      </p:ext>
    </p:extLst>
  </p:cSld>
  <p:clrMapOvr>
    <a:masterClrMapping/>
  </p:clrMapOvr>
</p:sld>
</file>

<file path=ppt/slides/slide2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ns2:creationId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ns2:creationId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ns2:creationId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ns2:creationId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ns2:creationId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ns2:creationId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ns2:creationId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ns2:creationId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ns2:creationId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ns2:creationId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ns2:creationId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ns2:creationId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2849675137"/>
      </p:ext>
    </p:extLst>
  </p:cSld>
  <p:clrMapOvr>
    <a:masterClrMapping/>
  </p:clrMapOvr>
</p:sld>
</file>

<file path=ppt/slides/slide2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ns2:creationId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ns2:creationId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ns2:creationId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ns2:creationId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ns2:creationId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ns2:creationId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ns2:creationId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ns2:creationId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ns2:creationId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ns2:creationId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ns2:creationId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ns2:creationId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ns2:creationId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ns2:creationId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ns2:creationId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ns2:creationId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ns2:creationId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ns2:creationId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ns2:creationId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ns2:creationId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ns2:creationId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ns2:creationId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ns2:creationId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ns2:creationId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ns2:creationId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ns2:creationId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ns2:creationId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ns2:creationId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ns2:creationId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ns2:creationId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67412861"/>
      </p:ext>
    </p:extLst>
  </p:cSld>
  <p:clrMapOvr>
    <a:masterClrMapping/>
  </p:clrMapOvr>
</p:sld>
</file>

<file path=ppt/slides/slide26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ns2:creationId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ns2:creationId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ns2:creationId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ns2:creationId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ns2:creationId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ns2:creationId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ns2:creationId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ns2:creationId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ns2:creationId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ns2:creationId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ns2:creationId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ns2:creationId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ns2:creationId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ns2:creationId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ns2:creationId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99735514"/>
      </p:ext>
    </p:extLst>
  </p:cSld>
  <p:clrMapOvr>
    <a:masterClrMapping/>
  </p:clrMapOvr>
</p:sld>
</file>

<file path=ppt/slides/slide2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ns2:creationId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ns2:creationId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ns2:creationId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ns2:creationId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ns2:creationId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ns2:creationId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ns2:creationId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ns2:creationId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ns2:creationId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ns2:creationId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ns2:creationId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ns2:creationId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ns2:creationId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ns2:creationId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ns2:creationId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ns2:creationId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ns2:creationId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ns2:creationId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ns2:creationId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ns2:creationId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ns2:creationId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ns2:creationId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ns5:creationId val="278382672"/>
      </p:ext>
    </p:extLst>
  </p:cSld>
  <p:clrMapOvr>
    <a:masterClrMapping/>
  </p:clrMapOvr>
</p:sld>
</file>

<file path=ppt/slides/slide2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ns2:creationId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ns2:creationId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ns2:creationId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ns2:creationId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ns2:creationId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ns2:creationId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ns2:creationId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ns2:creationId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ns2:creationId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ns2:creationId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ns2:creationId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ns2:creationId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ns2:creationId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ns2:creationId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ns2:creationId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ns2:creationId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ns2:creationId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ns2:creationId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ns2:creationId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ns2:creationId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ns2:creationId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ns2:creationId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ns2:creationId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ns2:creationId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ns2:creationId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ns2:creationId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ns2:creationId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ns2:creationId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ns2:creationId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ns2:creationId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ns2:creationId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ns2:creationId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1394553663"/>
      </p:ext>
    </p:extLst>
  </p:cSld>
  <p:clrMapOvr>
    <a:masterClrMapping/>
  </p:clrMapOvr>
</p:sld>
</file>

<file path=ppt/slides/slide2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ns2:creationId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ns2:creationId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ns2:creationId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ns2:creationId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ns2:creationId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ns2:creationId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ns2:creationId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ns2:creationId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ns2:creationId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ns2:creationId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ns2:creationId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ns2:creationId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ns2:creationId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ns2:creationId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ns2:creationId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ns2:creationId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ns2:creationId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ns2:creationId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ns2:creationId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ns2:creationId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ns2:creationId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ns2:creationId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ns2:creationId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ns2:creationId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08886449"/>
      </p:ext>
    </p:extLst>
  </p:cSld>
  <p:clrMapOvr>
    <a:masterClrMapping/>
  </p:clrMapOvr>
</p:sld>
</file>

<file path=ppt/slides/slide2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ns2:creationId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ns2:creationId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ns2:creationId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ns2:creationId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ns2:creationId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ns2:creationId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ns2:creationId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ns2:creationId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ns2:creationId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ns2:creationId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ns2:creationId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ns2:creationId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ns2:creationId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ns2:creationId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ns2:creationId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ns2:creationId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ns2:creationId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ns2:creationId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ns2:creationId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ns2:creationId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ns2:creationId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ns2:creationId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ns2:creationId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ns2:creationId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ns2:creationId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ns2:creationId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ns2:creationId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ns2:creationId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ns2:creationId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ns2:creationId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ns2:creationId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ns2:creationId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ns2:creationId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ns2:creationId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ns2:creationId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ns2:creationId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ns2:creationId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ns2:creationId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ns2:creationId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ns2:creationId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ns2:creationId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ns3:creationId val="1042290697"/>
      </p:ext>
    </p:extLst>
  </p:cSld>
  <p:clrMapOvr>
    <a:masterClrMapping/>
  </p:clrMapOvr>
</p:sld>
</file>

<file path=ppt/slides/slide2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ns2:creationId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ns2:creationId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ns2:creationId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ns2:creationId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ns2:creationId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ns2:creationId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ns2:creationId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ns2:creationId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ns2:creationId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ns2:creationId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ns2:creationId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ns2:creationId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ns2:creationId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ns2:creationId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ns2:creationId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ns2:creationId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ns2:creationId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ns2:creationId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ns2:creationId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ns2:creationId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ns2:creationId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ns2:creationId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ns2:creationId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ns2:creationId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ns2:creationId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ns2:creationId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ns2:creationId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ns2:creationId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ns2:creationId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ns2:creationId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ns2:creationId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ns2:creationId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ns2:creationId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ns2:creationId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ns2:creationId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ns2:creationId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ns2:creationId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ns2:creationId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ns2:creationId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ns2:creationId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ns2:creationId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ns2:creationId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ns2:creationId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ns2:creationId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ns2:creationId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ns2:creationId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ns2:creationId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ns2:creationId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ns2:creationId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ns2:creationId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ns2:creationId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ns2:creationId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ns2:creationId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ns2:creationId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ns2:creationId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ns2:creationId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ns2:creationId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ns2:creationId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ns2:creationId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ns2:creationId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ns2:creationId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ns2:creationId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ns2:creationId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ns2:creationId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ns2:creationId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ns2:creationId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ns2:creationId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9923217"/>
      </p:ext>
    </p:extLst>
  </p:cSld>
  <p:clrMapOvr>
    <a:masterClrMapping/>
  </p:clrMapOvr>
</p:sld>
</file>

<file path=ppt/slides/slide2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ns2:creationId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ns2:creationId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ns2:creationId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ns2:creationId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ns2:creationId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ns2:creationId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ns2:creationId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ns2:creationId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ns2:creationId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ns2:creationId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ns2:creationId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ns2:creationId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ns2:creationId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ns2:creationId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ns2:creationId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ns2:creationId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ns2:creationId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ns2:creationId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ns2:creationId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ns2:creationId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ns2:creationId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ns2:creationId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ns2:creationId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ns2:creationId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ns2:creationId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ns2:creationId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ns2:creationId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ns2:creationId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ns2:creationId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ns2:creationId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ns2:creationId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ns2:creationId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ns2:creationId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ns2:creationId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ns2:creationId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ns2:creationId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ns2:creationId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ns2:creationId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ns2:creationId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ns2:creationId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ns2:creationId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ns2:creationId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ns2:creationId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ns2:creationId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ns2:creationId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ns2:creationId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ns2:creationId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ns2:creationId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ns2:creationId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ns2:creationId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ns2:creationId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ns2:creationId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ns2:creationId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ns2:creationId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ns2:creationId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ns2:creationId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ns2:creationId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ns2:creationId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ns2:creationId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ns2:creationId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ns2:creationId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ns2:creationId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ns2:creationId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ns2:creationId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ns2:creationId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ns2:creationId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ns2:creationId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ns2:creationId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ns2:creationId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ns2:creationId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ns2:creationId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ns2:creationId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ns2:creationId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ns2:creationId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ns2:creationId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ns2:creationId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ns2:creationId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ns2:creationId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ns2:creationId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ns2:creationId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ns2:creationId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ns2:creationId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ns2:creationId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ns2:creationId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ns2:creationId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ns2:creationId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ns2:creationId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ns2:creationId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ns2:creationId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ns2:creationId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ns2:creationId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ns2:creationId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ns2:creationId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ns2:creationId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ns2:creationId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ns2:creationId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ns2:creationId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679315531"/>
      </p:ext>
    </p:extLst>
  </p:cSld>
  <p:clrMapOvr>
    <a:masterClrMapping/>
  </p:clrMapOvr>
</p:sld>
</file>

<file path=ppt/slides/slide27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ns2:creationId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ns2:creationId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ns2:creationId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ns2:creationId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ns2:creationId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ns2:creationId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ns2:creationId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ns2:creationId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ns2:creationId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ns2:creationId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ns2:creationId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ns2:creationId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ns2:creationId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ns2:creationId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ns2:creationId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ns2:creationId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ns2:creationId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ns2:creationId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ns2:creationId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ns2:creationId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ns2:creationId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ns2:creationId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ns2:creationId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ns2:creationId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ns2:creationId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ns2:creationId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ns2:creationId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ns2:creationId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ns2:creationId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ns2:creationId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ns2:creationId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ns2:creationId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ns2:creationId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ns2:creationId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ns2:creationId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ns2:creationId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ns2:creationId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ns2:creationId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ns2:creationId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ns2:creationId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ns2:creationId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ns2:creationId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ns2:creationId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ns2:creationId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ns2:creationId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ns2:creationId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ns2:creationId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ns2:creationId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ns2:creationId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ns2:creationId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ns2:creationId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ns2:creationId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ns2:creationId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ns2:creationId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ns2:creationId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ns2:creationId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ns2:creationId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ns2:creationId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ns2:creationId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ns2:creationId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ns2:creationId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ns2:creationId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ns2:creationId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ns2:creationId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ns2:creationId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ns2:creationId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ns2:creationId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ns2:creationId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ns2:creationId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ns2:creationId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ns2:creationId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ns2:creationId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ns2:creationId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ns2:creationId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ns2:creationId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ns2:creationId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ns2:creationId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ns2:creationId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ns2:creationId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ns2:creationId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ns2:creationId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ns2:creationId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ns2:creationId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ns2:creationId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ns2:creationId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ns2:creationId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ns2:creationId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ns2:creationId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ns2:creationId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ns2:creationId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ns2:creationId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ns2:creationId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ns2:creationId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ns2:creationId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ns2:creationId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ns2:creationId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ns2:creationId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ns2:creationId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ns2:creationId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ns2:creationId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ns2:creationId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ns2:creationId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ns2:creationId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ns2:creationId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ns2:creationId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ns2:creationId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ns2:creationId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ns2:creationId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ns2:creationId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ns2:creationId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ns2:creationId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ns2:creationId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ns2:creationId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ns2:creationId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ns2:creationId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ns2:creationId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ns2:creationId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ns2:creationId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ns2:creationId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ns2:creationId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ns2:creationId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ns2:creationId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ns2:creationId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ns2:creationId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ns2:creationId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ns2:creationId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ns2:creationId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ns2:creationId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ns2:creationId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ns2:creationId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ns2:creationId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ns2:creationId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ns2:creationId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ns2:creationId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ns2:creationId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ns2:creationId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ns2:creationId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ns2:creationId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ns2:creationId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ns2:creationId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ns2:creationId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ns2:creationId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ns2:creationId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ns2:creationId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ns2:creationId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ns2:creationId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ns2:creationId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ns2:creationId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ns2:creationId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ns2:creationId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ns2:creationId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ns2:creationId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ns2:creationId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ns2:creationId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ns2:creationId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ns2:creationId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ns2:creationId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ns2:creationId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ns2:creationId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ns2:creationId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ns2:creationId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ns2:creationId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ns2:creationId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ns2:creationId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ns2:creationId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ns2:creationId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ns2:creationId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ns2:creationId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ns2:creationId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ns2:creationId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ns2:creationId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ns2:creationId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ns2:creationId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ns2:creationId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ns2:creationId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ns2:creationId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ns2:creationId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ns2:creationId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ns2:creationId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ns2:creationId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ns2:creationId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ns2:creationId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ns2:creationId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ns2:creationId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ns2:creationId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ns2:creationId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ns2:creationId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ns2:creationId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ns2:creationId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ns2:creationId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ns2:creationId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ns2:creationId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ns2:creationId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ns2:creationId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ns2:creationId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ns2:creationId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ns2:creationId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ns2:creationId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ns2:creationId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ns2:creationId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ns2:creationId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ns2:creationId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ns2:creationId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ns2:creationId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ns2:creationId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ns2:creationId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ns2:creationId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ns2:creationId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ns2:creationId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ns2:creationId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ns2:creationId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ns2:creationId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ns2:creationId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ns2:creationId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ns2:creationId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ns2:creationId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ns2:creationId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ns2:creationId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ns2:creationId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ns2:creationId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ns2:creationId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ns2:creationId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ns2:creationId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4:creationId val="3670718787"/>
      </p:ext>
    </p:extLst>
  </p:cSld>
  <p:clrMapOvr>
    <a:masterClrMapping/>
  </p:clrMapOvr>
</p:sld>
</file>

<file path=ppt/slides/slide27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ns2:creationId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ns2:creationId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ns2:creationId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ns2:creationId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ns2:creationId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ns2:creationId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ns2:creationId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ns2:creationId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ns2:creationId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ns2:creationId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ns2:creationId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ns2:creationId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ns2:creationId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ns2:creationId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ns2:creationId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ns2:creationId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ns2:creationId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ns2:creationId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ns2:creationId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ns2:creationId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ns2:creationId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ns2:creationId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ns2:creationId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ns2:creationId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ns2:creationId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ns2:creationId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ns2:creationId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ns2:creationId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ns2:creationId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ns2:creationId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ns2:creationId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ns2:creationId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ns2:creationId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ns2:creationId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ns2:creationId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ns2:creationId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ns2:creationId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ns2:creationId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ns2:creationId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ns2:creationId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ns2:creationId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ns2:creationId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ns2:creationId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ns2:creationId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ns2:creationId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ns2:creationId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ns2:creationId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ns2:creationId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ns2:creationId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ns2:creationId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ns2:creationId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ns2:creationId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ns2:creationId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ns2:creationId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ns2:creationId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ns2:creationId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ns2:creationId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ns2:creationId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ns2:creationId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ns2:creationId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ns2:creationId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ns2:creationId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ns2:creationId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ns2:creationId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ns2:creationId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ns2:creationId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ns2:creationId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ns2:creationId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ns2:creationId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ns2:creationId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ns2:creationId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ns2:creationId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ns2:creationId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ns2:creationId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ns2:creationId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ns2:creationId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ns2:creationId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ns2:creationId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ns2:creationId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ns2:creationId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ns2:creationId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ns2:creationId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ns2:creationId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ns2:creationId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ns2:creationId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ns2:creationId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ns2:creationId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ns2:creationId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ns2:creationId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ns2:creationId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ns2:creationId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ns2:creationId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ns2:creationId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ns2:creationId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ns2:creationId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ns2:creationId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ns2:creationId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ns2:creationId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ns2:creationId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ns2:creationId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ns2:creationId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ns2:creationId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ns2:creationId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ns2:creationId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ns2:creationId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ns2:creationId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ns2:creationId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ns2:creationId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ns2:creationId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ns2:creationId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ns2:creationId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ns2:creationId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ns2:creationId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ns2:creationId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ns2:creationId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ns2:creationId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ns2:creationId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ns2:creationId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ns2:creationId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ns2:creationId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ns2:creationId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ns2:creationId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ns2:creationId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ns2:creationId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ns2:creationId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ns2:creationId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ns2:creationId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ns2:creationId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ns2:creationId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ns2:creationId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ns2:creationId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ns2:creationId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ns2:creationId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ns2:creationId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ns2:creationId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ns2:creationId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ns2:creationId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ns2:creationId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ns2:creationId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ns2:creationId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ns2:creationId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ns2:creationId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ns2:creationId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ns2:creationId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ns2:creationId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ns2:creationId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ns2:creationId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ns2:creationId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ns2:creationId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4:creationId val="3199599193"/>
      </p:ext>
    </p:extLst>
  </p:cSld>
  <p:clrMapOvr>
    <a:masterClrMapping/>
  </p:clrMapOvr>
</p:sld>
</file>

<file path=ppt/slides/slide273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ns2:creationId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ns2:creationId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ns2:creationId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ns2:creationId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ns2:creationId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ns2:creationId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ns2:creationId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ns2:creationId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ns2:creationId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ns2:creationId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ns2:creationId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ns2:creationId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ns2:creationId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ns2:creationId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ns2:creationId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ns2:creationId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ns2:creationId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ns2:creationId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ns2:creationId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ns2:creationId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ns2:creationId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ns2:creationId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ns2:creationId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ns2:creationId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ns2:creationId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ns2:creationId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ns2:creationId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ns2:creationId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ns2:creationId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ns2:creationId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ns2:creationId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ns2:creationId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ns2:creationId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ns2:creationId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ns2:creationId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ns2:creationId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ns2:creationId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ns2:creationId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ns2:creationId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ns2:creationId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ns2:creationId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ns2:creationId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ns2:creationId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ns2:creationId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ns2:creationId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ns2:creationId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ns2:creationId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ns2:creationId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ns2:creationId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ns2:creationId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ns2:creationId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ns2:creationId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ns2:creationId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ns2:creationId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ns2:creationId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ns2:creationId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ns2:creationId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ns2:creationId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ns2:creationId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ns2:creationId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ns2:creationId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ns2:creationId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543629108"/>
      </p:ext>
    </p:extLst>
  </p:cSld>
  <p:clrMapOvr>
    <a:masterClrMapping/>
  </p:clrMapOvr>
</p:sld>
</file>

<file path=ppt/slides/slide27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ns2:creationId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ns2:creationId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ns2:creationId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ns2:creationId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ns2:creationId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ns2:creationId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ns2:creationId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ns2:creationId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ns2:creationId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ns2:creationId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ns2:creationId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ns2:creationId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ns2:creationId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ns2:creationId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ns2:creationId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ns2:creationId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ns2:creationId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ns2:creationId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ns2:creationId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ns2:creationId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ns2:creationId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ns2:creationId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ns2:creationId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ns2:creationId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ns2:creationId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ns2:creationId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ns2:creationId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ns2:creationId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ns2:creationId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ns2:creationId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ns2:creationId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ns2:creationId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ns2:creationId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ns2:creationId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ns2:creationId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ns2:creationId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ns2:creationId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ns2:creationId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ns2:creationId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ns2:creationId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ns2:creationId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ns2:creationId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ns2:creationId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ns2:creationId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ns2:creationId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ns2:creationId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ns2:creationId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ns2:creationId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ns2:creationId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ns2:creationId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ns2:creationId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ns2:creationId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ns2:creationId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ns2:creationId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ns2:creationId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ns2:creationId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ns2:creationId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ns2:creationId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ns2:creationId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ns2:creationId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ns2:creationId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ns2:creationId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ns2:creationId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ns2:creationId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ns2:creationId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ns2:creationId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ns2:creationId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ns2:creationId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ns2:creationId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ns2:creationId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ns2:creationId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ns2:creationId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ns2:creationId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ns2:creationId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ns2:creationId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ns2:creationId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ns2:creationId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ns2:creationId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ns2:creationId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ns2:creationId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ns2:creationId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ns2:creationId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ns2:creationId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ns2:creationId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ns2:creationId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ns2:creationId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ns2:creationId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ns2:creationId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ns2:creationId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ns2:creationId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ns2:creationId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ns2:creationId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ns2:creationId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ns2:creationId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ns2:creationId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ns2:creationId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ns2:creationId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ns2:creationId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ns2:creationId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ns2:creationId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ns2:creationId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ns2:creationId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ns2:creationId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ns2:creationId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ns2:creationId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ns2:creationId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ns2:creationId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ns2:creationId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ns2:creationId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ns2:creationId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ns2:creationId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ns2:creationId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ns2:creationId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ns2:creationId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ns2:creationId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ns2:creationId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ns2:creationId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ns2:creationId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ns2:creationId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ns2:creationId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ns2:creationId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ns2:creationId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ns2:creationId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ns2:creationId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ns2:creationId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ns2:creationId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ns2:creationId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ns2:creationId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ns2:creationId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ns2:creationId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ns2:creationId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ns2:creationId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ns2:creationId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ns2:creationId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ns2:creationId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ns2:creationId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ns2:creationId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ns2:creationId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ns2:creationId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ns2:creationId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ns2:creationId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ns2:creationId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ns2:creationId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ns2:creationId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ns2:creationId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ns2:creationId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ns2:creationId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ns2:creationId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ns2:creationId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ns2:creationId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ns2:creationId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ns2:creationId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ns2:creationId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ns2:creationId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ns2:creationId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ns2:creationId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ns2:creationId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ns2:creationId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ns2:creationId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ns2:creationId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ns2:creationId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ns2:creationId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ns2:creationId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ns2:creationId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ns2:creationId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ns2:creationId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ns2:creationId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ns2:creationId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ns2:creationId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ns2:creationId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ns2:creationId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ns2:creationId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ns2:creationId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ns2:creationId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ns2:creationId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ns2:creationId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ns2:creationId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ns2:creationId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ns2:creationId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ns2:creationId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ns2:creationId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ns2:creationId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ns2:creationId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ns2:creationId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ns2:creationId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ns2:creationId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ns2:creationId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ns2:creationId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ns2:creationId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ns2:creationId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ns2:creationId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ns2:creationId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ns2:creationId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ns2:creationId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ns2:creationId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ns2:creationId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ns2:creationId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ns2:creationId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ns2:creationId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ns2:creationId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ns2:creationId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ns2:creationId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ns2:creationId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ns2:creationId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ns2:creationId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ns2:creationId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ns2:creationId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ns2:creationId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ns2:creationId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ns2:creationId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ns2:creationId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ns2:creationId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ns2:creationId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ns2:creationId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ns2:creationId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ns2:creationId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ns2:creationId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ns2:creationId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ns2:creationId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ns2:creationId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ns2:creationId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ns2:creationId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ns2:creationId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ns2:creationId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ns2:creationId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ns2:creationId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ns2:creationId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ns2:creationId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ns2:creationId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ns2:creationId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ns2:creationId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ns2:creationId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ns2:creationId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ns2:creationId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ns2:creationId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ns2:creationId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ns2:creationId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ns2:creationId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ns2:creationId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ns2:creationId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ns2:creationId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ns2:creationId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ns2:creationId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ns2:creationId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ns2:creationId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ns2:creationId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ns2:creationId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ns2:creationId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ns2:creationId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ns2:creationId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ns2:creationId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ns2:creationId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ns2:creationId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ns2:creationId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ns2:creationId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ns2:creationId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ns2:creationId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ns2:creationId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ns2:creationId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ns2:creationId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ns2:creationId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ns2:creationId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ns2:creationId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ns2:creationId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ns2:creationId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ns2:creationId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ns2:creationId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ns2:creationId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ns2:creationId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ns2:creationId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ns2:creationId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ns2:creationId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ns2:creationId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ns2:creationId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ns2:creationId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ns2:creationId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ns2:creationId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ns2:creationId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ns2:creationId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ns2:creationId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ns2:creationId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ns2:creationId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ns2:creationId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ns2:creationId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ns2:creationId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ns2:creationId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ns2:creationId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ns2:creationId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ns2:creationId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ns2:creationId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ns2:creationId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ns2:creationId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ns2:creationId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ns2:creationId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ns2:creationId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ns2:creationId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ns2:creationId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ns2:creationId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ns2:creationId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ns2:creationId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ns2:creationId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ns2:creationId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ns2:creationId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ns2:creationId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ns2:creationId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ns2:creationId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ns2:creationId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ns2:creationId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ns2:creationId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ns2:creationId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ns2:creationId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ns2:creationId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ns2:creationId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ns2:creationId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ns2:creationId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ns2:creationId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ns2:creationId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ns2:creationId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ns2:creationId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ns2:creationId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ns2:creationId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ns2:creationId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ns2:creationId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ns2:creationId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ns2:creationId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ns2:creationId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ns2:creationId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ns2:creationId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ns2:creationId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ns2:creationId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ns2:creationId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ns2:creationId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ns2:creationId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ns2:creationId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ns2:creationId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ns2:creationId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ns2:creationId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ns2:creationId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ns2:creationId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ns2:creationId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ns2:creationId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ns2:creationId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ns2:creationId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ns2:creationId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ns2:creationId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ns2:creationId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ns2:creationId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ns2:creationId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ns2:creationId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ns2:creationId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ns2:creationId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ns2:creationId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ns2:creationId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ns2:creationId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ns2:creationId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ns2:creationId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ns2:creationId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ns2:creationId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ns2:creationId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ns2:creationId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ns2:creationId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ns2:creationId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ns2:creationId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ns2:creationId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ns2:creationId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ns2:creationId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ns2:creationId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ns2:creationId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ns2:creationId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ns2:creationId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ns2:creationId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ns2:creationId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ns2:creationId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ns2:creationId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ns2:creationId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ns2:creationId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ns2:creationId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ns2:creationId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ns2:creationId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ns2:creationId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ns2:creationId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ns2:creationId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ns2:creationId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ns2:creationId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ns2:creationId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ns2:creationId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ns2:creationId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ns2:creationId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ns2:creationId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ns2:creationId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ns2:creationId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ns2:creationId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ns2:creationId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ns2:creationId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ns2:creationId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ns2:creationId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ns2:creationId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ns2:creationId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ns2:creationId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ns2:creationId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ns2:creationId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ns2:creationId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ns2:creationId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ns2:creationId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ns2:creationId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ns2:creationId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ns2:creationId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ns2:creationId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ns2:creationId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ns2:creationId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ns2:creationId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ns2:creationId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ns2:creationId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ns2:creationId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ns2:creationId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ns2:creationId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ns2:creationId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ns2:creationId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ns2:creationId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ns2:creationId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ns2:creationId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ns2:creationId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ns2:creationId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ns2:creationId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ns2:creationId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ns2:creationId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ns2:creationId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ns2:creationId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ns2:creationId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ns2:creationId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ns2:creationId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ns2:creationId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ns2:creationId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ns2:creationId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ns2:creationId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ns2:creationId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ns2:creationId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ns2:creationId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ns2:creationId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ns2:creationId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ns2:creationId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ns2:creationId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ns2:creationId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ns2:creationId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ns2:creationId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ns2:creationId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ns2:creationId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ns2:creationId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ns2:creationId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ns2:creationId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ns2:creationId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ns2:creationId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ns2:creationId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ns2:creationId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ns2:creationId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ns2:creationId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ns2:creationId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ns2:creationId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ns2:creationId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ns2:creationId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ns2:creationId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ns2:creationId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ns2:creationId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ns2:creationId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ns2:creationId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ns2:creationId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ns2:creationId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ns2:creationId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ns2:creationId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ns2:creationId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ns2:creationId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ns2:creationId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ns2:creationId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ns2:creationId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ns2:creationId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ns2:creationId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ns2:creationId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ns2:creationId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ns2:creationId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ns2:creationId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ns2:creationId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3:creationId val="3432766378"/>
      </p:ext>
    </p:extLst>
  </p:cSld>
  <p:clrMapOvr>
    <a:masterClrMapping/>
  </p:clrMapOvr>
</p:sld>
</file>

<file path=ppt/slides/slide2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ns2:creationId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ns2:creationId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ns2:creationId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ns2:creationId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ns2:creationId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ns2:creationId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ns2:creationId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ns2:creationId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ns2:creationId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ns2:creationId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ns2:creationId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ns2:creationId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ns2:creationId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ns2:creationId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ns2:creationId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ns2:creationId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ns2:creationId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ns2:creationId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ns2:creationId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ns2:creationId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ns2:creationId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ns2:creationId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ns2:creationId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ns2:creationId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ns2:creationId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ns2:creationId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ns2:creationId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ns2:creationId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16776759"/>
      </p:ext>
    </p:extLst>
  </p:cSld>
  <p:clrMapOvr>
    <a:masterClrMapping/>
  </p:clrMapOvr>
</p:sld>
</file>

<file path=ppt/slides/slide2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ns2:creationId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ns2:creationId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ns2:creationId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ns2:creationId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ns2:creationId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ns2:creationId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ns2:creationId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ns2:creationId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ns2:creationId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ns2:creationId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ns2:creationId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ns2:creationId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ns2:creationId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ns2:creationId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ns2:creationId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ns2:creationId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ns2:creationId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ns2:creationId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59097662"/>
      </p:ext>
    </p:extLst>
  </p:cSld>
  <p:clrMapOvr>
    <a:masterClrMapping/>
  </p:clrMapOvr>
</p:sld>
</file>

<file path=ppt/slides/slide2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ns2:creationId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ns2:creationId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ns2:creationId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ns2:creationId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ns2:creationId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ns2:creationId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ns2:creationId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ns2:creationId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ns2:creationId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ns2:creationId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ns2:creationId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ns2:creationId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ns2:creationId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ns2:creationId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ns2:creationId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ns2:creationId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ns2:creationId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ns2:creationId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ns2:creationId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ns2:creationId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ns2:creationId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ns2:creationId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ns2:creationId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ns2:creationId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ns2:creationId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ns2:creationId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ns2:creationId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ns2:creationId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ns2:creationId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ns2:creationId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ns2:creationId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ns2:creationId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ns2:creationId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ns2:creationId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ns2:creationId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ns2:creationId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ns2:creationId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ns2:creationId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ns2:creationId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ns2:creationId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ns2:creationId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ns2:creationId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ns2:creationId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ns2:creationId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ns2:creationId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ns2:creationId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ns2:creationId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ns2:creationId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ns2:creationId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ns2:creationId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ns2:creationId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ns2:creationId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ns2:creationId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ns2:creationId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ns2:creationId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ns2:creationId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ns2:creationId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ns2:creationId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ns2:creationId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328732531"/>
      </p:ext>
    </p:extLst>
  </p:cSld>
  <p:clrMapOvr>
    <a:masterClrMapping/>
  </p:clrMapOvr>
</p:sld>
</file>

<file path=ppt/slides/slide2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ns2:creationId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ns2:creationId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ns2:creationId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ns2:creationId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ns2:creationId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ns2:creationId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ns2:creationId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ns2:creationId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ns2:creationId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ns2:creationId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ns2:creationId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ns2:creationId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ns2:creationId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ns2:creationId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ns2:creationId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ns2:creationId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ns2:creationId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ns2:creationId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ns2:creationId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ns2:creationId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ns2:creationId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ns2:creationId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ns2:creationId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033038250"/>
      </p:ext>
    </p:extLst>
  </p:cSld>
  <p:clrMapOvr>
    <a:masterClrMapping/>
  </p:clrMapOvr>
</p:sld>
</file>

<file path=ppt/slides/slide2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ns2:creationId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ns2:creationId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ns2:creationId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ns2:creationId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ns2:creationId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ns2:creationId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ns2:creationId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ns2:creationId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ns2:creationId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ns2:creationId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ns2:creationId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ns2:creationId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ns2:creationId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ns2:creationId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ns2:creationId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ns2:creationId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ns2:creationId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ns2:creationId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ns2:creationId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ns2:creationId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ns2:creationId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ns2:creationId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ns2:creationId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ns2:creationId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ns2:creationId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ns2:creationId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ns2:creationId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ns2:creationId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ns2:creationId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ns2:creationId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ns2:creationId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ns2:creationId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ns2:creationId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ns2:creationId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ns2:creationId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ns2:creationId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ns2:creationId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ns2:creationId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ns2:creationId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ns2:creationId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ns2:creationId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ns2:creationId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ns2:creationId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ns2:creationId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ns2:creationId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ns2:creationId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ns2:creationId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ns2:creationId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ns2:creationId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2253"/>
      </p:ext>
    </p:extLst>
  </p:cSld>
  <p:clrMapOvr>
    <a:masterClrMapping/>
  </p:clrMapOvr>
</p:sld>
</file>

<file path=ppt/slides/slide28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ns2:creationId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ns2:creationId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ns2:creationId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ns2:creationId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ns2:creationId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ns2:creationId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ns2:creationId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ns2:creationId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ns2:creationId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ns2:creationId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ns2:creationId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ns2:creationId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ns2:creationId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ns2:creationId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ns2:creationId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ns2:creationId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ns2:creationId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ns2:creationId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ns2:creationId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ns2:creationId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ns2:creationId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ns2:creationId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ns2:creationId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ns2:creationId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ns2:creationId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ns2:creationId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ns2:creationId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ns2:creationId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ns2:creationId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ns2:creationId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ns2:creationId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ns2:creationId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ns2:creationId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ns2:creationId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ns2:creationId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ns2:creationId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ns2:creationId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ns2:creationId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ns2:creationId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ns2:creationId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ns2:creationId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ns2:creationId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ns2:creationId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ns2:creationId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ns2:creationId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ns2:creationId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ns2:creationId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ns2:creationId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ns2:creationId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ns2:creationId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ns2:creationId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ns2:creationId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ns2:creationId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ns2:creationId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ns2:creationId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1" name="正方形/長方形 270">
            <a:extLst>
              <a:ext uri="{FF2B5EF4-FFF2-40B4-BE49-F238E27FC236}">
                <ns2:creationId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ns2:creationId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ns2:creationId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ns2:creationId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ns2:creationId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ns2:creationId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ns2:creationId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ns2:creationId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ns2:creationId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ns2:creationId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ns2:creationId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ns2:creationId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ns2:creationId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ns2:creationId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ns2:creationId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ns2:creationId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ns2:creationId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ns2:creationId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ns2:creationId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ns2:creationId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ns2:creationId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ns2:creationId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ns2:creationId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ns2:creationId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ns2:creationId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4" name="正方形/長方形 293">
            <a:extLst>
              <a:ext uri="{FF2B5EF4-FFF2-40B4-BE49-F238E27FC236}">
                <ns2:creationId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ns2:creationId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ns2:creationId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ns2:creationId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ns2:creationId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ns2:creationId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ns2:creationId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ns2:creationId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ns2:creationId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ns2:creationId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ns2:creationId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ns2:creationId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ns2:creationId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ns2:creationId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ns2:creationId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ns2:creationId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ns2:creationId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ns2:creationId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ns2:creationId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ns2:creationId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ns2:creationId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ns2:creationId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ns2:creationId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ns2:creationId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ns2:creationId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ns2:creationId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ns2:creationId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ns2:creationId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ns2:creationId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ns2:creationId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ns2:creationId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ns2:creationId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ns2:creationId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ns2:creationId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ns2:creationId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ns2:creationId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ns2:creationId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ns2:creationId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ns2:creationId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ns2:creationId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ns2:creationId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ns2:creationId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ns2:creationId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ns2:creationId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ns2:creationId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ns2:creationId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ns2:creationId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ns2:creationId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ns2:creationId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ns2:creationId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ns2:creationId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ns2:creationId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ns2:creationId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ns2:creationId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ns2:creationId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ns2:creationId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ns2:creationId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ns2:creationId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ns2:creationId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ns2:creationId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ns2:creationId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ns2:creationId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ns2:creationId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ns2:creationId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ns2:creationId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ns2:creationId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3" name="正方形/長方形 382">
            <a:extLst>
              <a:ext uri="{FF2B5EF4-FFF2-40B4-BE49-F238E27FC236}">
                <ns2:creationId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ns2:creationId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ns2:creationId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ns2:creationId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ns2:creationId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ns2:creationId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ns2:creationId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ns2:creationId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ns2:creationId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ns2:creationId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ns2:creationId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ns2:creationId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ns2:creationId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ns2:creationId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ns2:creationId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ns2:creationId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ns2:creationId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ns2:creationId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ns2:creationId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ns2:creationId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ns2:creationId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ns2:creationId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ns2:creationId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ns2:creationId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ns2:creationId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ns2:creationId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ns2:creationId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ns2:creationId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ns2:creationId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ns2:creationId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ns2:creationId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ns2:creationId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ns2:creationId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ns2:creationId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ns2:creationId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ns2:creationId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ns2:creationId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ns2:creationId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ns2:creationId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ns2:creationId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ns2:creationId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ns2:creationId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ns2:creationId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ns2:creationId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ns2:creationId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ns2:creationId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ns2:creationId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ns2:creationId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ns2:creationId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ns2:creationId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ns2:creationId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ns2:creationId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ns2:creationId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ns2:creationId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ns2:creationId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ns2:creationId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ns2:creationId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ns2:creationId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ns2:creationId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ns2:creationId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ns2:creationId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ns5:chart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ns2:creationId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ns2:creationId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ns2:creationId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ns2:creationId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ns2:creationId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1" name="グラフ 500">
              <a:extLst>
                <a:ext uri="{FF2B5EF4-FFF2-40B4-BE49-F238E27FC236}">
                  <ns2:creationId id="{2858518B-7717-4020-42E2-735B1D5C54E3}"/>
                </a:ext>
              </a:extLst>
            </p:cNvPr>
            <p:cNvPicPr>
              <a:picLocks noGrp="1" noRot="1" noChangeAspect="1" noMove="1" noResize="1" noEditPoints="1" noAdjustHandles="1" noChangeArrowheads="1" noChangeShapeType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2888" y="5364997"/>
              <a:ext cx="2717943" cy="578603"/>
            </a:xfrm>
            <a:prstGeom prst="rect">
              <a:avLst/>
            </a:prstGeom>
          </p:spPr>
        </p:pic>
        <p:sp>
          <p:nvSpPr>
            <p:cNvPr id="503" name="正方形/長方形 502">
              <a:extLst>
                <a:ext uri="{FF2B5EF4-FFF2-40B4-BE49-F238E27FC236}">
                  <ns2:creationId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ns2:creationId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ns2:creationId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ns2:creationId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ns2:creationId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ns5:chart r:id="rId10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ns2:creationId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ns2:creationId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ns2:creationId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932819974"/>
      </p:ext>
    </p:extLst>
  </p:cSld>
  <p:clrMapOvr>
    <a:masterClrMapping/>
  </p:clrMapOvr>
</p:sld>
</file>

<file path=ppt/slides/slide2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ns2:creationId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ns2:creationId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ns2:creationId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ns2:creationId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ns2:creationId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ns2:creationId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ns2:creationId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ns2:creationId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ns2:creationId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ns2:creationId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ns2:creationId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ns2:creationId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ns2:creationId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ns2:creationId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ns2:creationId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ns2:creationId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ns2:creationId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ns2:creationId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ns2:creationId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ns2:creationId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ns2:creationId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ns2:creationId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ns2:creationId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ns2:creationId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ns2:creationId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ns2:creationId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ns2:creationId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ns2:creationId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ns2:creationId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ns2:creationId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ns2:creationId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ns2:creationId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ns2:creationId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ns2:creationId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ns2:creationId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ns2:creationId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ns2:creationId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ns2:creationId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ns2:creationId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ns2:creationId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ns2:creationId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ns2:creationId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ns2:creationId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ns2:creationId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ns2:creationId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ns2:creationId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ns2:creationId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ns2:creationId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ns2:creationId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3070362"/>
      </p:ext>
    </p:extLst>
  </p:cSld>
  <p:clrMapOvr>
    <a:masterClrMapping/>
  </p:clrMapOvr>
</p:sld>
</file>

<file path=ppt/slides/slide2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ns2:creationId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ns2:creationId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ns2:creationId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ns2:creationId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ns2:creationId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ns2:creationId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ns2:creationId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ns2:creationId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ns2:creationId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ns2:creationId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ns2:creationId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ns2:creationId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ns2:creationId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ns2:creationId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ns2:creationId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ns2:creationId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ns2:creationId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ns2:creationId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ns2:creationId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ns2:creationId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ns2:creationId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ns2:creationId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ns2:creationId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ns2:creationId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ns2:creationId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ns2:creationId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ns2:creationId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ns2:creationId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ns2:creationId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ns2:creationId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ns2:creationId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ns2:creationId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ns2:creationId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ns2:creationId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ns2:creationId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ns2:creationId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ns2:creationId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ns2:creationId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ns2:creationId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ns2:creationId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ns2:creationId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ns2:creationId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ns2:creationId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ns2:creationId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ns2:creationId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ns2:creationId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ns2:creationId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ns2:creationId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ns2:creationId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97243955"/>
      </p:ext>
    </p:extLst>
  </p:cSld>
  <p:clrMapOvr>
    <a:masterClrMapping/>
  </p:clrMapOvr>
</p:sld>
</file>

<file path=ppt/slides/slide2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ns2:creationId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ns2:creationId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ns2:creationId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ns2:creationId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ns2:creationId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ns2:creationId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ns2:creationId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ns2:creationId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ns2:creationId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ns2:creationId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ns2:creationId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ns2:creationId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ns2:creationId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ns2:creationId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ns2:creationId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ns2:creationId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ns2:creationId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ns2:creationId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ns2:creationId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ns2:creationId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ns2:creationId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ns2:creationId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ns2:creationId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ns2:creationId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ns2:creationId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ns2:creationId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ns2:creationId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ns2:creationId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ns2:creationId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ns2:creationId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ns2:creationId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ns2:creationId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ns2:creationId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ns2:creationId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ns2:creationId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ns2:creationId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ns2:creationId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ns2:creationId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63115785"/>
      </p:ext>
    </p:extLst>
  </p:cSld>
  <p:clrMapOvr>
    <a:masterClrMapping/>
  </p:clrMapOvr>
</p:sld>
</file>

<file path=ppt/slides/slide2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ns2:creationId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ns2:creationId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ns2:creationId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ns2:creationId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ns2:creationId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ns2:creationId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ns2:creationId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ns2:creationId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ns2:creationId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ns2:creationId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ns2:creationId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ns2:creationId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ns2:creationId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ns2:creationId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ns2:creationId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ns2:creationId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ns2:creationId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ns2:creationId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ns2:creationId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ns2:creationId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ns2:creationId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ns2:creationId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ns2:creationId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ns2:creationId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ns2:creationId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ns2:creationId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ns2:creationId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ns2:creationId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ns2:creationId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ns2:creationId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ns2:creationId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ns2:creationId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ns2:creationId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ns2:creationId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ns2:creationId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ns2:creationId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ns2:creationId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ns2:creationId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ns2:creationId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ns2:creationId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ns2:creationId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ns2:creationId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ns2:creationId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ns2:creationId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ns2:creationId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ns2:creationId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ns2:creationId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ns2:creationId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ns2:creationId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ns2:creationId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ns2:creationId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ns2:creationId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ns2:creationId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ns2:creationId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ns2:creationId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ns2:creationId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ns2:creationId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ns2:creationId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ns2:creationId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ns2:creationId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ns2:creationId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ns2:creationId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ns2:creationId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ns2:creationId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ns2:creationId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ns2:creationId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ns2:creationId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ns2:creationId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ns2:creationId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ns2:creationId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ns2:creationId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ns2:creationId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ns2:creationId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ns2:creationId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ns2:creationId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ns2:creationId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ns2:creationId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ns2:creationId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ns2:creationId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ns2:creationId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ns2:creationId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ns2:creationId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ns2:creationId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ns2:creationId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ns2:creationId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ns2:creationId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ns2:creationId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ns2:creationId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ns2:creationId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ns2:creationId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ns2:creationId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ns2:creationId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ns2:creationId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ns2:creationId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ns2:creationId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ns2:creationId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ns2:creationId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428303097"/>
      </p:ext>
    </p:extLst>
  </p:cSld>
  <p:clrMapOvr>
    <a:masterClrMapping/>
  </p:clrMapOvr>
</p:sld>
</file>

<file path=ppt/slides/slide2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ns2:creationId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ns2:creationId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ns2:creationId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ns2:creationId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ns2:creationId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ns2:creationId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ns2:creationId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ns2:creationId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ns2:creationId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ns2:creationId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ns2:creationId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ns2:creationId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ns2:creationId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ns2:creationId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ns2:creationId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ns2:creationId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ns2:creationId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ns2:creationId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ns2:creationId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ns2:creationId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ns2:creationId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ns2:creationId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ns2:creationId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ns2:creationId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ns2:creationId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ns2:creationId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ns2:creationId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ns2:creationId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ns2:creationId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ns2:creationId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ns2:creationId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ns2:creationId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ns2:creationId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ns2:creationId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ns2:creationId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ns2:creationId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ns2:creationId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ns2:creationId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ns2:creationId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ns2:creationId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ns2:creationId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ns2:creationId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ns2:creationId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ns2:creationId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ns2:creationId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ns2:creationId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ns2:creationId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ns2:creationId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ns2:creationId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ns2:creationId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ns2:creationId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ns2:creationId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ns2:creationId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ns2:creationId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ns2:creationId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ns2:creationId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ns2:creationId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ns2:creationId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ns2:creationId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48412579"/>
      </p:ext>
    </p:extLst>
  </p:cSld>
  <p:clrMapOvr>
    <a:masterClrMapping/>
  </p:clrMapOvr>
</p:sld>
</file>

<file path=ppt/slides/slide2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ns2:creationId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ns2:creationId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ns2:creationId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ns2:creationId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ns2:creationId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ns2:creationId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ns2:creationId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ns2:creationId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ns2:creationId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ns2:creationId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ns2:creationId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ns2:creationId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ns2:creationId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ns2:creationId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ns2:creationId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ns2:creationId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ns2:creationId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ns2:creationId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ns2:creationId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ns2:creationId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ns2:creationId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ns2:creationId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ns2:creationId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ns2:creationId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ns2:creationId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ns2:creationId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ns2:creationId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ns2:creationId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ns2:creationId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ns2:creationId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ns2:creationId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ns2:creationId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ns2:creationId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ns2:creationId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ns2:creationId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ns2:creationId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ns2:creationId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ns2:creationId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ns2:creationId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ns2:creationId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ns2:creationId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ns2:creationId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ns2:creationId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ns2:creationId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ns2:creationId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ns2:creationId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ns2:creationId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ns2:creationId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ns2:creationId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ns2:creationId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ns2:creationId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ns2:creationId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ns2:creationId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ns2:creationId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55433594"/>
      </p:ext>
    </p:extLst>
  </p:cSld>
  <p:clrMapOvr>
    <a:masterClrMapping/>
  </p:clrMapOvr>
</p:sld>
</file>

<file path=ppt/slides/slide2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ns2:creationId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ns2:creationId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ns2:creationId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ns2:creationId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ns2:creationId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ns2:creationId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ns2:creationId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ns2:creationId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ns2:creationId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ns2:creationId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ns2:creationId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ns2:creationId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ns2:creationId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ns2:creationId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ns2:creationId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ns2:creationId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ns2:creationId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ns2:creationId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ns2:creationId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76740542"/>
      </p:ext>
    </p:extLst>
  </p:cSld>
  <p:clrMapOvr>
    <a:masterClrMapping/>
  </p:clrMapOvr>
</p:sld>
</file>

<file path=ppt/slides/slide2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ns2:creationId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ns2:creationId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ns2:creationId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ns2:creationId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ns2:creationId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ns2:creationId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ns2:creationId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ns2:creationId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ns2:creationId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ns2:creationId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ns2:creationId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ns2:creationId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ns2:creationId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ns2:creationId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ns2:creationId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ns2:creationId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ns2:creationId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ns2:creationId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ns2:creationId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ns2:creationId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ns2:creationId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ns2:creationId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ns2:creationId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ns2:creationId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ns2:creationId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ns2:creationId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ns2:creationId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ns2:creationId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ns2:creationId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ns2:creationId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ns2:creationId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ns2:creationId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ns2:creationId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ns2:creationId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ns2:creationId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ns2:creationId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ns2:creationId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ns2:creationId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ns2:creationId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ns2:creationId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ns2:creationId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ns2:creationId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ns2:creationId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ns2:creationId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ns2:creationId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ns2:creationId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ns2:creationId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ns2:creationId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ns2:creationId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ns2:creationId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ns2:creationId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ns2:creationId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ns2:creationId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ns2:creationId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ns2:creationId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516324527"/>
      </p:ext>
    </p:extLst>
  </p:cSld>
  <p:clrMapOvr>
    <a:masterClrMapping/>
  </p:clrMapOvr>
</p:sld>
</file>

<file path=ppt/slides/slide28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ns2:creationId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ns2:creationId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ns2:creationId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ns2:creationId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ns2:creationId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ns2:creationId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ns2:creationId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ns2:creationId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ns2:creationId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ns2:creationId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ns2:creationId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ns2:creationId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ns2:creationId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ns2:creationId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ns2:creationId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ns2:creationId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ns2:creationId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ns2:creationId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ns2:creationId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ns2:creationId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ns2:creationId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ns2:creationId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ns2:creationId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ns2:creationId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ns2:creationId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ns2:creationId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ns2:creationId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ns2:creationId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ns2:creationId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ns2:creationId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ns2:creationId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ns2:creationId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ns2:creationId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ns2:creationId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ns2:creationId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ns2:creationId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525507316"/>
      </p:ext>
    </p:extLst>
  </p:cSld>
  <p:clrMapOvr>
    <a:masterClrMapping/>
  </p:clrMapOvr>
</p:sld>
</file>

<file path=ppt/slides/slide29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ns2:creationId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ns2:creationId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ns2:creationId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ns2:creationId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ns2:creationId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ns2:creationId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ns2:creationId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ns2:creationId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ns2:creationId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ns2:creationId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ns2:creationId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ns2:creationId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ns2:creationId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ns2:creationId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ns2:creationId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ns2:creationId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ns2:creationId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ns2:creationId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ns2:creationId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ns2:creationId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ns2:creationId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ns2:creationId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ns2:creationId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ns2:creationId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ns2:creationId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ns2:creationId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ns2:creationId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ns2:creationId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ns2:creationId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ns2:creationId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ns2:creationId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ns2:creationId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ns2:creationId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ns2:creationId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ns2:creationId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ns2:creationId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ns2:creationId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ns2:creationId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ns2:creationId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ns2:creationId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ns2:creationId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ns2:creationId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ns2:creationId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ns2:creationId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46544949"/>
      </p:ext>
    </p:extLst>
  </p:cSld>
  <p:clrMapOvr>
    <a:masterClrMapping/>
  </p:clrMapOvr>
</p:sld>
</file>

<file path=ppt/slides/slide29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ns2:creationId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ns2:creationId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ns2:creationId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ns2:creationId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ns2:creationId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ns2:creationId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ns2:creationId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ns2:creationId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ns2:creationId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ns2:creationId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ns2:creationId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ns2:creationId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ns2:creationId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ns2:creationId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ns2:creationId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ns2:creationId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ns2:creationId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ns2:creationId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ns2:creationId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ns2:creationId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ns2:creationId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Text Placeholder 7">
            <a:extLst>
              <a:ext uri="{FF2B5EF4-FFF2-40B4-BE49-F238E27FC236}">
                <ns2:creationId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ns2:creationId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ns2:creationId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ns2:creationId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ns2:creationId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ns2:creationId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ns2:creationId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ns2:creationId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ns2:creationId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ns2:creationId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円/楕円 34">
            <a:extLst>
              <a:ext uri="{FF2B5EF4-FFF2-40B4-BE49-F238E27FC236}">
                <ns2:creationId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ns2:creationId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ns2:creationId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ns2:creationId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ns2:creationId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ns2:creationId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ns2:creationId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ns2:creationId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ns2:creationId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ns2:creationId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ns2:creationId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ns2:creationId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ns2:creationId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ns2:creationId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ns2:creationId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ns2:creationId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ns2:creationId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ns2:creationId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4:creationId val="2451262478"/>
      </p:ext>
    </p:extLst>
  </p:cSld>
  <p:clrMapOvr>
    <a:masterClrMapping/>
  </p:clrMapOvr>
</p:sld>
</file>

<file path=ppt/slides/slide2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ns2:creationId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ns2:creationId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ns2:creationId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円/楕円 34">
            <a:extLst>
              <a:ext uri="{FF2B5EF4-FFF2-40B4-BE49-F238E27FC236}">
                <ns2:creationId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ns2:creationId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ns2:creationId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ns2:creationId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ns2:creationId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ns2:creationId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ns2:creationId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ns2:creationId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ns2:creationId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ns2:creationId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ns2:creationId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ns2:creationId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ns2:creationId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ns2:creationId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ns2:creationId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ns2:creationId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ns2:creationId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5:creationId val="1174490780"/>
      </p:ext>
    </p:extLst>
  </p:cSld>
  <p:clrMapOvr>
    <a:masterClrMapping/>
  </p:clrMapOvr>
</p:sld>
</file>

<file path=ppt/slides/slide2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ns2:creationId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ns2:creationId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ns2:creationId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ns2:creationId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ns2:creationId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ns2:creationId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ns2:creationId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ns2:creationId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ns2:creationId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856502866"/>
      </p:ext>
    </p:extLst>
  </p:cSld>
  <p:clrMapOvr>
    <a:masterClrMapping/>
  </p:clrMapOvr>
</p:sld>
</file>

<file path=ppt/slides/slide29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ns2:creationId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ns2:creationId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ns2:creationId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ns2:creationId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ns2:creationId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ns2:creationId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ns2:creationId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ns2:creationId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ns2:creationId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ns2:creationId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ns2:creationId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ns2:creationId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ns2:creationId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ns2:creationId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ns2:creationId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ns2:creationId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ns2:creationId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ns2:creationId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ns2:creationId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ns2:creationId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ns2:creationId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ns2:creationId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ns2:creationId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ns2:creationId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ns2:creationId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ns2:creationId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ns2:creationId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ns2:creationId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ns2:creationId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ns2:creationId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ns2:creationId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ns2:creationId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ns2:creationId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ns2:creationId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ns2:creationId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ns2:creationId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ns2:creationId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ns2:creationId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ns2:creationId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ns2:creationId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ns2:creationId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ns2:creationId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ns2:creationId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ns2:creationId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ns2:creationId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ns2:creationId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ns2:creationId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ns2:creationId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ns2:creationId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ns2:creationId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ns2:creationId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ns2:creationId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ns2:creationId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ns2:creationId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ns2:creationId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4:creationId val="3989591564"/>
      </p:ext>
    </p:extLst>
  </p:cSld>
  <p:clrMapOvr>
    <a:masterClrMapping/>
  </p:clrMapOvr>
</p:sld>
</file>

<file path=ppt/slides/slide2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ns2:creationId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ns2:creationId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ns2:creationId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ns2:creationId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ns2:creationId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ns2:creationId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ns2:creationId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ns2:creationId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ns2:creationId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ns2:creationId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ns2:creationId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ns2:creationId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ns2:creationId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ns2:creationId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ns2:creationId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ns2:creationId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ns2:creationId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ns2:creationId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ns2:creationId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ns2:creationId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ns5:creationId val="1740807955"/>
      </p:ext>
    </p:extLst>
  </p:cSld>
  <p:clrMapOvr>
    <a:masterClrMapping/>
  </p:clrMapOvr>
</p:sld>
</file>

<file path=ppt/slides/slide2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ns2:creationId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ns2:creationId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ns2:creationId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ns2:creationId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ns2:creationId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ns2:creationId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ns2:creationId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ns2:creationId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ns2:creationId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ns2:creationId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ns2:creationId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ns2:creationId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ns2:creationId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ns2:creationId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ns2:creationId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ns2:creationId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ns2:creationId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ns2:creationId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ns2:creationId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ns2:creationId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ns2:creationId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823415788"/>
      </p:ext>
    </p:extLst>
  </p:cSld>
  <p:clrMapOvr>
    <a:masterClrMapping/>
  </p:clrMapOvr>
</p:sld>
</file>

<file path=ppt/slides/slide2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ns2:creationId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ns2:creationId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ns2:creationId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ns2:creationId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ns2:creationId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ns2:creationId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ns2:creationId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ns2:creationId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ns2:creationId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ns2:creationId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ns2:creationId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ns2:creationId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ns2:creationId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ns2:creationId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ns2:creationId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ns2:creationId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ns2:creationId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ns2:creationId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ns2:creationId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ns2:creationId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ns2:creationId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ns2:creationId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ns2:creationId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ns2:creationId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ns2:creationId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ns2:creationId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ns2:creationId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ns2:creationId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59397612"/>
      </p:ext>
    </p:extLst>
  </p:cSld>
  <p:clrMapOvr>
    <a:masterClrMapping/>
  </p:clrMapOvr>
</p:sld>
</file>

<file path=ppt/slides/slide29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ns2:creationId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ns2:creationId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ns2:creationId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ns2:creationId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ns2:creationId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ns2:creationId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ns2:creationId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ns2:creationId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ns2:creationId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ns2:creationId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857198633"/>
      </p:ext>
    </p:extLst>
  </p:cSld>
  <p:clrMapOvr>
    <a:masterClrMapping/>
  </p:clrMapOvr>
</p:sld>
</file>

<file path=ppt/slides/slide2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ns2:creationId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ns2:creationId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ns2:creationId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ns2:creationId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ns2:creationId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ns2:creationId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ns2:creationId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ns2:creationId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ns2:creationId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ns2:creationId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ns2:creationId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ns2:creationId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ns2:creationId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ns2:creationId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ns2:creationId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ns2:creationId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ns2:creationId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ns2:creationId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ns2:creationId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ns2:creationId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ns2:creationId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ns2:creationId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ns2:creationId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ns2:creationId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ns2:creationId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ns2:creationId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ns2:creationId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ns2:creationId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ns2:creationId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ns2:creationId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ns2:creationId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ns2:creationId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ns2:creationId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ns2:creationId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ns2:creationId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ns2:creationId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ns2:creationId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ns5:creationId val="3619706335"/>
      </p:ext>
    </p:extLst>
  </p:cSld>
  <p:clrMapOvr>
    <a:masterClrMapping/>
  </p:clrMapOvr>
</p:sld>
</file>

<file path=ppt/slides/slide3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ns2:creationId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ns2:creationId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ns2:creationId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ns2:creationId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ns2:creationId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ns2:creationId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ns2:creationId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ns2:creationId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ns2:creationId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ns2:creationId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ns2:creationId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ns2:creationId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ns2:creationId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ns2:creationId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ns2:creationId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ns2:creationId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ns2:creationId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ns2:creationId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ns2:creationId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ns2:creationId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ns2:creationId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ns2:creationId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ns2:creationId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ns2:creationId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ns2:creationId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ns2:creationId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ns2:creationId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ns2:creationId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ns2:creationId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ns2:creationId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ns2:creationId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ns2:creationId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ns2:creationId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ns2:creationId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ns2:creationId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ns2:creationId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ns2:creationId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ns2:creationId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ns2:creationId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ns2:creationId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ns2:creationId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ns2:creationId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ns2:creationId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ns2:creationId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ns2:creationId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ns2:creationId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ns2:creationId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ns2:creationId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ns2:creationId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ns2:creationId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ns2:creationId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ns2:creationId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ns2:creationId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ns2:creationId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ns2:creationId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ns2:creationId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ns2:creationId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ns2:creationId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ns2:creationId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ns2:creationId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ns2:creationId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ns2:creationId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ns2:creationId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ns2:creationId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ns2:creationId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ns2:creationId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ns2:creationId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ns2:creationId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ns2:creationId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ns2:creationId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ns2:creationId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ns2:creationId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ns2:creationId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ns2:creationId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ns2:creationId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ns2:creationId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ns2:creationId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ns2:creationId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ns2:creationId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ns2:creationId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ns2:creationId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ns2:creationId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ns2:creationId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ns2:creationId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ns2:creationId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ns2:creationId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ns2:creationId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ns2:creationId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ns2:creationId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ns2:creationId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ns2:creationId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3469427088"/>
      </p:ext>
    </p:extLst>
  </p:cSld>
  <p:clrMapOvr>
    <a:masterClrMapping/>
  </p:clrMapOvr>
</p:sld>
</file>

<file path=ppt/slides/slide3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ns2:creationId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ns2:creationId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ns2:creationId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ns2:creationId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ns2:creationId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ns2:creationId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ns2:creationId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ns2:creationId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3481191025"/>
      </p:ext>
    </p:extLst>
  </p:cSld>
  <p:clrMapOvr>
    <a:masterClrMapping/>
  </p:clrMapOvr>
</p:sld>
</file>

<file path=ppt/slides/slide3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ns2:creationId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ns2:creationId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ns2:creationId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ns2:creationId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ns2:creationId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ns2:creationId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ns2:creationId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ns2:creationId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21034715"/>
      </p:ext>
    </p:extLst>
  </p:cSld>
  <p:clrMapOvr>
    <a:masterClrMapping/>
  </p:clrMapOvr>
</p:sld>
</file>

<file path=ppt/slides/slide3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ns2:creationId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ns2:creationId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ns2:creationId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ns2:creationId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ns2:creationId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ns2:creationId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ns2:creationId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ns2:creationId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ns2:creationId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ns2:creationId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ns2:creationId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ns2:creationId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ns2:creationId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ns2:creationId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ns2:creationId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ns2:creationId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ns2:creationId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ns2:creationId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ns2:creationId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ns2:creationId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ns2:creationId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ns2:creationId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ns2:creationId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ns2:creationId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ns2:creationId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ns2:creationId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ns2:creationId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ns2:creationId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ns2:creationId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ns2:creationId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ns2:creationId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ns2:creationId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ns2:creationId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ns2:creationId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ns2:creationId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ns2:creationId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ns2:creationId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ns2:creationId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ns2:creationId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ns2:creationId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ns2:creationId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ns2:creationId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ns2:creationId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ns2:creationId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ns2:creationId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ns2:creationId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ns2:creationId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ns2:creationId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ns2:creationId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ns2:creationId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ns2:creationId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ns2:creationId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ns2:creationId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ns2:creationId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ns2:creationId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ns2:creationId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ns2:creationId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ns2:creationId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ns2:creationId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11719639"/>
      </p:ext>
    </p:extLst>
  </p:cSld>
  <p:clrMapOvr>
    <a:masterClrMapping/>
  </p:clrMapOvr>
</p:sld>
</file>

<file path=ppt/slides/slide30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ns2:creationId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ns2:creationId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ns2:creationId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ns2:creationId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ns2:creationId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ns2:creationId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ns2:creationId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ns2:creationId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ns2:creationId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ns2:creationId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ns3:chart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ns2:creationId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ns2:creationId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ns2:creationId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ns2:creationId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ns3:chart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ns2:creationId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ns2:creationId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4144176520"/>
      </p:ext>
    </p:extLst>
  </p:cSld>
  <p:clrMapOvr>
    <a:masterClrMapping/>
  </p:clrMapOvr>
</p:sld>
</file>

<file path=ppt/slides/slide30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ns2:creationId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ns2:creationId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ns2:creationId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ns2:creationId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ns2:creationId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ns2:creationId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ns2:creationId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ns2:creationId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ns2:creationId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ns2:creationId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ns2:creationId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ns2:creationId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ns2:creationId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ns2:creationId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ns2:creationId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ns2:creationId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ns2:creationId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ns2:creationId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ns2:creationId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ns2:creationId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ns2:creationId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ns2:creationId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ns2:creationId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ns2:creationId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ns2:creationId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ns2:creationId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ns2:creationId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792423989"/>
      </p:ext>
    </p:extLst>
  </p:cSld>
  <p:clrMapOvr>
    <a:masterClrMapping/>
  </p:clrMapOvr>
</p:sld>
</file>

<file path=ppt/slides/slide3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ns2:creationId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ns2:creationId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ns2:creationId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ns2:creationId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ns2:creationId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ns2:creationId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ns2:creationId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ns2:creationId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ns2:creationId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ns2:creationId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ns2:creationId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ns2:creationId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ns2:creationId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ns2:creationId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ns2:creationId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ns2:creationId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ns2:creationId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ns2:creationId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ns2:creationId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ns2:creationId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ns2:creationId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ns2:creationId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ns2:creationId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ns2:creationId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ns2:creationId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ns2:creationId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ns2:creationId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ns2:creationId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5221072"/>
      </p:ext>
    </p:extLst>
  </p:cSld>
  <p:clrMapOvr>
    <a:masterClrMapping/>
  </p:clrMapOvr>
</p:sld>
</file>

<file path=ppt/slides/slide30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ns2:creationId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ns2:creationId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ns2:creationId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ns2:creationId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ns2:creationId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ns2:creationId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ns2:creationId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ns2:creationId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ns3:chart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ns2:creationId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ns2:creationId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ns2:creationId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ns2:creationId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ns2:creationId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ns2:creationId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ns2:creationId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ns2:creationId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ns2:creationId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ns2:creationId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ns2:creationId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ns2:creationId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ns2:creationId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ns2:creationId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ns2:creationId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ns2:creationId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ns2:creationId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ns2:creationId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ns2:creationId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ns2:creationId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ns2:creationId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ns2:creationId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ns2:creationId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ns2:creationId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ns2:creationId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ns2:creationId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ns2:creationId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ns2:creationId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ns2:creationId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ns2:creationId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ns2:creationId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ns2:creationId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ns2:creationId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ns2:creationId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ns2:creationId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ns2:creationId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ns2:creationId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ns2:creationId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ns2:creationId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ns2:creationId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ns2:creationId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ns2:creationId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ns2:creationId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ns2:creationId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ns2:creationId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ns2:creationId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ns2:creationId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ns2:creationId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ns2:creationId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ns2:creationId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ns2:creationId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ns2:creationId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ns2:creationId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ns2:creationId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ns2:creationId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ns2:creationId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2900433213"/>
      </p:ext>
    </p:extLst>
  </p:cSld>
  <p:clrMapOvr>
    <a:masterClrMapping/>
  </p:clrMapOvr>
</p:sld>
</file>

<file path=ppt/slides/slide30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ns2:creationId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ns2:creationId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ns2:creationId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ns2:creationId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ns2:creationId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ns2:creationId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ns2:creationId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ns2:creationId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ns2:creationId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ns2:creationId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ns2:creationId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ns2:creationId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ns2:creationId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ns2:creationId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ns2:creationId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ns2:creationId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ns2:creationId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ns2:creationId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ns2:creationId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ns2:creationId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ns2:creationId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ns2:creationId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ns2:creationId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ns2:creationId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ns2:creationId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ns2:creationId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ns2:creationId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ns2:creationId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ns2:creationId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ns2:creationId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ns2:creationId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ns2:creationId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ns2:creationId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ns2:creationId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ns2:creationId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ns2:creationId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ns2:creationId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ns2:creationId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ns2:creationId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ns2:creationId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ns2:creationId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ns2:creationId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ns2:creationId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ns2:creationId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ns2:creationId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ns2:creationId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ns2:creationId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ns2:creationId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ns2:creationId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ns2:creationId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ns2:creationId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ns2:creationId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ns2:creationId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ns2:creationId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ns2:creationId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ns2:creationId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ns2:creationId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ns2:creationId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ns2:creationId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ns2:creationId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ns2:creationId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ns2:creationId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ns2:creationId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ns2:creationId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ns2:creationId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ns2:creationId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ns2:creationId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ns2:creationId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ns2:creationId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ns2:creationId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ns2:creationId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ns2:creationId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ns2:creationId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ns2:creationId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ns2:creationId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ns2:creationId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ns2:creationId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ns2:creationId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ns2:creationId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ns2:creationId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ns2:creationId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ns2:creationId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ns2:creationId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ns2:creationId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ns2:creationId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ns2:creationId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ns2:creationId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ns2:creationId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ns2:creationId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ns2:creationId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ns2:creationId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ns2:creationId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ns2:creationId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ns2:creationId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ns2:creationId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ns2:creationId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ns2:creationId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ns2:creationId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ns2:creationId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ns2:creationId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ns2:creationId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ns2:creationId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ns2:creationId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ns2:creationId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ns2:creationId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ns2:creationId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ns2:creationId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ns2:creationId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ns2:creationId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ns2:creationId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ns2:creationId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ns2:creationId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ns2:creationId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ns2:creationId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ns2:creationId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ns2:creationId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ns2:creationId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ns2:creationId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ns2:creationId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ns2:creationId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ns2:creationId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ns2:creationId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ns2:creationId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ns2:creationId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ns2:creationId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ns2:creationId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ns2:creationId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ns2:creationId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ns2:creationId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ns2:creationId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ns2:creationId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ns2:creationId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ns2:creationId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ns2:creationId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ns2:creationId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ns2:creationId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ns2:creationId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ns2:creationId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ns2:creationId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ns2:creationId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ns2:creationId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ns2:creationId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ns2:creationId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ns2:creationId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ns2:creationId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ns2:creationId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ns2:creationId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ns2:creationId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ns2:creationId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ns2:creationId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ns2:creationId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ns2:creationId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ns2:creationId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ns2:creationId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ns2:creationId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ns2:creationId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ns2:creationId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ns2:creationId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ns2:creationId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ns2:creationId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ns2:creationId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ns2:creationId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ns2:creationId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ns2:creationId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ns2:creationId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ns2:creationId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ns2:creationId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ns2:creationId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ns2:creationId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ns2:creationId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ns2:creationId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ns2:creationId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ns2:creationId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ns2:creationId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ns2:creationId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ns2:creationId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ns2:creationId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ns2:creationId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ns2:creationId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ns2:creationId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ns2:creationId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ns2:creationId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ns2:creationId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ns2:creationId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ns2:creationId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ns2:creationId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ns2:creationId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ns2:creationId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ns2:creationId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ns2:creationId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ns2:creationId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ns2:creationId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ns2:creationId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ns2:creationId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ns2:creationId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ns2:creationId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ns2:creationId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ns2:creationId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ns2:creationId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ns2:creationId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ns2:creationId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ns2:creationId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ns2:creationId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ns2:creationId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ns2:creationId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ns2:creationId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ns2:creationId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ns2:creationId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ns2:creationId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ns2:creationId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ns2:creationId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ns2:creationId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ns2:creationId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ns2:creationId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ns2:creationId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ns2:creationId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ns2:creationId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ns2:creationId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ns2:creationId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ns2:creationId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ns2:creationId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ns2:creationId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ns2:creationId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ns2:creationId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ns2:creationId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ns2:creationId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ns2:creationId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ns2:creationId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ns2:creationId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ns2:creationId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ns2:creationId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ns2:creationId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ns2:creationId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ns2:creationId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ns2:creationId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ns2:creationId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ns2:creationId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ns2:creationId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ns2:creationId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ns2:creationId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ns2:creationId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ns2:creationId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ns2:creationId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ns2:creationId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ns2:creationId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ns2:creationId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ns2:creationId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ns2:creationId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ns2:creationId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ns2:creationId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ns2:creationId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ns2:creationId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ns2:creationId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ns2:creationId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ns2:creationId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ns2:creationId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ns2:creationId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ns2:creationId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ns2:creationId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ns2:creationId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ns2:creationId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ns2:creationId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ns2:creationId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ns2:creationId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ns2:creationId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ns2:creationId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ns2:creationId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ns2:creationId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ns2:creationId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ns2:creationId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ns2:creationId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ns2:creationId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ns2:creationId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ns2:creationId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ns2:creationId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ns2:creationId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ns2:creationId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ns2:creationId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ns2:creationId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ns2:creationId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ns2:creationId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ns2:creationId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ns2:creationId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ns2:creationId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ns2:creationId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ns2:creationId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ns2:creationId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ns2:creationId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ns2:creationId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ns2:creationId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ns2:creationId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ns2:creationId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ns2:creationId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ns2:creationId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ns2:creationId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ns2:creationId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ns2:creationId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ns2:creationId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ns2:creationId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ns2:creationId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ns2:creationId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ns2:creationId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ns2:creationId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ns2:creationId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ns2:creationId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ns2:creationId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ns2:creationId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ns2:creationId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ns2:creationId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ns2:creationId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ns2:creationId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ns2:creationId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ns2:creationId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ns2:creationId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ns2:creationId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ns2:creationId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ns2:creationId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ns2:creationId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ns2:creationId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ns2:creationId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ns2:creationId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ns2:creationId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ns2:creationId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ns2:creationId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ns2:creationId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ns2:creationId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ns2:creationId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ns2:creationId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ns2:creationId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ns2:creationId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ns2:creationId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ns2:creationId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ns2:creationId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ns2:creationId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ns2:creationId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ns2:creationId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ns2:creationId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ns2:creationId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ns2:creationId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ns2:creationId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ns2:creationId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ns2:creationId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ns2:creationId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ns2:creationId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ns2:creationId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ns2:creationId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ns2:creationId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ns2:creationId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ns2:creationId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ns2:creationId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ns2:creationId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ns2:creationId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ns2:creationId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ns2:creationId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ns2:creationId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ns2:creationId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ns2:creationId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ns2:creationId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ns2:creationId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ns2:creationId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ns2:creationId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ns2:creationId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ns2:creationId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ns2:creationId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ns2:creationId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ns2:creationId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ns2:creationId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ns2:creationId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ns2:creationId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ns2:creationId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ns2:creationId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ns2:creationId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ns2:creationId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ns2:creationId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ns2:creationId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ns2:creationId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ns2:creationId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ns2:creationId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ns2:creationId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ns2:creationId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ns2:creationId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ns2:creationId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ns2:creationId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ns2:creationId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ns2:creationId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ns2:creationId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ns2:creationId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ns2:creationId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ns2:creationId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ns2:creationId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ns2:creationId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ns2:creationId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ns2:creationId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ns2:creationId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ns2:creationId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ns2:creationId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ns2:creationId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ns2:creationId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ns2:creationId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ns2:creationId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ns2:creationId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ns2:creationId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ns2:creationId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ns2:creationId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ns2:creationId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ns2:creationId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ns2:creationId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ns2:creationId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ns2:creationId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ns2:creationId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ns2:creationId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ns2:creationId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ns2:creationId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ns2:creationId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ns2:creationId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ns2:creationId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ns2:creationId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ns2:creationId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ns2:creationId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ns2:creationId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ns2:creationId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ns2:creationId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ns2:creationId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ns2:creationId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ns2:creationId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ns2:creationId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ns2:creationId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ns2:creationId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ns2:creationId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ns2:creationId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ns2:creationId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ns2:creationId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ns2:creationId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ns2:creationId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ns2:creationId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ns2:creationId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ns2:creationId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ns2:creationId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ns2:creationId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ns2:creationId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80798943"/>
      </p:ext>
    </p:extLst>
  </p:cSld>
  <p:clrMapOvr>
    <a:masterClrMapping/>
  </p:clrMapOvr>
</p:sld>
</file>

<file path=ppt/slides/slide30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ns2:creationId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ns2:creationId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ns2:creationId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ns2:creationId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ns2:creationId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ns2:creationId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ns2:creationId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ns2:creationId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ns2:creationId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ns2:creationId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ns2:creationId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ns2:creationId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ns2:creationId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ns2:creationId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ns2:creationId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ns2:creationId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ns2:creationId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ns2:creationId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ns2:creationId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ns2:creationId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ns2:creationId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ns2:creationId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ns2:creationId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ns2:creationId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ns2:creationId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ns2:creationId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ns5:chart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ns2:creationId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ns5:chart r:id="rId7"/>
          </a:graphicData>
        </a:graphic>
      </p:graphicFrame>
    </p:spTree>
    <p:extLst>
      <p:ext uri="{BB962C8B-B14F-4D97-AF65-F5344CB8AC3E}">
        <ns6:creationId val="3939121432"/>
      </p:ext>
    </p:extLst>
  </p:cSld>
  <p:clrMapOvr>
    <a:masterClrMapping/>
  </p:clrMapOvr>
</p:sld>
</file>

<file path=ppt/slides/slide3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ns2:creationId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ns2:creationId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ns2:creationId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ns2:creationId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ns2:creationId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ns2:creationId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ns2:creationId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ns2:creationId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ns2:creationId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ns2:creationId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ns2:creationId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ns2:creationId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ns2:creationId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ns2:creationId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ns2:creationId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ns2:creationId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ns2:creationId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ns2:creationId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ns2:creationId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ns2:creationId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ns2:creationId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ns2:creationId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ns2:creationId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ns2:creationId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ns2:creationId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ns2:creationId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393600686"/>
      </p:ext>
    </p:extLst>
  </p:cSld>
  <p:clrMapOvr>
    <a:masterClrMapping/>
  </p:clrMapOvr>
</p:sld>
</file>

<file path=ppt/slides/slide31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ns2:creationId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ns2:creationId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ns2:creationId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ns2:creationId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ns2:creationId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ns2:creationId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ns2:creationId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ns2:creationId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ns2:creationId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ns2:creationId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ns2:creationId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ns4:useLocalDpi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ns2:creationId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ns2:creationId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ns2:creationId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ns2:creationId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ns2:creationId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ns2:creationId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ns2:creationId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ns2:creationId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ns2:creationId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ns2:creationId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ns2:creationId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ns2:creationId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ns2:creationId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ns2:creationId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ns2:creationId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ns2:creationId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ns2:creationId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ns2:creationId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ns2:creationId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ns2:creationId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ns2:creationId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ns2:creationId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ns2:creationId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ns2:creationId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ns2:creationId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ns2:creationId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ns2:creationId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ns2:creationId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ns2:creationId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ns2:creationId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ns2:creationId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ns2:creationId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ns2:creationId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ns2:creationId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ns2:creationId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ns2:creationId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ns2:creationId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ns2:creationId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ns2:creationId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ns2:creationId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ns2:creationId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ns2:creationId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ns2:creationId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ns2:creationId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ns2:creationId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ns2:creationId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ns2:creationId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ns2:creationId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ns2:creationId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ns2:creationId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ns2:creationId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ns2:creationId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ns2:creationId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ns2:creationId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ns2:creationId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ns2:creationId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ns2:creationId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ns2:creationId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ns2:creationId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ns2:creationId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ns2:creationId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ns2:creationId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ns2:creationId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ns2:creationId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ns2:creationId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ns2:creationId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ns2:creationId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ns2:creationId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ns2:creationId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ns2:creationId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ns2:creationId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ns2:creationId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ns2:creationId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ns2:creationId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ns2:creationId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ns2:creationId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ns2:creationId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ns2:creationId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ns2:creationId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ns2:creationId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ns2:creationId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ns2:creationId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ns2:creationId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ns2:creationId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ns2:creationId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ns2:creationId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ns2:creationId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ns2:creationId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ns2:creationId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ns2:creationId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ns2:creationId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ns2:creationId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ns2:creationId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ns2:creationId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ns2:creationId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ns2:creationId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ns2:creationId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ns2:creationId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ns2:creationId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ns2:creationId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641340075"/>
      </p:ext>
    </p:extLst>
  </p:cSld>
  <p:clrMapOvr>
    <a:masterClrMapping/>
  </p:clrMapOvr>
</p:sld>
</file>

<file path=ppt/slides/slide3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ns2:creationId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ns2:creationId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ns2:creationId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ns2:creationId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ns2:creationId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ns2:creationId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ns2:creationId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ns2:creationId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ns2:creationId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ns2:creationId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ns2:creationId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ns2:creationId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ns2:creationId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ns2:creationId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ns2:creationId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ns2:creationId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ns2:creationId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ns2:creationId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ns2:creationId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ns2:creationId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ns2:creationId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ns2:creationId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ns2:creationId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ns2:creationId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ns2:creationId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ns2:creationId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ns2:creationId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ns2:creationId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ns2:creationId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ns2:creationId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ns2:creationId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ns2:creationId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ns2:creationId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ns2:creationId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ns2:creationId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ns2:creationId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ns2:creationId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ns2:creationId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ns2:creationId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ns2:creationId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ns2:creationId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ns2:creationId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ns2:creationId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ns2:creationId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ns2:creationId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ns2:creationId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ns2:creationId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ns2:creationId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ns2:creationId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ns2:creationId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ns2:creationId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ns2:creationId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ns2:creationId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ns2:creationId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ns2:creationId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ns2:creationId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ns2:creationId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ns2:creationId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ns2:creationId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ns2:creationId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ns2:creationId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ns2:creationId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ns2:creationId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ns2:creationId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ns2:creationId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ns2:creationId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ns2:creationId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ns2:creationId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ns2:creationId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ns2:creationId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ns2:creationId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ns2:creationId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ns2:creationId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ns2:creationId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ns2:creationId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ns2:creationId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ns2:creationId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ns2:creationId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ns2:creationId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ns2:creationId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5:creationId val="23619510"/>
      </p:ext>
    </p:extLst>
  </p:cSld>
  <p:clrMapOvr>
    <a:masterClrMapping/>
  </p:clrMapOvr>
</p:sld>
</file>

<file path=ppt/slides/slide3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ns2:creationId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ns2:creationId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ns2:creationId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ns2:creationId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ns2:creationId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ns2:creationId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ns2:creationId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ns2:creationId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ns2:creationId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ns2:creationId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ns2:creationId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ns2:creationId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ns2:creationId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ns2:creationId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ns2:creationId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ns2:creationId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ns2:creationId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ns2:creationId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ns2:creationId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ns2:creationId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ns2:creationId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440231452"/>
      </p:ext>
    </p:extLst>
  </p:cSld>
  <p:clrMapOvr>
    <a:masterClrMapping/>
  </p:clrMapOvr>
</p:sld>
</file>

<file path=ppt/slides/slide3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ns2:creationId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ns2:creationId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ns2:creationId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ns2:creationId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ns2:creationId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ns2:creationId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ns2:creationId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ns2:creationId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ns2:creationId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ns2:creationId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ns2:creationId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ns2:creationId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ns2:creationId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ns2:creationId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ns2:creationId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ns2:creationId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ns2:creationId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ns2:creationId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ns2:creationId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ns2:creationId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ns2:creationId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ns2:creationId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859543933"/>
      </p:ext>
    </p:extLst>
  </p:cSld>
  <p:clrMapOvr>
    <a:masterClrMapping/>
  </p:clrMapOvr>
</p:sld>
</file>

<file path=ppt/slides/slide3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XX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ns2:creationId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ns2:creationId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ns2:creationId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ns2:creationId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ns2:creationId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ns2:creationId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ns2:creationId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ns2:creationId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ns2:creationId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ns2:creationId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ns2:creationId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ns2:creationId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ns2:creationId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ns2:creationId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ns2:creationId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ns2:creationId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ns2:creationId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ns2:creationId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ns2:creationId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ns2:creationId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ns2:creationId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ns2:creationId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ns2:creationId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ns2:creationId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ns2:creationId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ns2:creationId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ns2:creationId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ns2:creationId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ns2:creationId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ns2:creationId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ns2:creationId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ns2:creationId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ns2:creationId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ns2:creationId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ns2:creationId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ns2:creationId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ns2:creationId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ns2:creationId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ns2:creationId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ns2:creationId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ns2:creationId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ns2:creationId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ns2:creationId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ns2:creationId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ns2:creationId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ns2:creationId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ns2:creationId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ns2:creationId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ns2:creationId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ns2:creationId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ns2:creationId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ns2:creationId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ns2:creationId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ns2:creationId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ns2:creationId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ns2:creationId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ns2:creationId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ns2:creationId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ns2:creationId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ns2:creationId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ns2:creationId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ns2:creationId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ns2:creationId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ns2:creationId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ns2:creationId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ns2:creationId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ns2:creationId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ns2:creationId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ns2:creationId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ns2:creationId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ns2:creationId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ns2:creationId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ns2:creationId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ns2:creationId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ns2:creationId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ns2:creationId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ns2:creationId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ns2:creationId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ns2:creationId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ns2:creationId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ns2:creationId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ns2:creationId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135056215"/>
      </p:ext>
    </p:extLst>
  </p:cSld>
  <p:clrMapOvr>
    <a:masterClrMapping/>
  </p:clrMapOvr>
</p:sld>
</file>

<file path=ppt/slides/slide3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ns2:creationId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ns2:creationId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ns2:creationId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ns2:creationId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ns2:creationId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ns2:creationId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ns2:creationId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ns2:creationId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ns2:creationId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ns2:creationId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ns2:creationId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ns2:creationId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ns2:creationId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ns2:creationId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ns2:creationId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ns2:creationId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ns2:creationId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ns2:creationId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ns2:creationId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ns2:creationId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ns2:creationId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ns2:creationId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ns2:creationId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ns2:creationId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ns2:creationId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ns2:creationId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ns2:creationId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ns2:creationId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ns2:creationId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ns2:creationId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ns2:creationId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ns2:creationId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ns2:creationId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ns2:creationId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4881968"/>
      </p:ext>
    </p:extLst>
  </p:cSld>
  <p:clrMapOvr>
    <a:masterClrMapping/>
  </p:clrMapOvr>
</p:sld>
</file>

<file path=ppt/slides/slide31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ns2:creationId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ns2:creationId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ns2:creationId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ns2:creationId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ns2:creationId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ns2:creationId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ns2:creationId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ns2:creationId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ns2:creationId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ns2:creationId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ns2:creationId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ns2:creationId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ns2:creationId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ns2:creationId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ns2:creationId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ns2:creationId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ns2:creationId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ns2:creationId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ns2:creationId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ns2:creationId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ns2:creationId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ns2:creationId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ns2:creationId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ns2:creationId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ns2:creationId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ns2:creationId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ns2:creationId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ns2:creationId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ns2:creationId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ns2:creationId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ns2:creationId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ns2:creationId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ns2:creationId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ns2:creationId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ns2:creationId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ns2:creationId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ns2:creationId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121109386"/>
      </p:ext>
    </p:extLst>
  </p:cSld>
  <p:clrMapOvr>
    <a:masterClrMapping/>
  </p:clrMapOvr>
</p:sld>
</file>

<file path=ppt/slides/slide3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ns2:creationId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ns2:creationId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ns2:creationId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ns2:creationId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ns2:creationId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ns2:creationId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ns2:creationId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ns2:creationId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ns2:creationId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ns2:creationId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ns2:creationId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ns2:creationId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ns2:creationId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ns2:creationId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ns2:creationId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ns2:creationId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ns2:creationId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ns2:creationId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ns2:creationId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ns2:creationId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ns2:creationId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ns2:creationId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ns2:creationId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ns2:creationId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ns2:creationId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ns2:creationId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43510874"/>
      </p:ext>
    </p:extLst>
  </p:cSld>
  <p:clrMapOvr>
    <a:masterClrMapping/>
  </p:clrMapOvr>
</p:sld>
</file>

<file path=ppt/slides/slide31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ns2:creationId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ns2:creationId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ns2:creationId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ns2:creationId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ns2:creationId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ns2:creationId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ns2:creationId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ns2:creationId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ns2:creationId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ns2:creationId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ns2:creationId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ns2:creationId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ns2:creationId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ns2:creationId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ns2:creationId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ns2:creationId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ns2:creationId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ns2:creationId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ns2:creationId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ns2:creationId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ns2:creationId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ns2:creationId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2392127265"/>
      </p:ext>
    </p:extLst>
  </p:cSld>
  <p:clrMapOvr>
    <a:masterClrMapping/>
  </p:clrMapOvr>
</p:sld>
</file>

<file path=ppt/slides/slide32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ns2:creationId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ns2:creationId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ns2:creationId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ns2:creationId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ns2:creationId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ns2:creationId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ns2:creationId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ns2:creationId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ns2:creationId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ns2:creationId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73">
            <a:extLst>
              <a:ext uri="{FF2B5EF4-FFF2-40B4-BE49-F238E27FC236}">
                <ns2:creationId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ns2:creationId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ns2:creationId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ns2:creationId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ns2:creationId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ns2:creationId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ns2:creationId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ns2:creationId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ns2:creationId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ns2:creationId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ns2:creationId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ns2:creationId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ns2:creationId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ns2:creationId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ns2:creationId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ns2:creationId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ns2:creationId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ns2:creationId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ns2:creationId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ns2:creationId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ns2:creationId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ns2:creationId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ns2:creationId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ns2:creationId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ns2:creationId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ns2:creationId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ns2:creationId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ns2:creationId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ns2:creationId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ns2:creationId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ns2:creationId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ns2:creationId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ns2:creationId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ns2:creationId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ns2:creationId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ns2:creationId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ns2:creationId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ns2:creationId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ns2:creationId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ns2:creationId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33194008"/>
      </p:ext>
    </p:extLst>
  </p:cSld>
  <p:clrMapOvr>
    <a:masterClrMapping/>
  </p:clrMapOvr>
</p:sld>
</file>

<file path=ppt/slides/slide32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ns2:creationId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ns2:creationId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ns2:creationId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ns2:creationId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ns2:creationId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ns2:creationId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ns2:creationId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ns2:creationId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ns2:creationId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ns2:creationId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ns2:creationId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ns2:creationId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ns2:creationId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ns2:creationId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ns2:creationId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ns2:creationId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ns2:creationId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ns2:creationId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ns2:creationId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ns2:creationId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ns2:creationId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ns2:creationId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ns2:creationId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ns2:creationId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ns2:creationId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ns2:creationId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ns2:creationId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ns2:creationId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ns2:creationId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ns2:creationId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ns2:creationId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ns2:creationId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ns2:creationId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ns2:creationId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ns2:creationId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ns2:creationId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ns2:creationId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ns2:creationId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ns2:creationId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ns2:creationId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ns2:creationId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ns2:creationId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ns2:creationId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ns2:creationId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ns2:creationId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ns2:creationId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ns2:creationId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ns2:creationId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ns2:creationId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ns2:creationId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ns2:creationId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ns2:creationId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ns2:creationId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ns2:creationId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ns2:creationId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ns2:creationId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ns2:creationId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ns2:creationId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ns2:creationId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ns2:creationId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ns2:creationId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ns2:creationId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ns2:creationId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ns2:creationId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ns2:creationId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ns2:creationId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ns2:creationId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4182344898"/>
      </p:ext>
    </p:extLst>
  </p:cSld>
  <p:clrMapOvr>
    <a:masterClrMapping/>
  </p:clrMapOvr>
</p:sld>
</file>

<file path=ppt/slides/slide3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ns2:creationId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ns2:creationId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ns2:creationId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ns2:creationId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ns2:creationId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ns2:creationId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ns2:creationId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ns2:creationId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ns2:creationId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ns2:creationId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ns2:creationId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ns2:creationId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ns2:creationId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ns2:creationId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ns2:creationId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ns2:creationId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ns2:creationId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ns2:creationId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ns2:creationId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ns2:creationId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ns2:creationId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ns2:creationId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ns2:creationId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ns2:creationId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ns2:creationId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ns2:creationId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ns2:creationId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ns2:creationId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ns2:creationId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ns2:creationId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ns2:creationId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ns2:creationId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ns2:creationId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ns2:creationId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ns2:creationId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ns2:creationId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ns2:creationId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ns2:creationId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ns2:creationId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ns2:creationId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ns2:creationId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ns2:creationId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ns2:creationId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ns2:creationId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ns2:creationId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ns2:creationId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ns2:creationId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ns5:creationId val="1590036966"/>
      </p:ext>
    </p:extLst>
  </p:cSld>
  <p:clrMapOvr>
    <a:masterClrMapping/>
  </p:clrMapOvr>
</p:sld>
</file>

<file path=ppt/slides/slide3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ns2:creationId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ns2:creationId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ns2:creationId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ns2:creationId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ns2:creationId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ns2:creationId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ns2:creationId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ns2:creationId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ns2:creationId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ns2:creationId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ns2:creationId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ns2:creationId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ns2:creationId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ns2:creationId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ns2:creationId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ns2:creationId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ns2:creationId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ns2:creationId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ns2:creationId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ns2:creationId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ns2:creationId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ns2:creationId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ns2:creationId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ns2:creationId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ns2:creationId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ns2:creationId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ns2:creationId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ns2:creationId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ns2:creationId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ns2:creationId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ns2:creationId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ns2:creationId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ns2:creationId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ns2:creationId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ns2:creationId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ns2:creationId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ns2:creationId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ns2:creationId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ns2:creationId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ns2:creationId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ns2:creationId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ns2:creationId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ns2:creationId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ns2:creationId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ns2:creationId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ns2:creationId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ns2:creationId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ns2:creationId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ns2:creationId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ns2:creationId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ns2:creationId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ns2:creationId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ns2:creationId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ns2:creationId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78343891"/>
      </p:ext>
    </p:extLst>
  </p:cSld>
  <p:clrMapOvr>
    <a:masterClrMapping/>
  </p:clrMapOvr>
</p:sld>
</file>

<file path=ppt/slides/slide3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ns2:creationId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ns2:creationId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ns2:creationId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ns2:creationId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ns2:creationId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ns2:creationId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ns2:creationId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ns2:creationId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ns2:creationId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ns2:creationId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ns2:creationId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ns2:creationId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ns2:creationId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ns2:creationId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ns2:creationId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ns2:creationId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ns2:creationId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ns2:creationId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ns2:creationId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ns2:creationId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ns2:creationId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ns2:creationId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ns2:creationId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ns2:creationId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ns2:creationId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ns2:creationId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ns2:creationId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ns2:creationId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ns2:creationId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ns2:creationId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ns2:creationId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ns2:creationId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ns2:creationId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ns2:creationId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ns2:creationId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ns2:creationId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ns2:creationId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ns2:creationId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ns2:creationId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ns2:creationId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ns2:creationId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ns2:creationId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ns2:creationId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ns2:creationId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ns2:creationId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ns2:creationId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ns2:creationId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ns2:creationId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ns2:creationId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ns2:creationId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ns2:creationId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ns2:creationId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ns2:creationId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ns2:creationId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ns2:creationId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ns2:creationId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ns2:creationId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ns2:creationId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ns2:creationId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ns2:creationId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ns2:creationId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ns2:creationId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ns2:creationId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ns2:creationId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ns2:creationId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ns2:creationId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ns2:creationId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ns2:creationId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ns2:creationId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ns2:creationId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ns2:creationId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ns2:creationId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ns2:creationId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ns2:creationId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ns2:creationId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ns2:creationId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ns2:creationId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ns2:creationId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ns2:creationId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ns2:creationId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ns2:creationId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ns2:creationId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ns2:creationId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ns2:creationId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ns2:creationId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ns2:creationId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ns2:creationId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ns2:creationId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ns2:creationId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ns2:creationId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ns2:creationId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ns2:creationId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ns2:creationId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991579607"/>
      </p:ext>
    </p:extLst>
  </p:cSld>
  <p:clrMapOvr>
    <a:masterClrMapping/>
  </p:clrMapOvr>
</p:sld>
</file>

<file path=ppt/slides/slide3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ns2:creationId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ns2:creationId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ns2:creationId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ns2:creationId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ns2:creationId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ns2:creationId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ns2:creationId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ns2:creationId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ns2:creationId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ns2:creationId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ns2:creationId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ns2:creationId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ns2:creationId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ns2:creationId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ns2:creationId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ns2:creationId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ns2:creationId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ns2:creationId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ns2:creationId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ns2:creationId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ns2:creationId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ns2:creationId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ns2:creationId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ns2:creationId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ns2:creationId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ns2:creationId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ns2:creationId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ns2:creationId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ns2:creationId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ns2:creationId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ns2:creationId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ns2:creationId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ns2:creationId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ns2:creationId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ns2:creationId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ns2:creationId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ns2:creationId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ns2:creationId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ns2:creationId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ns2:creationId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ns2:creationId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ns2:creationId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ns2:creationId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ns2:creationId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ns2:creationId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ns2:creationId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ns5:creationId val="1653420550"/>
      </p:ext>
    </p:extLst>
  </p:cSld>
  <p:clrMapOvr>
    <a:masterClrMapping/>
  </p:clrMapOvr>
</p:sld>
</file>

<file path=ppt/slides/slide32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ns2:creationId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ns2:creationId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ns2:creationId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ns2:creationId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ns2:creationId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ns2:creationId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ns2:creationId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ns2:creationId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ns2:creationId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ns2:creationId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ns2:creationId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ns2:creationId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ns2:creationId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ns2:creationId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ns2:creationId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ns2:creationId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ns2:creationId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ns2:creationId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ns2:creationId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ns2:creationId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ns2:creationId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ns2:creationId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ns2:creationId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ns2:creationId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ns2:creationId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ns2:creationId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ns2:creationId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ns2:creationId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ns2:creationId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ns2:creationId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ns2:creationId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ns2:creationId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ns2:creationId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ns2:creationId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ns2:creationId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ns2:creationId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ns2:creationId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ns2:creationId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ns2:creationId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ns2:creationId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ns2:creationId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ns2:creationId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ns2:creationId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ns2:creationId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ns2:creationId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ns2:creationId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ns2:creationId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ns2:creationId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ns2:creationId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ns2:creationId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ns2:creationId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ns2:creationId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ns2:creationId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ns2:creationId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ns2:creationId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ns2:creationId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ns2:creationId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ns2:creationId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ns2:creationId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ns2:creationId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4077210781"/>
      </p:ext>
    </p:extLst>
  </p:cSld>
  <p:clrMapOvr>
    <a:masterClrMapping/>
  </p:clrMapOvr>
</p:sld>
</file>

<file path=ppt/slides/slide3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ns2:creationId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ns2:creationId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ns2:creationId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ns2:creationId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ns2:creationId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ns2:creationId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ns2:creationId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ns2:creationId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ns2:creationId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ns2:creationId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ns2:creationId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ns2:creationId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ns2:creationId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ns2:creationId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ns2:creationId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ns2:creationId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ns2:creationId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ns2:creationId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ns2:creationId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ns2:creationId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ns2:creationId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ns2:creationId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ns2:creationId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ns2:creationId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ns2:creationId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ns2:creationId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ns2:creationId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ns2:creationId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ns2:creationId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ns2:creationId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ns2:creationId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ns2:creationId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ns2:creationId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ns2:creationId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ns2:creationId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ns2:creationId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ns2:creationId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ns2:creationId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ns2:creationId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ns2:creationId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ns2:creationId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ns2:creationId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ns2:creationId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797816178"/>
      </p:ext>
    </p:extLst>
  </p:cSld>
  <p:clrMapOvr>
    <a:masterClrMapping/>
  </p:clrMapOvr>
</p:sld>
</file>

<file path=ppt/slides/slide3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ns2:creationId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ns2:creationId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ns2:creationId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ns2:creationId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ns2:creationId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ns2:creationId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ns2:creationId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ns2:creationId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ns2:creationId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ns2:creationId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ns2:creationId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ns2:creationId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ns2:creationId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ns2:creationId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ns2:creationId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ns2:creationId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ns2:creationId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ns2:creationId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ns2:creationId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ns2:creationId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ns2:creationId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ns2:creationId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ns2:creationId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ns2:creationId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ns2:creationId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ns2:creationId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ns2:creationId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ns2:creationId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ns2:creationId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ns2:creationId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ns2:creationId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ns2:creationId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ns2:creationId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ns2:creationId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ns2:creationId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ns2:creationId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ns2:creationId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ns2:creationId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ns2:creationId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ns2:creationId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ns2:creationId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ns2:creationId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ns2:creationId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ns2:creationId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ns2:creationId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ns2:creationId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ns2:creationId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ns2:creationId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ns2:creationId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ns2:creationId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ns2:creationId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ns2:creationId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ns2:creationId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ns2:creationId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ns2:creationId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ns2:creationId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ns2:creationId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ns2:creationId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ns2:creationId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ns2:creationId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ns2:creationId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ns2:creationId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ns2:creationId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ns2:creationId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ns2:creationId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ns2:creationId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ns2:creationId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ns2:creationId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ns2:creationId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ns2:creationId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ns2:creationId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ns2:creationId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ns2:creationId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ns2:creationId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ns2:creationId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ns2:creationId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ns2:creationId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ns2:creationId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ns2:creationId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ns2:creationId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ns2:creationId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ns2:creationId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ns2:creationId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ns2:creationId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ns2:creationId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ns2:creationId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ns2:creationId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ns2:creationId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ns2:creationId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ns2:creationId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ns2:creationId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ns2:creationId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ns2:creationId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ns2:creationId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ns2:creationId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ns2:creationId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ns2:creationId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ns2:creationId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ns2:creationId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ns2:creationId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ns2:creationId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ns2:creationId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ns2:creationId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ns2:creationId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ns2:creationId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ns2:creationId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ns2:creationId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ns2:creationId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ns2:creationId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ns2:creationId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ns2:creationId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ns2:creationId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ns2:creationId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ns2:creationId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ns2:creationId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ns2:creationId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ns2:creationId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ns2:creationId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ns2:creationId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ns2:creationId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ns2:creationId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ns2:creationId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ns2:creationId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ns2:creationId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ns2:creationId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ns2:creationId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ns2:creationId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ns2:creationId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ns2:creationId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ns2:creationId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ns2:creationId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ns2:creationId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ns2:creationId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776723624"/>
      </p:ext>
    </p:extLst>
  </p:cSld>
  <p:clrMapOvr>
    <a:masterClrMapping/>
  </p:clrMapOvr>
</p:sld>
</file>

<file path=ppt/slides/slide3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ns2:creationId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ns2:creationId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ns2:creationId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ns2:creationId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ns2:creationId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ns2:creationId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ns2:creationId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ns2:creationId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ns2:creationId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ns2:creationId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ns2:creationId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ns2:creationId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ns2:creationId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ns2:creationId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ns2:creationId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ns2:creationId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ns2:creationId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ns2:creationId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ns2:creationId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ns2:creationId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ns2:creationId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ns2:creationId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ns2:creationId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ns2:creationId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ns2:creationId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ns2:creationId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ns2:creationId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ns2:creationId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ns2:creationId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ns2:creationId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ns2:creationId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ns2:creationId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ns2:creationId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ns2:creationId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ns2:creationId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ns2:creationId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ns2:creationId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ns2:creationId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ns2:creationId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ns2:creationId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ns2:creationId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ns2:creationId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ns2:creationId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ns2:creationId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ns2:creationId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ns2:creationId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ns2:creationId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ns2:creationId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ns2:creationId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ns2:creationId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ns2:creationId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ns2:creationId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ns2:creationId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ns2:creationId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ns2:creationId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ns2:creationId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ns2:creationId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ns2:creationId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ns2:creationId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ns2:creationId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ns2:creationId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ns2:creationId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2509823968"/>
      </p:ext>
    </p:extLst>
  </p:cSld>
  <p:clrMapOvr>
    <a:masterClrMapping/>
  </p:clrMapOvr>
</p:sld>
</file>

<file path=ppt/slides/slide3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581331818"/>
      </p:ext>
    </p:extLst>
  </p:cSld>
  <p:clrMapOvr>
    <a:masterClrMapping/>
  </p:clrMapOvr>
</p:sld>
</file>

<file path=ppt/slides/slide3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977257362"/>
      </p:ext>
    </p:extLst>
  </p:cSld>
  <p:clrMapOvr>
    <a:masterClrMapping/>
  </p:clrMapOvr>
</p:sld>
</file>

<file path=ppt/slides/slide3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599673967"/>
      </p:ext>
    </p:extLst>
  </p:cSld>
  <p:clrMapOvr>
    <a:masterClrMapping/>
  </p:clrMapOvr>
</p:sld>
</file>

<file path=ppt/slides/slide3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4162618754"/>
      </p:ext>
    </p:extLst>
  </p:cSld>
  <p:clrMapOvr>
    <a:masterClrMapping/>
  </p:clrMapOvr>
</p:sld>
</file>

<file path=ppt/slides/slide3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1374939991"/>
      </p:ext>
    </p:extLst>
  </p:cSld>
  <p:clrMapOvr>
    <a:masterClrMapping/>
  </p:clrMapOvr>
</p:sld>
</file>

<file path=ppt/slides/slide3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027621831"/>
      </p:ext>
    </p:extLst>
  </p:cSld>
  <p:clrMapOvr>
    <a:masterClrMapping/>
  </p:clrMapOvr>
</p:sld>
</file>

<file path=ppt/slides/slide33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585341711"/>
      </p:ext>
    </p:extLst>
  </p:cSld>
  <p:clrMapOvr>
    <a:masterClrMapping/>
  </p:clrMapOvr>
</p:sld>
</file>

<file path=ppt/slides/slide3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157400569"/>
      </p:ext>
    </p:extLst>
  </p:cSld>
  <p:clrMapOvr>
    <a:masterClrMapping/>
  </p:clrMapOvr>
</p:sld>
</file>

<file path=ppt/slides/slide3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77192922"/>
      </p:ext>
    </p:extLst>
  </p:cSld>
  <p:clrMapOvr>
    <a:masterClrMapping/>
  </p:clrMapOvr>
</p:sld>
</file>

<file path=ppt/slides/slide3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06061719"/>
      </p:ext>
    </p:extLst>
  </p:cSld>
  <p:clrMapOvr>
    <a:masterClrMapping/>
  </p:clrMapOvr>
</p:sld>
</file>

<file path=ppt/slides/slide3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123512959"/>
      </p:ext>
    </p:extLst>
  </p:cSld>
  <p:clrMapOvr>
    <a:masterClrMapping/>
  </p:clrMapOvr>
</p:sld>
</file>

<file path=ppt/slides/slide34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1082368404"/>
      </p:ext>
    </p:extLst>
  </p:cSld>
  <p:clrMapOvr>
    <a:masterClrMapping/>
  </p:clrMapOvr>
</p:sld>
</file>

<file path=ppt/slides/slide34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96490794"/>
      </p:ext>
    </p:extLst>
  </p:cSld>
  <p:clrMapOvr>
    <a:masterClrMapping/>
  </p:clrMapOvr>
</p:sld>
</file>

<file path=ppt/slides/slide34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2839059389"/>
      </p:ext>
    </p:extLst>
  </p:cSld>
  <p:clrMapOvr>
    <a:masterClrMapping/>
  </p:clrMapOvr>
</p:sld>
</file>

<file path=ppt/slides/slide3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875458031"/>
      </p:ext>
    </p:extLst>
  </p:cSld>
  <p:clrMapOvr>
    <a:masterClrMapping/>
  </p:clrMapOvr>
</p:sld>
</file>

<file path=ppt/slides/slide3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2894728"/>
      </p:ext>
    </p:extLst>
  </p:cSld>
  <p:clrMapOvr>
    <a:masterClrMapping/>
  </p:clrMapOvr>
</p:sld>
</file>

<file path=ppt/slides/slide3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88922836"/>
      </p:ext>
    </p:extLst>
  </p:cSld>
  <p:clrMapOvr>
    <a:masterClrMapping/>
  </p:clrMapOvr>
</p:sld>
</file>

<file path=ppt/slides/slide3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22311121"/>
      </p:ext>
    </p:extLst>
  </p:cSld>
  <p:clrMapOvr>
    <a:masterClrMapping/>
  </p:clrMapOvr>
</p:sld>
</file>

<file path=ppt/slides/slide3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178769986"/>
      </p:ext>
    </p:extLst>
  </p:cSld>
  <p:clrMapOvr>
    <a:masterClrMapping/>
  </p:clrMapOvr>
</p:sld>
</file>

<file path=ppt/slides/slide349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349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ns2:creationId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ns2:creationId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ns2:creationId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ns2:creationId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ns2:creationId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ns2:creationId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ns2:creationId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ns2:creationId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ns2:creationId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ns2:creationId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ns2:creationId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ns2:creationId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ns2:creationId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ns2:creationId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ns2:creationId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ns2:creationId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ns2:creationId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ns2:creationId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ns2:creationId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ns2:creationId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4:creationId val="4267992686"/>
      </p:ext>
    </p:extLst>
  </p:cSld>
  <p:clrMapOvr>
    <a:masterClrMapping/>
  </p:clrMapOvr>
</p:sld>
</file>

<file path=ppt/slides/slide35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ns2:creationId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ns2:creationId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ns2:creationId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ns2:creationId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ns3:chart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ns2:creationId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ns2:creationId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ns2:creationId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ns2:creationId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ns2:creationId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ns2:creationId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ns2:creationId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ns2:creationId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ns2:creationId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ns2:creationId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ns2:creationId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ns2:creationId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ns2:creationId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ns2:creationId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ns2:creationId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ns2:creationId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ns2:creationId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ns2:creationId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ns2:creationId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ns2:creationId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ns2:creationId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ns2:creationId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ns2:creationId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ns2:creationId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ns2:creationId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ns2:creationId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ns2:creationId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ns2:creationId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ns2:creationId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ns2:creationId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ns2:creationId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109147371"/>
      </p:ext>
    </p:extLst>
  </p:cSld>
  <p:clrMapOvr>
    <a:masterClrMapping/>
  </p:clrMapOvr>
</p:sld>
</file>

<file path=ppt/slides/slide3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ns2:creationId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ns2:creationId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ns2:creationId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ns2:creationId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ns2:creationId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ns2:creationId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ns2:creationId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ns2:creationId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ns2:creationId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ns2:creationId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ns2:creationId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ns2:creationId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ns2:creationId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ns2:creationId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ns2:creationId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ns2:creationId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ns2:creationId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ns2:creationId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ns2:creationId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ns2:creationId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ns2:creationId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ns2:creationId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ns2:creationId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ns2:creationId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ns2:creationId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ns2:creationId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ns2:creationId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ns2:creationId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ns2:creationId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ns2:creationId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ns2:creationId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ns2:creationId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ns2:creationId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ns2:creationId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ns2:creationId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ns2:creationId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ns2:creationId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ns2:creationId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ns2:creationId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ns2:creationId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ns2:creationId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ns2:creationId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ns2:creationId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ns2:creationId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ns2:creationId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ns2:creationId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ns2:creationId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ns2:creationId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ns2:creationId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ns2:creationId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ns2:creationId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ns2:creationId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ns2:creationId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5:creationId val="376133733"/>
      </p:ext>
    </p:extLst>
  </p:cSld>
  <p:clrMapOvr>
    <a:masterClrMapping/>
  </p:clrMapOvr>
</p:sld>
</file>

<file path=ppt/slides/slide3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352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ns2:creationId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ns2:creationId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ns2:creationId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ns2:creationId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ns2:creationId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ns2:creationId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ns2:creationId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ns2:creationId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ns2:creationId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ns2:creationId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ns2:creationId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ns2:creationId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ns2:creationId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ns2:creationId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ns2:creationId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ns2:creationId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ns2:creationId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ns2:creationId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ns2:creationId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ns2:creationId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ns2:creationId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ns2:creationId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ns2:creationId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ns2:creationId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ns2:creationId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ns2:creationId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ns2:creationId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ns2:creationId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ns2:creationId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ns2:creationId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ns2:creationId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ns2:creationId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ns2:creationId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ns2:creationId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ns2:creationId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ns2:creationId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ns2:creationId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ns2:creationId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ns2:creationId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ns2:creationId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ns2:creationId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ns2:creationId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ns2:creationId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ns2:creationId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ns2:creationId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ns2:creationId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ns2:creationId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ns2:creationId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ns2:creationId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ns2:creationId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ns2:creationId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ns2:creationId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ns2:creationId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ns2:creationId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ns2:creationId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ns2:creationId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ns2:creationId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ns2:creationId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ns2:creationId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ns2:creationId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ns2:creationId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ns2:creationId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ns2:creationId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ns2:creationId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ns2:creationId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ns2:creationId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ns2:creationId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ns2:creationId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ns2:creationId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ns2:creationId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ns2:creationId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ns2:creationId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ns2:creationId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ns2:creationId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ns5:creationId val="3089098514"/>
      </p:ext>
    </p:extLst>
  </p:cSld>
  <p:clrMapOvr>
    <a:masterClrMapping/>
  </p:clrMapOvr>
</p:sld>
</file>

<file path=ppt/slides/slide3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353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ns2:creationId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ns2:creationId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ns2:creationId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ns2:creationId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ns2:creationId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ns2:creationId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ns2:creationId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ns2:creationId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ns2:creationId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ns2:creationId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ns2:creationId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ns2:creationId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ns2:creationId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ns2:creationId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ns2:creationId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ns2:creationId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ns2:creationId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ns2:creationId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ns2:creationId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ns2:creationId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ns2:creationId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ns2:creationId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ns2:creationId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ns2:creationId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ns2:creationId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ns2:creationId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ns2:creationId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ns2:creationId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ns2:creationId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ns2:creationId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ns5:creationId val="1013352158"/>
      </p:ext>
    </p:extLst>
  </p:cSld>
  <p:clrMapOvr>
    <a:masterClrMapping/>
  </p:clrMapOvr>
</p:sld>
</file>

<file path=ppt/slides/slide3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354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ns2:creationId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ns2:creationId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ns2:creationId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ns2:creationId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ns2:creationId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ns2:creationId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ns2:creationId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ns2:creationId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ns2:creationId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ns2:creationId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ns2:creationId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ns2:creationId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ns2:creationId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ns2:creationId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027913876"/>
      </p:ext>
    </p:extLst>
  </p:cSld>
  <p:clrMapOvr>
    <a:masterClrMapping/>
  </p:clrMapOvr>
</p:sld>
</file>

<file path=ppt/slides/slide3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355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ns2:creationId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ns2:creationId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ns2:creationId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ns2:creationId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ns2:creationId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ns2:creationId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ns2:creationId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ns2:creationId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ns2:creationId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ns2:creationId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ns2:creationId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ns2:creationId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ns2:creationId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ns2:creationId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ns2:creationId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ns2:creationId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ns2:creationId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ns2:creationId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ns2:creationId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ns2:creationId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ns2:creationId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ns2:creationId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ns2:creationId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ns2:creationId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ns2:creationId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ns2:creationId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ns2:creationId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ns2:creationId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ns2:creationId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ns2:creationId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ns2:creationId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507703623"/>
      </p:ext>
    </p:extLst>
  </p:cSld>
  <p:clrMapOvr>
    <a:masterClrMapping/>
  </p:clrMapOvr>
</p:sld>
</file>

<file path=ppt/slides/slide35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ns2:creationId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356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ns2:creationId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ns2:creationId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ns2:creationId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ns2:creationId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ns2:creationId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ns2:creationId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ns2:creationId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ns2:creationId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ns2:creationId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ns2:creationId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ns2:creationId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ns2:creationId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ns2:creationId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ns2:creationId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ns2:creationId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ns2:creationId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ns2:creationId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ns2:creationId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ns2:creationId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ns2:creationId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ns2:creationId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ns2:creationId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ns2:creationId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ns2:creationId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ns2:creationId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ns2:creationId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ns2:creationId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ns2:creationId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ns2:creationId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6:creationId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26700</TotalTime>
  <Words>151113</Words>
  <Application>Microsoft Office PowerPoint</Application>
  <PresentationFormat>ワイド画面</PresentationFormat>
  <Paragraphs>23021</Paragraphs>
  <Slides>356</Slides>
  <Notes>124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19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356</vt:i4>
      </vt:variant>
    </vt:vector>
  </HeadingPairs>
  <TitlesOfParts>
    <vt:vector size="376" baseType="lpstr"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Meiryo</vt:lpstr>
      <vt:lpstr>Meiryo</vt:lpstr>
      <vt:lpstr>Yu Gothic</vt:lpstr>
      <vt:lpstr>Yu Gothic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PowerPoint プレゼンテーション</vt:lpstr>
      <vt:lpstr>経歴</vt:lpstr>
      <vt:lpstr>XXXX</vt:lpstr>
      <vt:lpstr>PowerPoint プレゼンテーション</vt:lpstr>
      <vt:lpstr>XXXX</vt:lpstr>
      <vt:lpstr>オファーレター</vt:lpstr>
      <vt:lpstr>間接費用効率化 アプローチ骨子</vt:lpstr>
      <vt:lpstr>間接費用の定義 弊社部門の紐づけ</vt:lpstr>
      <vt:lpstr>XXXX</vt:lpstr>
      <vt:lpstr>XXXX</vt:lpstr>
      <vt:lpstr>XXXX</vt:lpstr>
      <vt:lpstr>レガシーシステムの統廃合：取組の目的・イメージ</vt:lpstr>
      <vt:lpstr>XXXX</vt:lpstr>
      <vt:lpstr>XXXX</vt:lpstr>
      <vt:lpstr>解決策の検討</vt:lpstr>
      <vt:lpstr>全社収益管理最適化</vt:lpstr>
      <vt:lpstr>XXXX</vt:lpstr>
      <vt:lpstr>Executive summary</vt:lpstr>
      <vt:lpstr>問題特定  現状業務の課題</vt:lpstr>
      <vt:lpstr>(参考) 業務ボリュームの増加について</vt:lpstr>
      <vt:lpstr>(参考) 業務ボリュームの増加について</vt:lpstr>
      <vt:lpstr>今後のデジタル投資予算管理について</vt:lpstr>
      <vt:lpstr>モノづくりDX</vt:lpstr>
      <vt:lpstr>XXXX</vt:lpstr>
      <vt:lpstr>客観的な成り行き予測による見通しのブレ防止 見通し活用における検証</vt:lpstr>
      <vt:lpstr>XXXX</vt:lpstr>
      <vt:lpstr>ライオンにおける「働き方のトランスフォーメーション」の考え方</vt:lpstr>
      <vt:lpstr>Why なぜライオンはスマートワークに取り組むのか？</vt:lpstr>
      <vt:lpstr>Why なぜライオンはスマートワークに取り組むのか？</vt:lpstr>
      <vt:lpstr>What 問題意識</vt:lpstr>
      <vt:lpstr>How どのように時間創出をするか</vt:lpstr>
      <vt:lpstr>How 事例）デジタル戦略部</vt:lpstr>
      <vt:lpstr>How 事例)生成AIを活用した自動化</vt:lpstr>
      <vt:lpstr>マイクロソフト社におけるスマートワーク</vt:lpstr>
      <vt:lpstr>マイクロソフト社におけるスマートワーク</vt:lpstr>
      <vt:lpstr>マイクロソフト社におけるスマートワーク</vt:lpstr>
      <vt:lpstr>How どのように時間創出をするか</vt:lpstr>
      <vt:lpstr>レガシーシステムの統廃合：取組の目的・イメージ</vt:lpstr>
      <vt:lpstr>組織デザインのプロセス</vt:lpstr>
      <vt:lpstr>全社方針の理解と目標・機能設定 (XX/XX)</vt:lpstr>
      <vt:lpstr>全社方針の理解と目標・機能設定 (XX/XX)</vt:lpstr>
      <vt:lpstr>今後の取組に関するご協力のお願い</vt:lpstr>
      <vt:lpstr>DX銘柄を獲得する意義</vt:lpstr>
      <vt:lpstr>XX.解像度が高いテーマのXのイメージ (経営管理 / グローバル連携)</vt:lpstr>
      <vt:lpstr>会議効率化の観点 部門集約意見から整理</vt:lpstr>
      <vt:lpstr>XXX</vt:lpstr>
      <vt:lpstr>振り返り デジタル戦略部の人材育成概要</vt:lpstr>
      <vt:lpstr>振り返り これまで取り組んできた取り組み内容</vt:lpstr>
      <vt:lpstr>今後取り組みたいアプローチ手順とそのヒアリング</vt:lpstr>
      <vt:lpstr>概要 本取り組みの位置づけ</vt:lpstr>
      <vt:lpstr>取り組みの概要</vt:lpstr>
      <vt:lpstr>需要予測の考え方</vt:lpstr>
      <vt:lpstr>需要予測の考え方</vt:lpstr>
      <vt:lpstr>XXXX</vt:lpstr>
      <vt:lpstr>運用開始時点のBI可視化状況 XXX</vt:lpstr>
      <vt:lpstr>PowerPoint プレゼンテーション</vt:lpstr>
      <vt:lpstr>FYXX支援内容 デジタル戦略部</vt:lpstr>
      <vt:lpstr>FYXX支援内容</vt:lpstr>
      <vt:lpstr>ランサムウェアとは</vt:lpstr>
      <vt:lpstr>ランサムウェアの脅威と影響</vt:lpstr>
      <vt:lpstr>ランサムウェア対策</vt:lpstr>
      <vt:lpstr>事前対策 技術的対策と組織的対策</vt:lpstr>
      <vt:lpstr>事後対応</vt:lpstr>
      <vt:lpstr>ランサムウェア対策</vt:lpstr>
      <vt:lpstr>技術的対策</vt:lpstr>
      <vt:lpstr>サマリ</vt:lpstr>
      <vt:lpstr>PowerPoint プレゼンテーション</vt:lpstr>
      <vt:lpstr>XX.振り返り  XX.XX XXXX年評価実績 (コストダウン・撤退のみ)</vt:lpstr>
      <vt:lpstr>【月次管理】経営管理プロセスに紐づく関連ダッシュボート定義</vt:lpstr>
      <vt:lpstr>【月次管理】XX/XXリリース時の課題と解決の方向性 (案)</vt:lpstr>
      <vt:lpstr>工場生産形態と費用分類</vt:lpstr>
      <vt:lpstr>各社の生産体制 : 定量的比較</vt:lpstr>
      <vt:lpstr>XX. 生産体制・効率の定量比較とインサイト 比較テーブル : XXラインあたりの生産効率 (直接人員)</vt:lpstr>
      <vt:lpstr>XXXX</vt:lpstr>
      <vt:lpstr>総括と示唆</vt:lpstr>
      <vt:lpstr>PowerPoint プレゼンテーション</vt:lpstr>
      <vt:lpstr>PowerPoint プレゼンテーション</vt:lpstr>
      <vt:lpstr>CCセンター向け目標案</vt:lpstr>
      <vt:lpstr>区分別 主要論点 (アジェンダ) とライオンにおける具体的検討事項・問い</vt:lpstr>
      <vt:lpstr>PowerPoint プレゼンテーション</vt:lpstr>
      <vt:lpstr>③投資方針の明確化・浸透 予算作成_投資構成比の目安を策定</vt:lpstr>
      <vt:lpstr>③投資方針の明確化・浸透 予算作成_戦略性・便益性を評価</vt:lpstr>
      <vt:lpstr>③投資方針の明確化・浸透 期中評価時_案件評価(XX/XX)</vt:lpstr>
      <vt:lpstr>①評価プロセス・オペレーションの標準化と効率化 詳細フロー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AIを活用した株主総会QA事前作成</vt:lpstr>
      <vt:lpstr>XXXX</vt:lpstr>
      <vt:lpstr>XXXX</vt:lpstr>
      <vt:lpstr>PowerPoint プレゼンテーション</vt:lpstr>
      <vt:lpstr>PowerPoint プレゼンテーション</vt:lpstr>
      <vt:lpstr>スマートワーク Mission＆ Strategic Split</vt:lpstr>
      <vt:lpstr>KGI / KPI＆アプローチ</vt:lpstr>
      <vt:lpstr>詳細フロー</vt:lpstr>
      <vt:lpstr>背景/目的</vt:lpstr>
      <vt:lpstr>XXXX</vt:lpstr>
      <vt:lpstr>XXXX</vt:lpstr>
      <vt:lpstr>XXXX</vt:lpstr>
      <vt:lpstr>XXXX</vt:lpstr>
      <vt:lpstr>XXXX</vt:lpstr>
      <vt:lpstr>背景/目的</vt:lpstr>
      <vt:lpstr>XXXX</vt:lpstr>
      <vt:lpstr>XXXX</vt:lpstr>
      <vt:lpstr>XXXX</vt:lpstr>
      <vt:lpstr>XXXX</vt:lpstr>
      <vt:lpstr>XXXX</vt:lpstr>
      <vt:lpstr>XX</vt:lpstr>
      <vt:lpstr>XX</vt:lpstr>
      <vt:lpstr>XXXX</vt:lpstr>
      <vt:lpstr>XX</vt:lpstr>
      <vt:lpstr>XX</vt:lpstr>
      <vt:lpstr>セクションMissionとKGI/KPI</vt:lpstr>
      <vt:lpstr>OKRの考え方</vt:lpstr>
      <vt:lpstr>XX/XX: 経営管理</vt:lpstr>
      <vt:lpstr>XXXX</vt:lpstr>
      <vt:lpstr>業績管理課題の構造化ツリー</vt:lpstr>
      <vt:lpstr>対応策とKGI / KPI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ケースシナリオ</vt:lpstr>
      <vt:lpstr>PEST/XXC分析</vt:lpstr>
      <vt:lpstr>D (Digital) における貢献 「営業DX」における“X”とそれを実現する“D”</vt:lpstr>
      <vt:lpstr>取り組みによるPL改善効果</vt:lpstr>
      <vt:lpstr>AIアカウント契約の最適化</vt:lpstr>
      <vt:lpstr>目的と現状認識 (Why Change?)</vt:lpstr>
      <vt:lpstr>Executive Summary</vt:lpstr>
      <vt:lpstr>背景/目的 問題意識</vt:lpstr>
      <vt:lpstr>検討するにあたっての与件（新マネジメントの背景/目的） 経営課題と解決の方向性</vt:lpstr>
      <vt:lpstr>デジ戦課題と解決の方向性 (XXonXX情報より) </vt:lpstr>
      <vt:lpstr>デジ戦課題と解決の方向性 (XXonXX情報より) 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XXXX</vt:lpstr>
      <vt:lpstr>セクションリーダー権限移譲とガバナンスまとめ</vt:lpstr>
      <vt:lpstr>戦略企画・DX推進チームに関わる会議体一覧</vt:lpstr>
      <vt:lpstr>XX. 目標展開ツリー : デジタル戦略部から各層への垂直統合</vt:lpstr>
      <vt:lpstr>XX. 階層別・構造化管理フォーマット</vt:lpstr>
      <vt:lpstr>XX</vt:lpstr>
      <vt:lpstr>PowerPoint プレゼンテーション</vt:lpstr>
      <vt:lpstr>PowerPoint プレゼンテーション</vt:lpstr>
      <vt:lpstr>PowerPoint プレゼンテーション</vt:lpstr>
      <vt:lpstr>社内</vt:lpstr>
      <vt:lpstr>区分別 主要論点 (アジェンダ) とライオンにおける具体的検討事項・問い</vt:lpstr>
      <vt:lpstr>XXonXXのポイント</vt:lpstr>
      <vt:lpstr>Overview of Digital Strategy Department Activities</vt:lpstr>
      <vt:lpstr> Management Process and Required Information</vt:lpstr>
      <vt:lpstr>Strengthening Management Framework / Global Coordination  – Overseas Management Info (Short-Term)</vt:lpstr>
      <vt:lpstr>Executive Summary</vt:lpstr>
      <vt:lpstr>背景/目的 問題意識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デジ戦課題と解決の方向性 (XXonXX情報より) 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目的と現状認識 (Why Change?)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PowerPoint プレゼンテーション</vt:lpstr>
      <vt:lpstr>XXXX</vt:lpstr>
      <vt:lpstr>XXXX</vt:lpstr>
      <vt:lpstr>To-Be検討の進め方を再設計</vt:lpstr>
      <vt:lpstr>XXテーマ別 進捗と効果見込み (XXXX年XX月時点) </vt:lpstr>
      <vt:lpstr>エグゼクティブサマリー</vt:lpstr>
      <vt:lpstr>XX. 振り返り｜前回までに明らかになった課題と打ち手 前回 (XX月) までの振り返り : XXつの課題と、合意した打ち手</vt:lpstr>
      <vt:lpstr>XX. 振り返り｜参考：先進企業の動向 (XXXX年) 先進企業は「全社員の底上げ」と「現場での開発・課題設定」を制度で加速している</vt:lpstr>
      <vt:lpstr>XX. 振り返り｜用語の定義 本資料で使う主な用語 ― XXつの視点で整理</vt:lpstr>
      <vt:lpstr>XX. 振り返り｜前回合意事項の進捗 前回 (XX月) に合意したXX施策の進捗</vt:lpstr>
      <vt:lpstr>XX. 振り返り｜育成戦略の全体像 (再掲) 育成は「PL改善」に接続する投資 ― XX層×施策×KPI</vt:lpstr>
      <vt:lpstr>XX. 上期の成果①｜スキルチェック 重点XXロールの充足状況 ― 「誰を育てるか」が部門ごとに見える状態に</vt:lpstr>
      <vt:lpstr>XX. 上期の成果②｜重点育成プログラム 知識習得×実践のXX本柱 ― 修了ではなく「現場実装」を成果として測る</vt:lpstr>
      <vt:lpstr>XX. 上期の成果③｜全社員の生成AI活用 生成AI活用は「個人の効率化」から「チーム・部門の変革」へ</vt:lpstr>
      <vt:lpstr>XX. 下期の重点とご協力のお願い 下期は「検証 → XX年度の資源配分判断」の半期 ― XX点のご協力をお願いしたい</vt:lpstr>
      <vt:lpstr>XXXX</vt:lpstr>
      <vt:lpstr>XXXX</vt:lpstr>
      <vt:lpstr>XXXX</vt:lpstr>
      <vt:lpstr>XXXX</vt:lpstr>
      <vt:lpstr>XXXX</vt:lpstr>
      <vt:lpstr>XXの重点テーマ進捗サマリ</vt:lpstr>
      <vt:lpstr>経営骨格強化</vt:lpstr>
      <vt:lpstr>Phase1 : 可視化：経営数字がすぐ見える  手集計の資料をやめ画面で確認</vt:lpstr>
      <vt:lpstr>Phase2 : データで意思決定  成行予測で計画との差を早期発見</vt:lpstr>
      <vt:lpstr>人事DX　全体像 ミスの出る人事オペレーションから、人材データで経営する人事へ</vt:lpstr>
      <vt:lpstr>人事DX　短期 : 締め日改定 ･ 給与計算刷新 短期 土台の安定化 ― 規程を変えて、ミスと手作業を根本から減らす</vt:lpstr>
      <vt:lpstr>人事DX　中期 : 人事インフラ統廃合 中期 人事システム統廃合 ― XXつをXXつに集め、人材データを一元化する</vt:lpstr>
      <vt:lpstr>人事DX　長期：人事戦略KPI × DX施策（XXrd STAGE） 長期 人的資本経営 ― 業務ごとのKPIを人材データで測り施策を打つ</vt:lpstr>
      <vt:lpstr>工場DX (OHC : 省人化とXXXX年拠点構想)</vt:lpstr>
      <vt:lpstr>個別テーマ進捗　レガシーシステムの統廃合　全体像 何をしているか ― 止められない古いシステムを計画的に無くす</vt:lpstr>
      <vt:lpstr>個別テーマ進捗　レガシーシステムの統廃合　PhaseXX〜XX : 旧基幹の廃止 ･ 集約 ･ 移行 統廃合の中身 ― 何を、どの順番で、どこへ移すか</vt:lpstr>
      <vt:lpstr>個別テーマ進捗　レガシーシステムの統廃合 第XX層 : ITインフラ基盤 (クラウド移行 ･ IDaaS ･ サイバーレジリエンス) </vt:lpstr>
      <vt:lpstr>個別テーマ進捗　COXX排出量の可視化 ･ 精緻化 (SSBJ対応) 全体像 何をしているか ― 非財務情報を「決算と同じ品質」で出せる会社に</vt:lpstr>
      <vt:lpstr>COXX排出量の可視化 ･ 精緻化 (SSBJ対応) StepXX : 非財務情報管理プラットフォーム 仕組みの変化 ― Excel手集計から、証跡のそろった統合基盤へ</vt:lpstr>
      <vt:lpstr>ライオンDX戦略ディスカッション XXXX年XX月XX日 (比較基準 : XXXX年XX月XX日)</vt:lpstr>
      <vt:lpstr>XX</vt:lpstr>
      <vt:lpstr>XX</vt:lpstr>
      <vt:lpstr>XX</vt:lpstr>
      <vt:lpstr>XX</vt:lpstr>
      <vt:lpstr>長期要件・与件の全体構造 『XXXX年目指す成果』に接続するKGI-KPIロジックツリー</vt:lpstr>
      <vt:lpstr>要員計画・異動・社内公募・評価</vt:lpstr>
      <vt:lpstr>研修・育成/G海外ガバナンス/人的資本KPI</vt:lpstr>
      <vt:lpstr>採用/代謝・離職予兆/エンゲージメント改善</vt:lpstr>
      <vt:lpstr>「現場作業・データ発生」As-Is調査票の構造とデータフロー調査表</vt:lpstr>
      <vt:lpstr>採点表</vt:lpstr>
      <vt:lpstr>NextAction</vt:lpstr>
      <vt:lpstr>背景 / 課題 / 示唆</vt:lpstr>
      <vt:lpstr>示唆に対する選択肢</vt:lpstr>
      <vt:lpstr>参考) 近しい大手消費財・製造メーカーにおけるBPO構造転換事例</vt:lpstr>
      <vt:lpstr>構造転換と役割定義 As-Is / To-Be (XX階層での対比)</vt:lpstr>
      <vt:lpstr>進め方 一括契約ではなく、意思決定ゲートで段階コミット</vt:lpstr>
      <vt:lpstr>進め方 一括契約ではなく、意思決定ゲートで段階コミット</vt:lpstr>
      <vt:lpstr>KPIとROI</vt:lpstr>
      <vt:lpstr>海外業績 (QDL) における意思決定高度化・自動化 XX月→XX月 更新報告</vt:lpstr>
      <vt:lpstr>真因と解決策</vt:lpstr>
      <vt:lpstr>XXつの変革テーマ × XXつの重点施策 (AXX〜DXX) </vt:lpstr>
      <vt:lpstr>Howの全体構造 ― XXつの経営テーマへのMECE接続</vt:lpstr>
      <vt:lpstr>出口 マーケティング・営業DXの姿 (Before → After)</vt:lpstr>
      <vt:lpstr>マイルストーン (FYXX–FYXX)</vt:lpstr>
      <vt:lpstr>KGI / KPI体系 ― 最上位KPIとライオン固有のユニークKPI</vt:lpstr>
      <vt:lpstr>ToBeオペレーション策定 進め方</vt:lpstr>
      <vt:lpstr>戦略企画室紹介</vt:lpstr>
      <vt:lpstr>DX推進チーム紹介</vt:lpstr>
      <vt:lpstr>前提 — なぜ「明石工場 ･ ハブラシ植毛ライン」なのか</vt:lpstr>
      <vt:lpstr>進め方の詳細 すべての作業を「XXつの問い」に順番にかける</vt:lpstr>
      <vt:lpstr>XXXX年構想との整合</vt:lpstr>
      <vt:lpstr>予算管理チャネル 投稿ルール  判定・対応フローチャート</vt:lpstr>
      <vt:lpstr>ステップXX 自社で作り続けるべきものは何か</vt:lpstr>
      <vt:lpstr>ステップXX それをどこで作るか</vt:lpstr>
      <vt:lpstr>ステップXX : XXXX年 “以降“ 、OHCでどう勝つか (例と根拠)</vt:lpstr>
      <vt:lpstr>XXXX</vt:lpstr>
      <vt:lpstr>XXXX</vt:lpstr>
      <vt:lpstr>As-Is業務フロー 全体俯瞰</vt:lpstr>
      <vt:lpstr>As-Is 詳細業務フロー (全タスク × 年間タイムライン)</vt:lpstr>
      <vt:lpstr>提案評価 採点シートSSBJ対応 要求定義支援ファーム選定｜社外秘・評価者限り</vt:lpstr>
      <vt:lpstr>XXX</vt:lpstr>
      <vt:lpstr>製造業を取り巻くマクロ環境変化 (PEST分析) </vt:lpstr>
      <vt:lpstr> 顧客 ･ 取引先 ･ 競合の変化</vt:lpstr>
      <vt:lpstr>自社が対応しなければいけない点</vt:lpstr>
      <vt:lpstr> 自社が対応しなければいけない点</vt:lpstr>
      <vt:lpstr>これから目指す姿</vt:lpstr>
      <vt:lpstr>現状とのギャップと真因</vt:lpstr>
      <vt:lpstr>AI生活者分析の高度化およびデータ活用プロセス統合プロジェクト</vt:lpstr>
      <vt:lpstr>AI生活者分析の高度化およびデータ活用プロセス統合プロジェクト</vt:lpstr>
      <vt:lpstr>データ・AI活用実態ヒアリングシート 全社データ・AI活用プロセス全体像 (AS-IS) 構築のための調査票</vt:lpstr>
      <vt:lpstr>経営管理プロセスの構築 月次会議プロセス (今後 : 案)</vt:lpstr>
      <vt:lpstr>(海外) 海外経営情報自動収集の進捗状況 システムアセスメント/業務GAP (As-Is/To-Be) 実績</vt:lpstr>
      <vt:lpstr>XX. (海外) 海外経営情報自動収集の進捗状況 システムアセスメント / 業務GAP (As-Is / To-Be) 計画 / 見通</vt:lpstr>
      <vt:lpstr>XX. (海外) 海外経営情報自動収集の進捗状況 可視化可能データ項目 (QDL)</vt:lpstr>
      <vt:lpstr>XX. (海外) 海外経営情報自動収集の進捗状況 可視化のダッシュボードイメージ</vt:lpstr>
      <vt:lpstr>XXX</vt:lpstr>
      <vt:lpstr>【提案依頼サマリー】 SSBJ対応に向けた戦略・システム基盤の並行構築プロジェクト</vt:lpstr>
      <vt:lpstr>会議生産性向上 ガイドライン図解 原則 (守るべき基本) と例外 (柔軟な対応) を明確化した、会議の実践手順</vt:lpstr>
      <vt:lpstr>会議生産性の構造図 (時間軸 × 投入労力 / 成果) 生産性 = 成果の向上 (価値) ÷ 投入労力の減少 (時間や手間)</vt:lpstr>
      <vt:lpstr>SSBJに準拠した情報開示に向けたスケジュール</vt:lpstr>
      <vt:lpstr>XXX</vt:lpstr>
      <vt:lpstr>XX.振り返り 選定したシステムアーキテクチャ</vt:lpstr>
      <vt:lpstr>XX.今後の進め方とスケジュール 選定したシステムアーキテクチャ＆実行プロジェクト</vt:lpstr>
      <vt:lpstr>XX.要件定義フェーズ概要 対象業務スコープ/システム分担の決定方針</vt:lpstr>
      <vt:lpstr>XX.推進体制と役割、会議体 推進体制</vt:lpstr>
      <vt:lpstr>SSBJ対応コスト</vt:lpstr>
      <vt:lpstr>DXによる経営課題の早期把握、戦略実現度向上 (XXX執行役員)</vt:lpstr>
      <vt:lpstr>ダッシュボード</vt:lpstr>
      <vt:lpstr>XXXX</vt:lpstr>
      <vt:lpstr>達成率を起点とした時系列予測 (数字はダミー)</vt:lpstr>
      <vt:lpstr>マクロ環境換算ベース (数値はダミー)</vt:lpstr>
      <vt:lpstr>取り組み整理</vt:lpstr>
      <vt:lpstr>解決アプローチ</vt:lpstr>
      <vt:lpstr>必要要員</vt:lpstr>
      <vt:lpstr>「成果」を出すためのDX実践指針</vt:lpstr>
      <vt:lpstr>選定結果フィードバック (XX/XX)</vt:lpstr>
      <vt:lpstr>選定結果フィードバック (XX/XX)</vt:lpstr>
      <vt:lpstr>アプローチ</vt:lpstr>
      <vt:lpstr>よくある失敗例</vt:lpstr>
      <vt:lpstr>XXXX</vt:lpstr>
      <vt:lpstr>業務要件イメージ_summary</vt:lpstr>
      <vt:lpstr>機能要件イメージ_summary</vt:lpstr>
      <vt:lpstr>システム要件イメージ_summary</vt:lpstr>
      <vt:lpstr>要件整理後のRFP例</vt:lpstr>
      <vt:lpstr>人件費・外注費実績モニタリング（XX/XX）</vt:lpstr>
      <vt:lpstr>人件費・外注費実績モニタリング（XX/XX）</vt:lpstr>
      <vt:lpstr>Summary</vt:lpstr>
      <vt:lpstr>XXX</vt:lpstr>
      <vt:lpstr>XXXX</vt:lpstr>
      <vt:lpstr>XXXX</vt:lpstr>
      <vt:lpstr>To-Beを元にした選定基準</vt:lpstr>
      <vt:lpstr>選定基準 To-Be : Quality</vt:lpstr>
      <vt:lpstr>アーキテクチャ構成案</vt:lpstr>
      <vt:lpstr>現状調査・要件定義における協力依頼の詳細</vt:lpstr>
      <vt:lpstr>Executive Summary</vt:lpstr>
      <vt:lpstr>SSBJ対応・ESG経営推進 体制図</vt:lpstr>
      <vt:lpstr>体制 / 役割</vt:lpstr>
      <vt:lpstr>選定プロセス</vt:lpstr>
      <vt:lpstr>スマートワーク 施策ポートフォリオ</vt:lpstr>
      <vt:lpstr>世の中の潮流と日本の動き</vt:lpstr>
      <vt:lpstr>SSBJの求める事項と当社の対応状況</vt:lpstr>
      <vt:lpstr>当社の問題と構造的なボトルネック</vt:lpstr>
      <vt:lpstr>イメージ To-BeとAs-Is</vt:lpstr>
      <vt:lpstr>将来オペレーションイメージ : 攻めのサステナ経営基盤 (完全統合型)</vt:lpstr>
      <vt:lpstr>XXXX</vt:lpstr>
      <vt:lpstr>非財務情報管理プラットフォーム構築における「XXつの難所プロセス」</vt:lpstr>
      <vt:lpstr>PowerPoint プレゼンテーション</vt:lpstr>
      <vt:lpstr>選定summary</vt:lpstr>
      <vt:lpstr>グローバル業績管理自動化 戦略ロードマップと統合アプローチ</vt:lpstr>
      <vt:lpstr>グローバル業績管理自動化 戦略ロードマップと統合アプローチ</vt:lpstr>
      <vt:lpstr>PEST/XXC分析</vt:lpstr>
      <vt:lpstr>D (Digital) における貢献 「営業DX」における“X”とそれを実現する“D”</vt:lpstr>
      <vt:lpstr>取り組みによるPL改善効果</vt:lpstr>
      <vt:lpstr>ケースシナリオ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業績管理課題の構造化ツリー</vt:lpstr>
      <vt:lpstr>対応策とKGI / KPI</vt:lpstr>
      <vt:lpstr>OKRの考え方</vt:lpstr>
      <vt:lpstr>XX/XX: 経営管理</vt:lpstr>
      <vt:lpstr>XX</vt:lpstr>
      <vt:lpstr>XX</vt:lpstr>
      <vt:lpstr>XXXX</vt:lpstr>
      <vt:lpstr>To-Be検討の進め方を再設計</vt:lpstr>
      <vt:lpstr>XX</vt:lpstr>
      <vt:lpstr>XX</vt:lpstr>
      <vt:lpstr>XX</vt:lpstr>
      <vt:lpstr>XX</vt:lpstr>
      <vt:lpstr>XXXX</vt:lpstr>
      <vt:lpstr>デジタル広告に最も重要な要素</vt:lpstr>
      <vt:lpstr>クリエイティブ運用はコンテンツの作り分け、配信面の最適化、検証 (量産) が重要</vt:lpstr>
      <vt:lpstr>コンテンツは「誰に、何を、どのように伝えるか」を作り分けること</vt:lpstr>
      <vt:lpstr>検証 (PDCA) はCR更新～革新までXXステップを踏む</vt:lpstr>
      <vt:lpstr>クリエイティブROIはQuality・Cost・Delivery のバランスが重要</vt:lpstr>
      <vt:lpstr>選択肢としての外注と内製のメリットとデメリット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58</cp:revision>
  <dcterms:created xsi:type="dcterms:W3CDTF">2024-12-27T03:42:11Z</dcterms:created>
  <dcterms:modified xsi:type="dcterms:W3CDTF">2026-09-28T12:28:18Z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